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3" r:id="rId8"/>
    <p:sldId id="411" r:id="rId9"/>
    <p:sldId id="410" r:id="rId1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27"/>
  </p:normalViewPr>
  <p:slideViewPr>
    <p:cSldViewPr snapToGrid="0">
      <p:cViewPr>
        <p:scale>
          <a:sx n="200" d="100"/>
          <a:sy n="200" d="100"/>
        </p:scale>
        <p:origin x="-4158" y="-3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2" Type="http://schemas.openxmlformats.org/officeDocument/2006/relationships/image" Target="../media/image257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9" Type="http://schemas.openxmlformats.org/officeDocument/2006/relationships/image" Target="../media/image2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45" Type="http://schemas.openxmlformats.org/officeDocument/2006/relationships/image" Target="../media/image260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44" Type="http://schemas.openxmlformats.org/officeDocument/2006/relationships/image" Target="../media/image259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3" Type="http://schemas.openxmlformats.org/officeDocument/2006/relationships/image" Target="../media/image258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Relationship Id="rId20" Type="http://schemas.openxmlformats.org/officeDocument/2006/relationships/image" Target="../media/image216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9.png"/><Relationship Id="rId13" Type="http://schemas.openxmlformats.org/officeDocument/2006/relationships/image" Target="../media/image2900.png"/><Relationship Id="rId18" Type="http://schemas.openxmlformats.org/officeDocument/2006/relationships/image" Target="../media/image294.png"/><Relationship Id="rId26" Type="http://schemas.openxmlformats.org/officeDocument/2006/relationships/image" Target="../media/image300.png"/><Relationship Id="rId3" Type="http://schemas.openxmlformats.org/officeDocument/2006/relationships/image" Target="../media/image287.png"/><Relationship Id="rId21" Type="http://schemas.openxmlformats.org/officeDocument/2006/relationships/image" Target="../media/image297.png"/><Relationship Id="rId7" Type="http://schemas.openxmlformats.org/officeDocument/2006/relationships/image" Target="../media/image2840.png"/><Relationship Id="rId12" Type="http://schemas.openxmlformats.org/officeDocument/2006/relationships/image" Target="../media/image291.png"/><Relationship Id="rId17" Type="http://schemas.openxmlformats.org/officeDocument/2006/relationships/image" Target="../media/image293.png"/><Relationship Id="rId25" Type="http://schemas.openxmlformats.org/officeDocument/2006/relationships/image" Target="../media/image299.png"/><Relationship Id="rId2" Type="http://schemas.openxmlformats.org/officeDocument/2006/relationships/image" Target="../media/image286.png"/><Relationship Id="rId16" Type="http://schemas.openxmlformats.org/officeDocument/2006/relationships/image" Target="../media/image2850.png"/><Relationship Id="rId20" Type="http://schemas.openxmlformats.org/officeDocument/2006/relationships/image" Target="../media/image296.png"/><Relationship Id="rId29" Type="http://schemas.openxmlformats.org/officeDocument/2006/relationships/image" Target="../media/image3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0.png"/><Relationship Id="rId11" Type="http://schemas.openxmlformats.org/officeDocument/2006/relationships/image" Target="../media/image290.png"/><Relationship Id="rId24" Type="http://schemas.openxmlformats.org/officeDocument/2006/relationships/image" Target="../media/image2980.png"/><Relationship Id="rId15" Type="http://schemas.openxmlformats.org/officeDocument/2006/relationships/image" Target="../media/image292.png"/><Relationship Id="rId23" Type="http://schemas.openxmlformats.org/officeDocument/2006/relationships/image" Target="../media/image2970.png"/><Relationship Id="rId28" Type="http://schemas.openxmlformats.org/officeDocument/2006/relationships/image" Target="../media/image302.png"/><Relationship Id="rId10" Type="http://schemas.openxmlformats.org/officeDocument/2006/relationships/image" Target="../media/image2870.png"/><Relationship Id="rId19" Type="http://schemas.openxmlformats.org/officeDocument/2006/relationships/image" Target="../media/image295.png"/><Relationship Id="rId4" Type="http://schemas.openxmlformats.org/officeDocument/2006/relationships/image" Target="../media/image288.png"/><Relationship Id="rId14" Type="http://schemas.openxmlformats.org/officeDocument/2006/relationships/image" Target="../media/image2910.png"/><Relationship Id="rId22" Type="http://schemas.openxmlformats.org/officeDocument/2006/relationships/image" Target="../media/image298.png"/><Relationship Id="rId27" Type="http://schemas.openxmlformats.org/officeDocument/2006/relationships/image" Target="../media/image301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28575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28575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315188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 A: No Queue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blipFill>
                <a:blip r:embed="rId36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blipFill>
                <a:blip r:embed="rId38"/>
                <a:stretch>
                  <a:fillRect l="-17857" t="-4000" r="-357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blipFill>
                <a:blip r:embed="rId39"/>
                <a:stretch>
                  <a:fillRect l="-13514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277">
            <a:extLst>
              <a:ext uri="{FF2B5EF4-FFF2-40B4-BE49-F238E27FC236}">
                <a16:creationId xmlns:a16="http://schemas.microsoft.com/office/drawing/2014/main" id="{673D7CB6-4F18-DA2D-8C0E-CEAFA734230A}"/>
              </a:ext>
            </a:extLst>
          </p:cNvPr>
          <p:cNvCxnSpPr>
            <a:cxnSpLocks/>
          </p:cNvCxnSpPr>
          <p:nvPr/>
        </p:nvCxnSpPr>
        <p:spPr>
          <a:xfrm flipH="1" flipV="1">
            <a:off x="3800284" y="106096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/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277">
            <a:extLst>
              <a:ext uri="{FF2B5EF4-FFF2-40B4-BE49-F238E27FC236}">
                <a16:creationId xmlns:a16="http://schemas.microsoft.com/office/drawing/2014/main" id="{BB760471-82E4-9D30-7A45-E2FA9B8372FE}"/>
              </a:ext>
            </a:extLst>
          </p:cNvPr>
          <p:cNvCxnSpPr>
            <a:cxnSpLocks/>
          </p:cNvCxnSpPr>
          <p:nvPr/>
        </p:nvCxnSpPr>
        <p:spPr>
          <a:xfrm flipH="1" flipV="1">
            <a:off x="5349708" y="104130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92">
            <a:extLst>
              <a:ext uri="{FF2B5EF4-FFF2-40B4-BE49-F238E27FC236}">
                <a16:creationId xmlns:a16="http://schemas.microsoft.com/office/drawing/2014/main" id="{6CA0FBC2-4ADF-531D-C1DD-0E6EE40710E4}"/>
              </a:ext>
            </a:extLst>
          </p:cNvPr>
          <p:cNvCxnSpPr>
            <a:cxnSpLocks/>
          </p:cNvCxnSpPr>
          <p:nvPr/>
        </p:nvCxnSpPr>
        <p:spPr>
          <a:xfrm flipH="1" flipV="1">
            <a:off x="6890466" y="1073977"/>
            <a:ext cx="1346" cy="281191"/>
          </a:xfrm>
          <a:prstGeom prst="line">
            <a:avLst/>
          </a:prstGeom>
          <a:ln w="28575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310">
            <a:extLst>
              <a:ext uri="{FF2B5EF4-FFF2-40B4-BE49-F238E27FC236}">
                <a16:creationId xmlns:a16="http://schemas.microsoft.com/office/drawing/2014/main" id="{DCDC3F2A-AE06-C15C-B765-069465D1A2F4}"/>
              </a:ext>
            </a:extLst>
          </p:cNvPr>
          <p:cNvCxnSpPr>
            <a:cxnSpLocks/>
          </p:cNvCxnSpPr>
          <p:nvPr/>
        </p:nvCxnSpPr>
        <p:spPr>
          <a:xfrm flipH="1" flipV="1">
            <a:off x="8431927" y="1064114"/>
            <a:ext cx="1346" cy="281191"/>
          </a:xfrm>
          <a:prstGeom prst="line">
            <a:avLst/>
          </a:prstGeom>
          <a:ln w="28575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5">
            <a:extLst>
              <a:ext uri="{FF2B5EF4-FFF2-40B4-BE49-F238E27FC236}">
                <a16:creationId xmlns:a16="http://schemas.microsoft.com/office/drawing/2014/main" id="{63D6D67A-DEE2-0E5F-224E-DC635A9674F3}"/>
              </a:ext>
            </a:extLst>
          </p:cNvPr>
          <p:cNvCxnSpPr>
            <a:cxnSpLocks/>
          </p:cNvCxnSpPr>
          <p:nvPr/>
        </p:nvCxnSpPr>
        <p:spPr>
          <a:xfrm flipH="1" flipV="1">
            <a:off x="9809981" y="106510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/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blipFill>
                <a:blip r:embed="rId42"/>
                <a:stretch>
                  <a:fillRect l="-20690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/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blipFill>
                <a:blip r:embed="rId43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/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blipFill>
                <a:blip r:embed="rId44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/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blipFill>
                <a:blip r:embed="rId45"/>
                <a:stretch>
                  <a:fillRect l="-13158" t="-4000" r="-26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55AD6D5E-9FB4-E5E4-A8B8-1E22AE496547}"/>
              </a:ext>
            </a:extLst>
          </p:cNvPr>
          <p:cNvSpPr/>
          <p:nvPr/>
        </p:nvSpPr>
        <p:spPr>
          <a:xfrm>
            <a:off x="4365234" y="2962441"/>
            <a:ext cx="2291542" cy="2607741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  <a:gd name="connsiteX0" fmla="*/ 54413 w 1154984"/>
              <a:gd name="connsiteY0" fmla="*/ 86066 h 792365"/>
              <a:gd name="connsiteX1" fmla="*/ 291540 w 1154984"/>
              <a:gd name="connsiteY1" fmla="*/ 10088 h 792365"/>
              <a:gd name="connsiteX2" fmla="*/ 661280 w 1154984"/>
              <a:gd name="connsiteY2" fmla="*/ 8158 h 792365"/>
              <a:gd name="connsiteX3" fmla="*/ 1025888 w 1154984"/>
              <a:gd name="connsiteY3" fmla="*/ 77858 h 792365"/>
              <a:gd name="connsiteX4" fmla="*/ 1154683 w 1154984"/>
              <a:gd name="connsiteY4" fmla="*/ 205217 h 792365"/>
              <a:gd name="connsiteX5" fmla="*/ 997514 w 1154984"/>
              <a:gd name="connsiteY5" fmla="*/ 559301 h 792365"/>
              <a:gd name="connsiteX6" fmla="*/ 797141 w 1154984"/>
              <a:gd name="connsiteY6" fmla="*/ 783381 h 792365"/>
              <a:gd name="connsiteX7" fmla="*/ 292239 w 1154984"/>
              <a:gd name="connsiteY7" fmla="*/ 735868 h 792365"/>
              <a:gd name="connsiteX8" fmla="*/ 142159 w 1154984"/>
              <a:gd name="connsiteY8" fmla="*/ 621782 h 792365"/>
              <a:gd name="connsiteX9" fmla="*/ 5208 w 1154984"/>
              <a:gd name="connsiteY9" fmla="*/ 360796 h 792365"/>
              <a:gd name="connsiteX10" fmla="*/ 54413 w 1154984"/>
              <a:gd name="connsiteY10" fmla="*/ 86066 h 792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54984" h="792365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59412" y="124977"/>
                  <a:pt x="1154683" y="205217"/>
                </a:cubicBezTo>
                <a:cubicBezTo>
                  <a:pt x="1149954" y="285457"/>
                  <a:pt x="1057104" y="462940"/>
                  <a:pt x="997514" y="559301"/>
                </a:cubicBezTo>
                <a:cubicBezTo>
                  <a:pt x="937924" y="655662"/>
                  <a:pt x="914687" y="753953"/>
                  <a:pt x="797141" y="783381"/>
                </a:cubicBezTo>
                <a:cubicBezTo>
                  <a:pt x="679595" y="812809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CC1445-E7CF-6289-FB4E-7606C911B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3521202"/>
            <a:ext cx="3248406" cy="3030636"/>
          </a:xfrm>
          <a:prstGeom prst="rect">
            <a:avLst/>
          </a:prstGeom>
        </p:spPr>
      </p:pic>
      <p:sp>
        <p:nvSpPr>
          <p:cNvPr id="29" name="Freeform 28">
            <a:extLst>
              <a:ext uri="{FF2B5EF4-FFF2-40B4-BE49-F238E27FC236}">
                <a16:creationId xmlns:a16="http://schemas.microsoft.com/office/drawing/2014/main" id="{CDC23E42-0314-82D5-360B-1C6DEBE254E0}"/>
              </a:ext>
            </a:extLst>
          </p:cNvPr>
          <p:cNvSpPr/>
          <p:nvPr/>
        </p:nvSpPr>
        <p:spPr>
          <a:xfrm>
            <a:off x="4654864" y="3112029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118AF68-1801-B382-2A4F-023AC9B00603}"/>
              </a:ext>
            </a:extLst>
          </p:cNvPr>
          <p:cNvCxnSpPr>
            <a:cxnSpLocks/>
          </p:cNvCxnSpPr>
          <p:nvPr/>
        </p:nvCxnSpPr>
        <p:spPr>
          <a:xfrm>
            <a:off x="5381380" y="3245542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7D3F9E4-FADB-34C5-AE81-84C2E6B5A60D}"/>
              </a:ext>
            </a:extLst>
          </p:cNvPr>
          <p:cNvSpPr txBox="1"/>
          <p:nvPr/>
        </p:nvSpPr>
        <p:spPr>
          <a:xfrm>
            <a:off x="5332744" y="3064965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4F57BD-B1A5-F19B-1A4C-B6E23DFE8BA6}"/>
              </a:ext>
            </a:extLst>
          </p:cNvPr>
          <p:cNvSpPr txBox="1"/>
          <p:nvPr/>
        </p:nvSpPr>
        <p:spPr>
          <a:xfrm>
            <a:off x="5578942" y="3263702"/>
            <a:ext cx="83067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tau_LiDAR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64A85B4-5574-A264-BC04-D4DE8377CF8A}"/>
              </a:ext>
            </a:extLst>
          </p:cNvPr>
          <p:cNvSpPr/>
          <p:nvPr/>
        </p:nvSpPr>
        <p:spPr>
          <a:xfrm>
            <a:off x="5627325" y="3247177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/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RU" sz="800" dirty="0"/>
                  <a:t>1.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blipFill>
                <a:blip r:embed="rId3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D802059-AAF1-42F7-1DD5-B24D73CD02AC}"/>
              </a:ext>
            </a:extLst>
          </p:cNvPr>
          <p:cNvCxnSpPr>
            <a:cxnSpLocks/>
          </p:cNvCxnSpPr>
          <p:nvPr/>
        </p:nvCxnSpPr>
        <p:spPr>
          <a:xfrm>
            <a:off x="5501266" y="3935076"/>
            <a:ext cx="35278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8437D3-53D4-0222-777B-673DAB5C3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46" y="154553"/>
            <a:ext cx="6435183" cy="25638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/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𝒇𝒊𝒏𝒊𝒔𝒉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𝒑𝒓𝒆𝒗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blipFill>
                <a:blip r:embed="rId6"/>
                <a:stretch>
                  <a:fillRect l="-112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/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blipFill>
                <a:blip r:embed="rId7"/>
                <a:stretch>
                  <a:fillRect l="-2857" r="-190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31">
            <a:extLst>
              <a:ext uri="{FF2B5EF4-FFF2-40B4-BE49-F238E27FC236}">
                <a16:creationId xmlns:a16="http://schemas.microsoft.com/office/drawing/2014/main" id="{1FEF0ED9-155B-EBAB-C739-A11AC55700FC}"/>
              </a:ext>
            </a:extLst>
          </p:cNvPr>
          <p:cNvCxnSpPr>
            <a:cxnSpLocks/>
          </p:cNvCxnSpPr>
          <p:nvPr/>
        </p:nvCxnSpPr>
        <p:spPr>
          <a:xfrm flipH="1">
            <a:off x="5264378" y="3419979"/>
            <a:ext cx="431387" cy="257173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 39">
            <a:extLst>
              <a:ext uri="{FF2B5EF4-FFF2-40B4-BE49-F238E27FC236}">
                <a16:creationId xmlns:a16="http://schemas.microsoft.com/office/drawing/2014/main" id="{4EC9B053-0537-0D23-EA02-9B5ECC97E6A5}"/>
              </a:ext>
            </a:extLst>
          </p:cNvPr>
          <p:cNvSpPr/>
          <p:nvPr/>
        </p:nvSpPr>
        <p:spPr>
          <a:xfrm>
            <a:off x="4406606" y="3672108"/>
            <a:ext cx="1099560" cy="36910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/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𝑓𝑖𝑛𝑖𝑠h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  <m:sup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blipFill>
                <a:blip r:embed="rId8"/>
                <a:stretch>
                  <a:fillRect l="-3529" t="-6383"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/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A309691A-10F7-05A9-7EF9-00D1E82DB633}"/>
              </a:ext>
            </a:extLst>
          </p:cNvPr>
          <p:cNvSpPr txBox="1"/>
          <p:nvPr/>
        </p:nvSpPr>
        <p:spPr>
          <a:xfrm>
            <a:off x="5442671" y="3746895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6" name="Freeform 39">
            <a:extLst>
              <a:ext uri="{FF2B5EF4-FFF2-40B4-BE49-F238E27FC236}">
                <a16:creationId xmlns:a16="http://schemas.microsoft.com/office/drawing/2014/main" id="{43FB1227-EF6D-79F2-6769-5DBD6D663237}"/>
              </a:ext>
            </a:extLst>
          </p:cNvPr>
          <p:cNvSpPr/>
          <p:nvPr/>
        </p:nvSpPr>
        <p:spPr>
          <a:xfrm>
            <a:off x="5859987" y="3812509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/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5557F3B4-589B-1B33-0764-2FDD3530F6AA}"/>
              </a:ext>
            </a:extLst>
          </p:cNvPr>
          <p:cNvSpPr txBox="1"/>
          <p:nvPr/>
        </p:nvSpPr>
        <p:spPr>
          <a:xfrm>
            <a:off x="5044209" y="4034302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49" name="Straight Arrow Connector 50">
            <a:extLst>
              <a:ext uri="{FF2B5EF4-FFF2-40B4-BE49-F238E27FC236}">
                <a16:creationId xmlns:a16="http://schemas.microsoft.com/office/drawing/2014/main" id="{7B6C83A1-DA47-237A-F029-487ACB102FF8}"/>
              </a:ext>
            </a:extLst>
          </p:cNvPr>
          <p:cNvCxnSpPr>
            <a:cxnSpLocks/>
          </p:cNvCxnSpPr>
          <p:nvPr/>
        </p:nvCxnSpPr>
        <p:spPr>
          <a:xfrm flipH="1">
            <a:off x="5073415" y="4052857"/>
            <a:ext cx="57018" cy="2220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reeform 39">
            <a:extLst>
              <a:ext uri="{FF2B5EF4-FFF2-40B4-BE49-F238E27FC236}">
                <a16:creationId xmlns:a16="http://schemas.microsoft.com/office/drawing/2014/main" id="{416F5CDD-139B-4F9D-2077-BB0EFC79D7B4}"/>
              </a:ext>
            </a:extLst>
          </p:cNvPr>
          <p:cNvSpPr/>
          <p:nvPr/>
        </p:nvSpPr>
        <p:spPr>
          <a:xfrm>
            <a:off x="4649188" y="4273971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/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blipFill>
                <a:blip r:embed="rId12"/>
                <a:stretch>
                  <a:fillRect l="-2381" r="-1587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50">
            <a:extLst>
              <a:ext uri="{FF2B5EF4-FFF2-40B4-BE49-F238E27FC236}">
                <a16:creationId xmlns:a16="http://schemas.microsoft.com/office/drawing/2014/main" id="{CAF40D8C-4374-0655-D3C2-7DF5B126F815}"/>
              </a:ext>
            </a:extLst>
          </p:cNvPr>
          <p:cNvCxnSpPr>
            <a:cxnSpLocks/>
          </p:cNvCxnSpPr>
          <p:nvPr/>
        </p:nvCxnSpPr>
        <p:spPr>
          <a:xfrm flipH="1">
            <a:off x="5469343" y="4106937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50">
            <a:extLst>
              <a:ext uri="{FF2B5EF4-FFF2-40B4-BE49-F238E27FC236}">
                <a16:creationId xmlns:a16="http://schemas.microsoft.com/office/drawing/2014/main" id="{40751200-2419-F623-FFDC-991F601DD60B}"/>
              </a:ext>
            </a:extLst>
          </p:cNvPr>
          <p:cNvCxnSpPr>
            <a:cxnSpLocks/>
            <a:endCxn id="82" idx="0"/>
          </p:cNvCxnSpPr>
          <p:nvPr/>
        </p:nvCxnSpPr>
        <p:spPr>
          <a:xfrm>
            <a:off x="5390706" y="4535409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Freeform 39">
            <a:extLst>
              <a:ext uri="{FF2B5EF4-FFF2-40B4-BE49-F238E27FC236}">
                <a16:creationId xmlns:a16="http://schemas.microsoft.com/office/drawing/2014/main" id="{50071495-E5C0-26DE-BD3C-D2FE285A51CC}"/>
              </a:ext>
            </a:extLst>
          </p:cNvPr>
          <p:cNvSpPr/>
          <p:nvPr/>
        </p:nvSpPr>
        <p:spPr>
          <a:xfrm>
            <a:off x="5081975" y="4950583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/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𝒇𝒊𝒏𝒊𝒔𝒉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𝑳𝒊𝑫𝑨𝑹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blipFill>
                <a:blip r:embed="rId1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/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blipFill>
                <a:blip r:embed="rId14"/>
                <a:stretch>
                  <a:fillRect l="-3175" r="-794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/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𝑆𝐾𝐼𝑃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blipFill>
                <a:blip r:embed="rId15"/>
                <a:stretch>
                  <a:fillRect l="-5941" t="-19048" r="-9901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Freeform 42">
            <a:extLst>
              <a:ext uri="{FF2B5EF4-FFF2-40B4-BE49-F238E27FC236}">
                <a16:creationId xmlns:a16="http://schemas.microsoft.com/office/drawing/2014/main" id="{658911E4-403E-141A-8BE5-DBFEB37A449E}"/>
              </a:ext>
            </a:extLst>
          </p:cNvPr>
          <p:cNvSpPr/>
          <p:nvPr/>
        </p:nvSpPr>
        <p:spPr>
          <a:xfrm>
            <a:off x="7462205" y="4117329"/>
            <a:ext cx="2326865" cy="2619964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2877" h="796079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34126" y="134141"/>
                  <a:pt x="1154683" y="205217"/>
                </a:cubicBezTo>
                <a:cubicBezTo>
                  <a:pt x="1175241" y="276293"/>
                  <a:pt x="1208823" y="407951"/>
                  <a:pt x="1149233" y="504312"/>
                </a:cubicBezTo>
                <a:cubicBezTo>
                  <a:pt x="1089643" y="600673"/>
                  <a:pt x="939973" y="744788"/>
                  <a:pt x="797141" y="783381"/>
                </a:cubicBezTo>
                <a:cubicBezTo>
                  <a:pt x="654309" y="821974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8" name="Freeform 28">
            <a:extLst>
              <a:ext uri="{FF2B5EF4-FFF2-40B4-BE49-F238E27FC236}">
                <a16:creationId xmlns:a16="http://schemas.microsoft.com/office/drawing/2014/main" id="{5BD1D439-D5E0-F286-FFFE-A62ED9C2A41E}"/>
              </a:ext>
            </a:extLst>
          </p:cNvPr>
          <p:cNvSpPr/>
          <p:nvPr/>
        </p:nvSpPr>
        <p:spPr>
          <a:xfrm>
            <a:off x="7656120" y="4316700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19" name="Straight Arrow Connector 31">
            <a:extLst>
              <a:ext uri="{FF2B5EF4-FFF2-40B4-BE49-F238E27FC236}">
                <a16:creationId xmlns:a16="http://schemas.microsoft.com/office/drawing/2014/main" id="{D4CD76FE-43FF-1D15-E860-E6A35ECF2AE8}"/>
              </a:ext>
            </a:extLst>
          </p:cNvPr>
          <p:cNvCxnSpPr>
            <a:cxnSpLocks/>
          </p:cNvCxnSpPr>
          <p:nvPr/>
        </p:nvCxnSpPr>
        <p:spPr>
          <a:xfrm>
            <a:off x="8382636" y="4450213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2A51CF5-C347-3247-A770-2EBE94DA8020}"/>
              </a:ext>
            </a:extLst>
          </p:cNvPr>
          <p:cNvSpPr txBox="1"/>
          <p:nvPr/>
        </p:nvSpPr>
        <p:spPr>
          <a:xfrm>
            <a:off x="8334000" y="4269636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03DE371-D293-94B4-9956-F548292F9682}"/>
              </a:ext>
            </a:extLst>
          </p:cNvPr>
          <p:cNvSpPr txBox="1"/>
          <p:nvPr/>
        </p:nvSpPr>
        <p:spPr>
          <a:xfrm>
            <a:off x="8580198" y="4468373"/>
            <a:ext cx="77938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tau_IMU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122" name="Freeform 39">
            <a:extLst>
              <a:ext uri="{FF2B5EF4-FFF2-40B4-BE49-F238E27FC236}">
                <a16:creationId xmlns:a16="http://schemas.microsoft.com/office/drawing/2014/main" id="{C7DD1977-62E6-765F-C9F1-B631A7EC93DC}"/>
              </a:ext>
            </a:extLst>
          </p:cNvPr>
          <p:cNvSpPr/>
          <p:nvPr/>
        </p:nvSpPr>
        <p:spPr>
          <a:xfrm>
            <a:off x="8628581" y="4451848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/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2</a:t>
                </a:r>
                <a:r>
                  <a:rPr lang="en-RU" sz="800" dirty="0"/>
                  <a:t>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blipFill>
                <a:blip r:embed="rId16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50">
            <a:extLst>
              <a:ext uri="{FF2B5EF4-FFF2-40B4-BE49-F238E27FC236}">
                <a16:creationId xmlns:a16="http://schemas.microsoft.com/office/drawing/2014/main" id="{CDB495A8-C056-98C5-68F0-DB2222541933}"/>
              </a:ext>
            </a:extLst>
          </p:cNvPr>
          <p:cNvCxnSpPr>
            <a:cxnSpLocks/>
          </p:cNvCxnSpPr>
          <p:nvPr/>
        </p:nvCxnSpPr>
        <p:spPr>
          <a:xfrm>
            <a:off x="8480928" y="5130944"/>
            <a:ext cx="37745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/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blipFill>
                <a:blip r:embed="rId1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/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blipFill>
                <a:blip r:embed="rId18"/>
                <a:stretch>
                  <a:fillRect l="-4124" r="-103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31">
            <a:extLst>
              <a:ext uri="{FF2B5EF4-FFF2-40B4-BE49-F238E27FC236}">
                <a16:creationId xmlns:a16="http://schemas.microsoft.com/office/drawing/2014/main" id="{2D1CFC41-A204-6775-2F1A-2BE1F2FE0264}"/>
              </a:ext>
            </a:extLst>
          </p:cNvPr>
          <p:cNvCxnSpPr>
            <a:cxnSpLocks/>
          </p:cNvCxnSpPr>
          <p:nvPr/>
        </p:nvCxnSpPr>
        <p:spPr>
          <a:xfrm flipH="1">
            <a:off x="8314495" y="4624650"/>
            <a:ext cx="382526" cy="23916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Freeform 39">
            <a:extLst>
              <a:ext uri="{FF2B5EF4-FFF2-40B4-BE49-F238E27FC236}">
                <a16:creationId xmlns:a16="http://schemas.microsoft.com/office/drawing/2014/main" id="{020101BF-A3F3-CEED-77A3-1944F8EAF1B6}"/>
              </a:ext>
            </a:extLst>
          </p:cNvPr>
          <p:cNvSpPr/>
          <p:nvPr/>
        </p:nvSpPr>
        <p:spPr>
          <a:xfrm>
            <a:off x="7509066" y="4851208"/>
            <a:ext cx="998356" cy="375480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/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blipFill>
                <a:blip r:embed="rId19"/>
                <a:stretch>
                  <a:fillRect l="-3922" t="-869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/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TextBox 130">
            <a:extLst>
              <a:ext uri="{FF2B5EF4-FFF2-40B4-BE49-F238E27FC236}">
                <a16:creationId xmlns:a16="http://schemas.microsoft.com/office/drawing/2014/main" id="{8521122F-B1E7-656E-88CC-B8832AB2B700}"/>
              </a:ext>
            </a:extLst>
          </p:cNvPr>
          <p:cNvSpPr txBox="1"/>
          <p:nvPr/>
        </p:nvSpPr>
        <p:spPr>
          <a:xfrm>
            <a:off x="8450513" y="4933580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32" name="Freeform 39">
            <a:extLst>
              <a:ext uri="{FF2B5EF4-FFF2-40B4-BE49-F238E27FC236}">
                <a16:creationId xmlns:a16="http://schemas.microsoft.com/office/drawing/2014/main" id="{90CB79D1-4EAA-D1AF-1B2F-24CB7D65F6B9}"/>
              </a:ext>
            </a:extLst>
          </p:cNvPr>
          <p:cNvSpPr/>
          <p:nvPr/>
        </p:nvSpPr>
        <p:spPr>
          <a:xfrm>
            <a:off x="8861243" y="5017180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/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blipFill>
                <a:blip r:embed="rId21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TextBox 133">
            <a:extLst>
              <a:ext uri="{FF2B5EF4-FFF2-40B4-BE49-F238E27FC236}">
                <a16:creationId xmlns:a16="http://schemas.microsoft.com/office/drawing/2014/main" id="{A41AA87D-11B2-FBFB-7FC1-0927B517A50F}"/>
              </a:ext>
            </a:extLst>
          </p:cNvPr>
          <p:cNvSpPr txBox="1"/>
          <p:nvPr/>
        </p:nvSpPr>
        <p:spPr>
          <a:xfrm>
            <a:off x="8045465" y="523897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35" name="Straight Arrow Connector 50">
            <a:extLst>
              <a:ext uri="{FF2B5EF4-FFF2-40B4-BE49-F238E27FC236}">
                <a16:creationId xmlns:a16="http://schemas.microsoft.com/office/drawing/2014/main" id="{45349EDA-A088-F247-022C-DF5CDC9FDF4D}"/>
              </a:ext>
            </a:extLst>
          </p:cNvPr>
          <p:cNvCxnSpPr>
            <a:cxnSpLocks/>
          </p:cNvCxnSpPr>
          <p:nvPr/>
        </p:nvCxnSpPr>
        <p:spPr>
          <a:xfrm flipH="1">
            <a:off x="8074671" y="5245983"/>
            <a:ext cx="24565" cy="23363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reeform 39">
            <a:extLst>
              <a:ext uri="{FF2B5EF4-FFF2-40B4-BE49-F238E27FC236}">
                <a16:creationId xmlns:a16="http://schemas.microsoft.com/office/drawing/2014/main" id="{8E3B5BDB-A155-C6F4-2650-588EF150237C}"/>
              </a:ext>
            </a:extLst>
          </p:cNvPr>
          <p:cNvSpPr/>
          <p:nvPr/>
        </p:nvSpPr>
        <p:spPr>
          <a:xfrm>
            <a:off x="7650444" y="5478642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/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blipFill>
                <a:blip r:embed="rId22"/>
                <a:stretch>
                  <a:fillRect l="-3738" r="-935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Straight Arrow Connector 50">
            <a:extLst>
              <a:ext uri="{FF2B5EF4-FFF2-40B4-BE49-F238E27FC236}">
                <a16:creationId xmlns:a16="http://schemas.microsoft.com/office/drawing/2014/main" id="{97B003E5-72BD-03AA-5E44-420919070CA6}"/>
              </a:ext>
            </a:extLst>
          </p:cNvPr>
          <p:cNvCxnSpPr>
            <a:cxnSpLocks/>
          </p:cNvCxnSpPr>
          <p:nvPr/>
        </p:nvCxnSpPr>
        <p:spPr>
          <a:xfrm flipH="1">
            <a:off x="8470599" y="5311608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50">
            <a:extLst>
              <a:ext uri="{FF2B5EF4-FFF2-40B4-BE49-F238E27FC236}">
                <a16:creationId xmlns:a16="http://schemas.microsoft.com/office/drawing/2014/main" id="{235BE557-F737-1494-8DEC-323319A334B8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8391962" y="5740080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reeform 39">
            <a:extLst>
              <a:ext uri="{FF2B5EF4-FFF2-40B4-BE49-F238E27FC236}">
                <a16:creationId xmlns:a16="http://schemas.microsoft.com/office/drawing/2014/main" id="{91DBC58A-A0E8-9F31-C09E-B10555EBC197}"/>
              </a:ext>
            </a:extLst>
          </p:cNvPr>
          <p:cNvSpPr/>
          <p:nvPr/>
        </p:nvSpPr>
        <p:spPr>
          <a:xfrm>
            <a:off x="8083231" y="6155254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/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𝒄𝒖𝒓𝒓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𝑰𝑴𝑼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blipFill>
                <a:blip r:embed="rId23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/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blipFill>
                <a:blip r:embed="rId24"/>
                <a:stretch>
                  <a:fillRect l="-2804" r="-186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/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𝑆𝐾𝐼𝑃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blipFill>
                <a:blip r:embed="rId25"/>
                <a:stretch>
                  <a:fillRect l="-6667" t="-19048" r="-12222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TextBox 143">
            <a:extLst>
              <a:ext uri="{FF2B5EF4-FFF2-40B4-BE49-F238E27FC236}">
                <a16:creationId xmlns:a16="http://schemas.microsoft.com/office/drawing/2014/main" id="{D1B29206-282B-4200-E07F-2002270071E0}"/>
              </a:ext>
            </a:extLst>
          </p:cNvPr>
          <p:cNvSpPr txBox="1"/>
          <p:nvPr/>
        </p:nvSpPr>
        <p:spPr>
          <a:xfrm rot="1725597">
            <a:off x="6589972" y="289551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45" name="Straight Arrow Connector 50">
            <a:extLst>
              <a:ext uri="{FF2B5EF4-FFF2-40B4-BE49-F238E27FC236}">
                <a16:creationId xmlns:a16="http://schemas.microsoft.com/office/drawing/2014/main" id="{3B7D6D9E-8BB5-710C-A000-478F56DFF22E}"/>
              </a:ext>
            </a:extLst>
          </p:cNvPr>
          <p:cNvCxnSpPr>
            <a:cxnSpLocks/>
            <a:endCxn id="118" idx="3"/>
          </p:cNvCxnSpPr>
          <p:nvPr/>
        </p:nvCxnSpPr>
        <p:spPr>
          <a:xfrm flipV="1">
            <a:off x="6147356" y="4401563"/>
            <a:ext cx="1509326" cy="727697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/>
              <p:nvPr/>
            </p:nvSpPr>
            <p:spPr>
              <a:xfrm rot="2169946">
                <a:off x="6921978" y="3280904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69946">
                <a:off x="6921978" y="3280904"/>
                <a:ext cx="697242" cy="123111"/>
              </a:xfrm>
              <a:prstGeom prst="rect">
                <a:avLst/>
              </a:prstGeom>
              <a:blipFill>
                <a:blip r:embed="rId26"/>
                <a:stretch>
                  <a:fillRect l="-3810" r="-9524" b="-164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/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blipFill>
                <a:blip r:embed="rId27"/>
                <a:stretch>
                  <a:fillRect r="-1935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 66">
            <a:extLst>
              <a:ext uri="{FF2B5EF4-FFF2-40B4-BE49-F238E27FC236}">
                <a16:creationId xmlns:a16="http://schemas.microsoft.com/office/drawing/2014/main" id="{054BAFBD-3880-9001-803D-A20D4B8E60B5}"/>
              </a:ext>
            </a:extLst>
          </p:cNvPr>
          <p:cNvSpPr/>
          <p:nvPr/>
        </p:nvSpPr>
        <p:spPr>
          <a:xfrm flipV="1">
            <a:off x="3975928" y="3178992"/>
            <a:ext cx="5924782" cy="363186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86866"/>
              <a:gd name="connsiteY0" fmla="*/ 19945 h 1436467"/>
              <a:gd name="connsiteX1" fmla="*/ 239500 w 486866"/>
              <a:gd name="connsiteY1" fmla="*/ 505857 h 1436467"/>
              <a:gd name="connsiteX2" fmla="*/ 416196 w 486866"/>
              <a:gd name="connsiteY2" fmla="*/ 841541 h 1436467"/>
              <a:gd name="connsiteX3" fmla="*/ 479643 w 486866"/>
              <a:gd name="connsiteY3" fmla="*/ 1167219 h 1436467"/>
              <a:gd name="connsiteX4" fmla="*/ 486866 w 486866"/>
              <a:gd name="connsiteY4" fmla="*/ 1436467 h 1436467"/>
              <a:gd name="connsiteX0" fmla="*/ 0 w 486866"/>
              <a:gd name="connsiteY0" fmla="*/ 0 h 1416522"/>
              <a:gd name="connsiteX1" fmla="*/ 239500 w 486866"/>
              <a:gd name="connsiteY1" fmla="*/ 485912 h 1416522"/>
              <a:gd name="connsiteX2" fmla="*/ 416196 w 486866"/>
              <a:gd name="connsiteY2" fmla="*/ 821596 h 1416522"/>
              <a:gd name="connsiteX3" fmla="*/ 479643 w 486866"/>
              <a:gd name="connsiteY3" fmla="*/ 1147274 h 1416522"/>
              <a:gd name="connsiteX4" fmla="*/ 486866 w 486866"/>
              <a:gd name="connsiteY4" fmla="*/ 1416522 h 1416522"/>
              <a:gd name="connsiteX0" fmla="*/ 0 w 517611"/>
              <a:gd name="connsiteY0" fmla="*/ 0 h 1695537"/>
              <a:gd name="connsiteX1" fmla="*/ 270245 w 517611"/>
              <a:gd name="connsiteY1" fmla="*/ 764927 h 1695537"/>
              <a:gd name="connsiteX2" fmla="*/ 446941 w 517611"/>
              <a:gd name="connsiteY2" fmla="*/ 1100611 h 1695537"/>
              <a:gd name="connsiteX3" fmla="*/ 510388 w 517611"/>
              <a:gd name="connsiteY3" fmla="*/ 1426289 h 1695537"/>
              <a:gd name="connsiteX4" fmla="*/ 517611 w 517611"/>
              <a:gd name="connsiteY4" fmla="*/ 1695537 h 1695537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10388 w 651440"/>
              <a:gd name="connsiteY3" fmla="*/ 1426289 h 1831466"/>
              <a:gd name="connsiteX4" fmla="*/ 651440 w 651440"/>
              <a:gd name="connsiteY4" fmla="*/ 1831466 h 1831466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04962 w 651440"/>
              <a:gd name="connsiteY3" fmla="*/ 1555065 h 1831466"/>
              <a:gd name="connsiteX4" fmla="*/ 651440 w 651440"/>
              <a:gd name="connsiteY4" fmla="*/ 1831466 h 1831466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04962 w 743673"/>
              <a:gd name="connsiteY3" fmla="*/ 1555065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72609"/>
              <a:gd name="connsiteY0" fmla="*/ 0 h 1817159"/>
              <a:gd name="connsiteX1" fmla="*/ 270245 w 772609"/>
              <a:gd name="connsiteY1" fmla="*/ 764927 h 1817159"/>
              <a:gd name="connsiteX2" fmla="*/ 446941 w 772609"/>
              <a:gd name="connsiteY2" fmla="*/ 1100611 h 1817159"/>
              <a:gd name="connsiteX3" fmla="*/ 566451 w 772609"/>
              <a:gd name="connsiteY3" fmla="*/ 1776846 h 1817159"/>
              <a:gd name="connsiteX4" fmla="*/ 772609 w 772609"/>
              <a:gd name="connsiteY4" fmla="*/ 1817159 h 1817159"/>
              <a:gd name="connsiteX0" fmla="*/ 0 w 774755"/>
              <a:gd name="connsiteY0" fmla="*/ 0 h 1817159"/>
              <a:gd name="connsiteX1" fmla="*/ 270245 w 774755"/>
              <a:gd name="connsiteY1" fmla="*/ 764927 h 1817159"/>
              <a:gd name="connsiteX2" fmla="*/ 446941 w 774755"/>
              <a:gd name="connsiteY2" fmla="*/ 1100611 h 1817159"/>
              <a:gd name="connsiteX3" fmla="*/ 566451 w 774755"/>
              <a:gd name="connsiteY3" fmla="*/ 1776846 h 1817159"/>
              <a:gd name="connsiteX4" fmla="*/ 772609 w 774755"/>
              <a:gd name="connsiteY4" fmla="*/ 1817159 h 1817159"/>
              <a:gd name="connsiteX0" fmla="*/ 0 w 786165"/>
              <a:gd name="connsiteY0" fmla="*/ 0 h 1817440"/>
              <a:gd name="connsiteX1" fmla="*/ 270245 w 786165"/>
              <a:gd name="connsiteY1" fmla="*/ 764927 h 1817440"/>
              <a:gd name="connsiteX2" fmla="*/ 446941 w 786165"/>
              <a:gd name="connsiteY2" fmla="*/ 1100611 h 1817440"/>
              <a:gd name="connsiteX3" fmla="*/ 566451 w 786165"/>
              <a:gd name="connsiteY3" fmla="*/ 1776846 h 1817440"/>
              <a:gd name="connsiteX4" fmla="*/ 772609 w 786165"/>
              <a:gd name="connsiteY4" fmla="*/ 1817159 h 1817440"/>
              <a:gd name="connsiteX0" fmla="*/ 0 w 1012984"/>
              <a:gd name="connsiteY0" fmla="*/ 0 h 1781596"/>
              <a:gd name="connsiteX1" fmla="*/ 270245 w 1012984"/>
              <a:gd name="connsiteY1" fmla="*/ 764927 h 1781596"/>
              <a:gd name="connsiteX2" fmla="*/ 446941 w 1012984"/>
              <a:gd name="connsiteY2" fmla="*/ 1100611 h 1781596"/>
              <a:gd name="connsiteX3" fmla="*/ 566451 w 1012984"/>
              <a:gd name="connsiteY3" fmla="*/ 1776846 h 1781596"/>
              <a:gd name="connsiteX4" fmla="*/ 1005905 w 1012984"/>
              <a:gd name="connsiteY4" fmla="*/ 1717000 h 1781596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46941 w 1018107"/>
              <a:gd name="connsiteY2" fmla="*/ 110061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12580 w 1018107"/>
              <a:gd name="connsiteY2" fmla="*/ 120077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9767"/>
              <a:gd name="connsiteY0" fmla="*/ 0 h 1833688"/>
              <a:gd name="connsiteX1" fmla="*/ 270245 w 1019767"/>
              <a:gd name="connsiteY1" fmla="*/ 764927 h 1833688"/>
              <a:gd name="connsiteX2" fmla="*/ 412580 w 1019767"/>
              <a:gd name="connsiteY2" fmla="*/ 1200771 h 1833688"/>
              <a:gd name="connsiteX3" fmla="*/ 696663 w 1019767"/>
              <a:gd name="connsiteY3" fmla="*/ 1826925 h 1833688"/>
              <a:gd name="connsiteX4" fmla="*/ 1005905 w 1019767"/>
              <a:gd name="connsiteY4" fmla="*/ 1717000 h 1833688"/>
              <a:gd name="connsiteX0" fmla="*/ 0 w 1019767"/>
              <a:gd name="connsiteY0" fmla="*/ 0 h 1793473"/>
              <a:gd name="connsiteX1" fmla="*/ 270245 w 1019767"/>
              <a:gd name="connsiteY1" fmla="*/ 764927 h 1793473"/>
              <a:gd name="connsiteX2" fmla="*/ 412580 w 1019767"/>
              <a:gd name="connsiteY2" fmla="*/ 1200771 h 1793473"/>
              <a:gd name="connsiteX3" fmla="*/ 696663 w 1019767"/>
              <a:gd name="connsiteY3" fmla="*/ 1784533 h 1793473"/>
              <a:gd name="connsiteX4" fmla="*/ 1005905 w 1019767"/>
              <a:gd name="connsiteY4" fmla="*/ 1717000 h 179347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319274"/>
              <a:gd name="connsiteY0" fmla="*/ 4611103 h 6466468"/>
              <a:gd name="connsiteX1" fmla="*/ 270245 w 1319274"/>
              <a:gd name="connsiteY1" fmla="*/ 5376030 h 6466468"/>
              <a:gd name="connsiteX2" fmla="*/ 412580 w 1319274"/>
              <a:gd name="connsiteY2" fmla="*/ 5811874 h 6466468"/>
              <a:gd name="connsiteX3" fmla="*/ 691360 w 1319274"/>
              <a:gd name="connsiteY3" fmla="*/ 6466289 h 6466468"/>
              <a:gd name="connsiteX4" fmla="*/ 1313087 w 1319274"/>
              <a:gd name="connsiteY4" fmla="*/ 0 h 6466468"/>
              <a:gd name="connsiteX0" fmla="*/ 0 w 1319860"/>
              <a:gd name="connsiteY0" fmla="*/ 4611103 h 6281134"/>
              <a:gd name="connsiteX1" fmla="*/ 270245 w 1319860"/>
              <a:gd name="connsiteY1" fmla="*/ 5376030 h 6281134"/>
              <a:gd name="connsiteX2" fmla="*/ 412580 w 1319860"/>
              <a:gd name="connsiteY2" fmla="*/ 5811874 h 6281134"/>
              <a:gd name="connsiteX3" fmla="*/ 739681 w 1319860"/>
              <a:gd name="connsiteY3" fmla="*/ 6280951 h 6281134"/>
              <a:gd name="connsiteX4" fmla="*/ 1313087 w 1319860"/>
              <a:gd name="connsiteY4" fmla="*/ 0 h 6281134"/>
              <a:gd name="connsiteX0" fmla="*/ 0 w 1322659"/>
              <a:gd name="connsiteY0" fmla="*/ 4611103 h 6280951"/>
              <a:gd name="connsiteX1" fmla="*/ 270245 w 1322659"/>
              <a:gd name="connsiteY1" fmla="*/ 5376030 h 6280951"/>
              <a:gd name="connsiteX2" fmla="*/ 412580 w 1322659"/>
              <a:gd name="connsiteY2" fmla="*/ 5811874 h 6280951"/>
              <a:gd name="connsiteX3" fmla="*/ 739681 w 1322659"/>
              <a:gd name="connsiteY3" fmla="*/ 6280951 h 6280951"/>
              <a:gd name="connsiteX4" fmla="*/ 1313087 w 1322659"/>
              <a:gd name="connsiteY4" fmla="*/ 0 h 6280951"/>
              <a:gd name="connsiteX0" fmla="*/ 0 w 1332753"/>
              <a:gd name="connsiteY0" fmla="*/ 10065452 h 11735300"/>
              <a:gd name="connsiteX1" fmla="*/ 270245 w 1332753"/>
              <a:gd name="connsiteY1" fmla="*/ 1083037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1735300"/>
              <a:gd name="connsiteX1" fmla="*/ 636102 w 1332753"/>
              <a:gd name="connsiteY1" fmla="*/ 1149231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2723579"/>
              <a:gd name="connsiteX1" fmla="*/ 636102 w 1332753"/>
              <a:gd name="connsiteY1" fmla="*/ 11492319 h 12723579"/>
              <a:gd name="connsiteX2" fmla="*/ 919948 w 1332753"/>
              <a:gd name="connsiteY2" fmla="*/ 12722478 h 12723579"/>
              <a:gd name="connsiteX3" fmla="*/ 739681 w 1332753"/>
              <a:gd name="connsiteY3" fmla="*/ 11735300 h 12723579"/>
              <a:gd name="connsiteX4" fmla="*/ 1323441 w 1332753"/>
              <a:gd name="connsiteY4" fmla="*/ 0 h 12723579"/>
              <a:gd name="connsiteX0" fmla="*/ 0 w 1465033"/>
              <a:gd name="connsiteY0" fmla="*/ 10065452 h 13069990"/>
              <a:gd name="connsiteX1" fmla="*/ 636102 w 1465033"/>
              <a:gd name="connsiteY1" fmla="*/ 11492319 h 13069990"/>
              <a:gd name="connsiteX2" fmla="*/ 919948 w 1465033"/>
              <a:gd name="connsiteY2" fmla="*/ 12722478 h 13069990"/>
              <a:gd name="connsiteX3" fmla="*/ 1285016 w 1465033"/>
              <a:gd name="connsiteY3" fmla="*/ 4771740 h 13069990"/>
              <a:gd name="connsiteX4" fmla="*/ 1323441 w 1465033"/>
              <a:gd name="connsiteY4" fmla="*/ 0 h 13069990"/>
              <a:gd name="connsiteX0" fmla="*/ 0 w 1465033"/>
              <a:gd name="connsiteY0" fmla="*/ 10065452 h 11510404"/>
              <a:gd name="connsiteX1" fmla="*/ 636102 w 1465033"/>
              <a:gd name="connsiteY1" fmla="*/ 11492319 h 11510404"/>
              <a:gd name="connsiteX2" fmla="*/ 1130488 w 1465033"/>
              <a:gd name="connsiteY2" fmla="*/ 8936204 h 11510404"/>
              <a:gd name="connsiteX3" fmla="*/ 1285016 w 1465033"/>
              <a:gd name="connsiteY3" fmla="*/ 4771740 h 11510404"/>
              <a:gd name="connsiteX4" fmla="*/ 1323441 w 1465033"/>
              <a:gd name="connsiteY4" fmla="*/ 0 h 11510404"/>
              <a:gd name="connsiteX0" fmla="*/ 0 w 1398875"/>
              <a:gd name="connsiteY0" fmla="*/ 11751873 h 13196825"/>
              <a:gd name="connsiteX1" fmla="*/ 636102 w 1398875"/>
              <a:gd name="connsiteY1" fmla="*/ 13178740 h 13196825"/>
              <a:gd name="connsiteX2" fmla="*/ 1130488 w 1398875"/>
              <a:gd name="connsiteY2" fmla="*/ 10622625 h 13196825"/>
              <a:gd name="connsiteX3" fmla="*/ 1167665 w 1398875"/>
              <a:gd name="connsiteY3" fmla="*/ 288925 h 13196825"/>
              <a:gd name="connsiteX4" fmla="*/ 1323441 w 1398875"/>
              <a:gd name="connsiteY4" fmla="*/ 1686421 h 13196825"/>
              <a:gd name="connsiteX0" fmla="*/ 0 w 1357457"/>
              <a:gd name="connsiteY0" fmla="*/ 12083484 h 13214778"/>
              <a:gd name="connsiteX1" fmla="*/ 594684 w 1357457"/>
              <a:gd name="connsiteY1" fmla="*/ 13178746 h 13214778"/>
              <a:gd name="connsiteX2" fmla="*/ 1089070 w 1357457"/>
              <a:gd name="connsiteY2" fmla="*/ 10622631 h 13214778"/>
              <a:gd name="connsiteX3" fmla="*/ 1126247 w 1357457"/>
              <a:gd name="connsiteY3" fmla="*/ 288931 h 13214778"/>
              <a:gd name="connsiteX4" fmla="*/ 1282023 w 1357457"/>
              <a:gd name="connsiteY4" fmla="*/ 1686427 h 13214778"/>
              <a:gd name="connsiteX0" fmla="*/ 0 w 1357457"/>
              <a:gd name="connsiteY0" fmla="*/ 12083484 h 13161182"/>
              <a:gd name="connsiteX1" fmla="*/ 708583 w 1357457"/>
              <a:gd name="connsiteY1" fmla="*/ 13123478 h 13161182"/>
              <a:gd name="connsiteX2" fmla="*/ 1089070 w 1357457"/>
              <a:gd name="connsiteY2" fmla="*/ 10622631 h 13161182"/>
              <a:gd name="connsiteX3" fmla="*/ 1126247 w 1357457"/>
              <a:gd name="connsiteY3" fmla="*/ 288931 h 13161182"/>
              <a:gd name="connsiteX4" fmla="*/ 1282023 w 1357457"/>
              <a:gd name="connsiteY4" fmla="*/ 1686427 h 13161182"/>
              <a:gd name="connsiteX0" fmla="*/ 0 w 1357457"/>
              <a:gd name="connsiteY0" fmla="*/ 12083484 h 13206475"/>
              <a:gd name="connsiteX1" fmla="*/ 708583 w 1357457"/>
              <a:gd name="connsiteY1" fmla="*/ 13123478 h 13206475"/>
              <a:gd name="connsiteX2" fmla="*/ 1130488 w 1357457"/>
              <a:gd name="connsiteY2" fmla="*/ 9683086 h 13206475"/>
              <a:gd name="connsiteX3" fmla="*/ 1126247 w 1357457"/>
              <a:gd name="connsiteY3" fmla="*/ 288931 h 13206475"/>
              <a:gd name="connsiteX4" fmla="*/ 1282023 w 1357457"/>
              <a:gd name="connsiteY4" fmla="*/ 1686427 h 13206475"/>
              <a:gd name="connsiteX0" fmla="*/ 0 w 1231277"/>
              <a:gd name="connsiteY0" fmla="*/ 13823643 h 14946634"/>
              <a:gd name="connsiteX1" fmla="*/ 708583 w 1231277"/>
              <a:gd name="connsiteY1" fmla="*/ 14863637 h 14946634"/>
              <a:gd name="connsiteX2" fmla="*/ 1130488 w 1231277"/>
              <a:gd name="connsiteY2" fmla="*/ 11423245 h 14946634"/>
              <a:gd name="connsiteX3" fmla="*/ 1126247 w 1231277"/>
              <a:gd name="connsiteY3" fmla="*/ 2029090 h 14946634"/>
              <a:gd name="connsiteX4" fmla="*/ 809169 w 1231277"/>
              <a:gd name="connsiteY4" fmla="*/ 0 h 14946634"/>
              <a:gd name="connsiteX0" fmla="*/ 0 w 1198279"/>
              <a:gd name="connsiteY0" fmla="*/ 13823643 h 14946634"/>
              <a:gd name="connsiteX1" fmla="*/ 708583 w 1198279"/>
              <a:gd name="connsiteY1" fmla="*/ 14863637 h 14946634"/>
              <a:gd name="connsiteX2" fmla="*/ 1130488 w 1198279"/>
              <a:gd name="connsiteY2" fmla="*/ 11423245 h 14946634"/>
              <a:gd name="connsiteX3" fmla="*/ 1088281 w 1198279"/>
              <a:gd name="connsiteY3" fmla="*/ 1808018 h 14946634"/>
              <a:gd name="connsiteX4" fmla="*/ 809169 w 1198279"/>
              <a:gd name="connsiteY4" fmla="*/ 0 h 14946634"/>
              <a:gd name="connsiteX0" fmla="*/ 0 w 1142254"/>
              <a:gd name="connsiteY0" fmla="*/ 13823643 h 14946634"/>
              <a:gd name="connsiteX1" fmla="*/ 708583 w 1142254"/>
              <a:gd name="connsiteY1" fmla="*/ 14863637 h 14946634"/>
              <a:gd name="connsiteX2" fmla="*/ 1130488 w 1142254"/>
              <a:gd name="connsiteY2" fmla="*/ 11423245 h 14946634"/>
              <a:gd name="connsiteX3" fmla="*/ 1088281 w 1142254"/>
              <a:gd name="connsiteY3" fmla="*/ 1808018 h 14946634"/>
              <a:gd name="connsiteX4" fmla="*/ 809169 w 1142254"/>
              <a:gd name="connsiteY4" fmla="*/ 0 h 14946634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3845907 h 14968898"/>
              <a:gd name="connsiteX1" fmla="*/ 708583 w 1169246"/>
              <a:gd name="connsiteY1" fmla="*/ 14885901 h 14968898"/>
              <a:gd name="connsiteX2" fmla="*/ 1130488 w 1169246"/>
              <a:gd name="connsiteY2" fmla="*/ 11445509 h 14968898"/>
              <a:gd name="connsiteX3" fmla="*/ 1088281 w 1169246"/>
              <a:gd name="connsiteY3" fmla="*/ 1830282 h 14968898"/>
              <a:gd name="connsiteX4" fmla="*/ 809169 w 1169246"/>
              <a:gd name="connsiteY4" fmla="*/ 22264 h 14968898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4348688 h 15471679"/>
              <a:gd name="connsiteX1" fmla="*/ 708583 w 1169246"/>
              <a:gd name="connsiteY1" fmla="*/ 15388682 h 15471679"/>
              <a:gd name="connsiteX2" fmla="*/ 1130488 w 1169246"/>
              <a:gd name="connsiteY2" fmla="*/ 11948290 h 15471679"/>
              <a:gd name="connsiteX3" fmla="*/ 1088281 w 1169246"/>
              <a:gd name="connsiteY3" fmla="*/ 2333063 h 15471679"/>
              <a:gd name="connsiteX4" fmla="*/ 394991 w 1169246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0930"/>
              <a:gd name="connsiteY0" fmla="*/ 14348688 h 15471679"/>
              <a:gd name="connsiteX1" fmla="*/ 708583 w 1150930"/>
              <a:gd name="connsiteY1" fmla="*/ 15388682 h 15471679"/>
              <a:gd name="connsiteX2" fmla="*/ 1130488 w 1150930"/>
              <a:gd name="connsiteY2" fmla="*/ 11948290 h 15471679"/>
              <a:gd name="connsiteX3" fmla="*/ 1050314 w 1150930"/>
              <a:gd name="connsiteY3" fmla="*/ 2664668 h 15471679"/>
              <a:gd name="connsiteX4" fmla="*/ 394991 w 1150930"/>
              <a:gd name="connsiteY4" fmla="*/ 0 h 15471679"/>
              <a:gd name="connsiteX0" fmla="*/ 0 w 1150930"/>
              <a:gd name="connsiteY0" fmla="*/ 14099987 h 15222978"/>
              <a:gd name="connsiteX1" fmla="*/ 708583 w 1150930"/>
              <a:gd name="connsiteY1" fmla="*/ 15139981 h 15222978"/>
              <a:gd name="connsiteX2" fmla="*/ 1130488 w 1150930"/>
              <a:gd name="connsiteY2" fmla="*/ 11699589 h 15222978"/>
              <a:gd name="connsiteX3" fmla="*/ 1050314 w 1150930"/>
              <a:gd name="connsiteY3" fmla="*/ 2415967 h 15222978"/>
              <a:gd name="connsiteX4" fmla="*/ 457118 w 1150930"/>
              <a:gd name="connsiteY4" fmla="*/ 0 h 15222978"/>
              <a:gd name="connsiteX0" fmla="*/ 0 w 1180138"/>
              <a:gd name="connsiteY0" fmla="*/ 14099987 h 15222978"/>
              <a:gd name="connsiteX1" fmla="*/ 708583 w 1180138"/>
              <a:gd name="connsiteY1" fmla="*/ 15139981 h 15222978"/>
              <a:gd name="connsiteX2" fmla="*/ 1130488 w 1180138"/>
              <a:gd name="connsiteY2" fmla="*/ 11699589 h 15222978"/>
              <a:gd name="connsiteX3" fmla="*/ 1050314 w 1180138"/>
              <a:gd name="connsiteY3" fmla="*/ 2415967 h 15222978"/>
              <a:gd name="connsiteX4" fmla="*/ 457118 w 1180138"/>
              <a:gd name="connsiteY4" fmla="*/ 0 h 15222978"/>
              <a:gd name="connsiteX0" fmla="*/ 0 w 1209903"/>
              <a:gd name="connsiteY0" fmla="*/ 14099987 h 15222978"/>
              <a:gd name="connsiteX1" fmla="*/ 708583 w 1209903"/>
              <a:gd name="connsiteY1" fmla="*/ 15139981 h 15222978"/>
              <a:gd name="connsiteX2" fmla="*/ 1130488 w 1209903"/>
              <a:gd name="connsiteY2" fmla="*/ 11699589 h 15222978"/>
              <a:gd name="connsiteX3" fmla="*/ 1050314 w 1209903"/>
              <a:gd name="connsiteY3" fmla="*/ 2415967 h 15222978"/>
              <a:gd name="connsiteX4" fmla="*/ 457118 w 1209903"/>
              <a:gd name="connsiteY4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978068 w 1146459"/>
              <a:gd name="connsiteY4" fmla="*/ 2003569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757173 w 1146459"/>
              <a:gd name="connsiteY4" fmla="*/ 1064021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639822 w 1146459"/>
              <a:gd name="connsiteY4" fmla="*/ 152109 h 15222978"/>
              <a:gd name="connsiteX5" fmla="*/ 457118 w 1146459"/>
              <a:gd name="connsiteY5" fmla="*/ 0 h 15222978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938580 w 1445217"/>
              <a:gd name="connsiteY4" fmla="*/ 235013 h 15305882"/>
              <a:gd name="connsiteX5" fmla="*/ 0 w 1445217"/>
              <a:gd name="connsiteY5" fmla="*/ 0 h 15305882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831583 w 1445217"/>
              <a:gd name="connsiteY4" fmla="*/ 179746 h 15305882"/>
              <a:gd name="connsiteX5" fmla="*/ 0 w 1445217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222475 h 15345466"/>
              <a:gd name="connsiteX1" fmla="*/ 1007341 w 1436956"/>
              <a:gd name="connsiteY1" fmla="*/ 15262469 h 15345466"/>
              <a:gd name="connsiteX2" fmla="*/ 1429246 w 1436956"/>
              <a:gd name="connsiteY2" fmla="*/ 11822077 h 15345466"/>
              <a:gd name="connsiteX3" fmla="*/ 1280042 w 1436956"/>
              <a:gd name="connsiteY3" fmla="*/ 2731895 h 15345466"/>
              <a:gd name="connsiteX4" fmla="*/ 831583 w 1436956"/>
              <a:gd name="connsiteY4" fmla="*/ 219330 h 15345466"/>
              <a:gd name="connsiteX5" fmla="*/ 300058 w 1436956"/>
              <a:gd name="connsiteY5" fmla="*/ 108795 h 15345466"/>
              <a:gd name="connsiteX6" fmla="*/ 0 w 1436956"/>
              <a:gd name="connsiteY6" fmla="*/ 39584 h 15345466"/>
              <a:gd name="connsiteX0" fmla="*/ 2245395 w 3383593"/>
              <a:gd name="connsiteY0" fmla="*/ 14222475 h 15345466"/>
              <a:gd name="connsiteX1" fmla="*/ 2953978 w 3383593"/>
              <a:gd name="connsiteY1" fmla="*/ 15262469 h 15345466"/>
              <a:gd name="connsiteX2" fmla="*/ 3375883 w 3383593"/>
              <a:gd name="connsiteY2" fmla="*/ 11822077 h 15345466"/>
              <a:gd name="connsiteX3" fmla="*/ 3226679 w 3383593"/>
              <a:gd name="connsiteY3" fmla="*/ 2731895 h 15345466"/>
              <a:gd name="connsiteX4" fmla="*/ 2778220 w 3383593"/>
              <a:gd name="connsiteY4" fmla="*/ 219330 h 15345466"/>
              <a:gd name="connsiteX5" fmla="*/ 2246695 w 3383593"/>
              <a:gd name="connsiteY5" fmla="*/ 108795 h 15345466"/>
              <a:gd name="connsiteX6" fmla="*/ 0 w 3383593"/>
              <a:gd name="connsiteY6" fmla="*/ 6865125 h 15345466"/>
              <a:gd name="connsiteX0" fmla="*/ 2245395 w 3383593"/>
              <a:gd name="connsiteY0" fmla="*/ 14153142 h 15276133"/>
              <a:gd name="connsiteX1" fmla="*/ 2953978 w 3383593"/>
              <a:gd name="connsiteY1" fmla="*/ 15193136 h 15276133"/>
              <a:gd name="connsiteX2" fmla="*/ 3375883 w 3383593"/>
              <a:gd name="connsiteY2" fmla="*/ 11752744 h 15276133"/>
              <a:gd name="connsiteX3" fmla="*/ 3226679 w 3383593"/>
              <a:gd name="connsiteY3" fmla="*/ 2662562 h 15276133"/>
              <a:gd name="connsiteX4" fmla="*/ 2778220 w 3383593"/>
              <a:gd name="connsiteY4" fmla="*/ 149997 h 15276133"/>
              <a:gd name="connsiteX5" fmla="*/ 2036154 w 3383593"/>
              <a:gd name="connsiteY5" fmla="*/ 343436 h 15276133"/>
              <a:gd name="connsiteX6" fmla="*/ 0 w 3383593"/>
              <a:gd name="connsiteY6" fmla="*/ 6795792 h 15276133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8754"/>
              <a:gd name="connsiteY0" fmla="*/ 14208235 h 15331226"/>
              <a:gd name="connsiteX1" fmla="*/ 2953978 w 3388754"/>
              <a:gd name="connsiteY1" fmla="*/ 15248229 h 15331226"/>
              <a:gd name="connsiteX2" fmla="*/ 3375883 w 3388754"/>
              <a:gd name="connsiteY2" fmla="*/ 11807837 h 15331226"/>
              <a:gd name="connsiteX3" fmla="*/ 3275000 w 3388754"/>
              <a:gd name="connsiteY3" fmla="*/ 2717655 h 15331226"/>
              <a:gd name="connsiteX4" fmla="*/ 2778220 w 3388754"/>
              <a:gd name="connsiteY4" fmla="*/ 205090 h 15331226"/>
              <a:gd name="connsiteX5" fmla="*/ 2036154 w 3388754"/>
              <a:gd name="connsiteY5" fmla="*/ 398529 h 15331226"/>
              <a:gd name="connsiteX6" fmla="*/ 0 w 3388754"/>
              <a:gd name="connsiteY6" fmla="*/ 6850885 h 15331226"/>
              <a:gd name="connsiteX0" fmla="*/ 2245395 w 3388754"/>
              <a:gd name="connsiteY0" fmla="*/ 14382579 h 15505570"/>
              <a:gd name="connsiteX1" fmla="*/ 2953978 w 3388754"/>
              <a:gd name="connsiteY1" fmla="*/ 15422573 h 15505570"/>
              <a:gd name="connsiteX2" fmla="*/ 3375883 w 3388754"/>
              <a:gd name="connsiteY2" fmla="*/ 11982181 h 15505570"/>
              <a:gd name="connsiteX3" fmla="*/ 3275000 w 3388754"/>
              <a:gd name="connsiteY3" fmla="*/ 2891999 h 15505570"/>
              <a:gd name="connsiteX4" fmla="*/ 2802380 w 3388754"/>
              <a:gd name="connsiteY4" fmla="*/ 158364 h 15505570"/>
              <a:gd name="connsiteX5" fmla="*/ 2036154 w 3388754"/>
              <a:gd name="connsiteY5" fmla="*/ 572873 h 15505570"/>
              <a:gd name="connsiteX6" fmla="*/ 0 w 3388754"/>
              <a:gd name="connsiteY6" fmla="*/ 7025229 h 15505570"/>
              <a:gd name="connsiteX0" fmla="*/ 2245395 w 3388754"/>
              <a:gd name="connsiteY0" fmla="*/ 14324404 h 15447395"/>
              <a:gd name="connsiteX1" fmla="*/ 2953978 w 3388754"/>
              <a:gd name="connsiteY1" fmla="*/ 15364398 h 15447395"/>
              <a:gd name="connsiteX2" fmla="*/ 3375883 w 3388754"/>
              <a:gd name="connsiteY2" fmla="*/ 11924006 h 15447395"/>
              <a:gd name="connsiteX3" fmla="*/ 3275000 w 3388754"/>
              <a:gd name="connsiteY3" fmla="*/ 2833824 h 15447395"/>
              <a:gd name="connsiteX4" fmla="*/ 2802380 w 3388754"/>
              <a:gd name="connsiteY4" fmla="*/ 100189 h 15447395"/>
              <a:gd name="connsiteX5" fmla="*/ 2036154 w 3388754"/>
              <a:gd name="connsiteY5" fmla="*/ 514698 h 15447395"/>
              <a:gd name="connsiteX6" fmla="*/ 0 w 3388754"/>
              <a:gd name="connsiteY6" fmla="*/ 6967054 h 15447395"/>
              <a:gd name="connsiteX0" fmla="*/ 2635413 w 3778772"/>
              <a:gd name="connsiteY0" fmla="*/ 14324404 h 15447395"/>
              <a:gd name="connsiteX1" fmla="*/ 3343996 w 3778772"/>
              <a:gd name="connsiteY1" fmla="*/ 15364398 h 15447395"/>
              <a:gd name="connsiteX2" fmla="*/ 3765901 w 3778772"/>
              <a:gd name="connsiteY2" fmla="*/ 11924006 h 15447395"/>
              <a:gd name="connsiteX3" fmla="*/ 3665018 w 3778772"/>
              <a:gd name="connsiteY3" fmla="*/ 2833824 h 15447395"/>
              <a:gd name="connsiteX4" fmla="*/ 3192398 w 3778772"/>
              <a:gd name="connsiteY4" fmla="*/ 100189 h 15447395"/>
              <a:gd name="connsiteX5" fmla="*/ 2426172 w 3778772"/>
              <a:gd name="connsiteY5" fmla="*/ 514698 h 15447395"/>
              <a:gd name="connsiteX6" fmla="*/ 0 w 3778772"/>
              <a:gd name="connsiteY6" fmla="*/ 8404011 h 15447395"/>
              <a:gd name="connsiteX0" fmla="*/ 2705258 w 3848617"/>
              <a:gd name="connsiteY0" fmla="*/ 14324404 h 15447395"/>
              <a:gd name="connsiteX1" fmla="*/ 3413841 w 3848617"/>
              <a:gd name="connsiteY1" fmla="*/ 15364398 h 15447395"/>
              <a:gd name="connsiteX2" fmla="*/ 3835746 w 3848617"/>
              <a:gd name="connsiteY2" fmla="*/ 11924006 h 15447395"/>
              <a:gd name="connsiteX3" fmla="*/ 3734863 w 3848617"/>
              <a:gd name="connsiteY3" fmla="*/ 2833824 h 15447395"/>
              <a:gd name="connsiteX4" fmla="*/ 3262243 w 3848617"/>
              <a:gd name="connsiteY4" fmla="*/ 100189 h 15447395"/>
              <a:gd name="connsiteX5" fmla="*/ 2496017 w 3848617"/>
              <a:gd name="connsiteY5" fmla="*/ 514698 h 15447395"/>
              <a:gd name="connsiteX6" fmla="*/ 221489 w 3848617"/>
              <a:gd name="connsiteY6" fmla="*/ 7920546 h 15447395"/>
              <a:gd name="connsiteX7" fmla="*/ 69845 w 3848617"/>
              <a:gd name="connsiteY7" fmla="*/ 8404011 h 15447395"/>
              <a:gd name="connsiteX0" fmla="*/ 2835599 w 3978958"/>
              <a:gd name="connsiteY0" fmla="*/ 14324404 h 15447395"/>
              <a:gd name="connsiteX1" fmla="*/ 3544182 w 3978958"/>
              <a:gd name="connsiteY1" fmla="*/ 15364398 h 15447395"/>
              <a:gd name="connsiteX2" fmla="*/ 3966087 w 3978958"/>
              <a:gd name="connsiteY2" fmla="*/ 11924006 h 15447395"/>
              <a:gd name="connsiteX3" fmla="*/ 3865204 w 3978958"/>
              <a:gd name="connsiteY3" fmla="*/ 2833824 h 15447395"/>
              <a:gd name="connsiteX4" fmla="*/ 3392584 w 3978958"/>
              <a:gd name="connsiteY4" fmla="*/ 100189 h 15447395"/>
              <a:gd name="connsiteX5" fmla="*/ 2626358 w 3978958"/>
              <a:gd name="connsiteY5" fmla="*/ 514698 h 15447395"/>
              <a:gd name="connsiteX6" fmla="*/ 351830 w 3978958"/>
              <a:gd name="connsiteY6" fmla="*/ 7920546 h 15447395"/>
              <a:gd name="connsiteX7" fmla="*/ 0 w 3978958"/>
              <a:gd name="connsiteY7" fmla="*/ 11416090 h 15447395"/>
              <a:gd name="connsiteX0" fmla="*/ 2984013 w 4127372"/>
              <a:gd name="connsiteY0" fmla="*/ 14324404 h 16583603"/>
              <a:gd name="connsiteX1" fmla="*/ 3692596 w 4127372"/>
              <a:gd name="connsiteY1" fmla="*/ 15364398 h 16583603"/>
              <a:gd name="connsiteX2" fmla="*/ 4114501 w 4127372"/>
              <a:gd name="connsiteY2" fmla="*/ 11924006 h 16583603"/>
              <a:gd name="connsiteX3" fmla="*/ 4013618 w 4127372"/>
              <a:gd name="connsiteY3" fmla="*/ 2833824 h 16583603"/>
              <a:gd name="connsiteX4" fmla="*/ 3540998 w 4127372"/>
              <a:gd name="connsiteY4" fmla="*/ 100189 h 16583603"/>
              <a:gd name="connsiteX5" fmla="*/ 2774772 w 4127372"/>
              <a:gd name="connsiteY5" fmla="*/ 514698 h 16583603"/>
              <a:gd name="connsiteX6" fmla="*/ 500244 w 4127372"/>
              <a:gd name="connsiteY6" fmla="*/ 7920546 h 16583603"/>
              <a:gd name="connsiteX7" fmla="*/ 0 w 4127372"/>
              <a:gd name="connsiteY7" fmla="*/ 16583603 h 16583603"/>
              <a:gd name="connsiteX0" fmla="*/ 2998693 w 4142052"/>
              <a:gd name="connsiteY0" fmla="*/ 14324404 h 16583603"/>
              <a:gd name="connsiteX1" fmla="*/ 3707276 w 4142052"/>
              <a:gd name="connsiteY1" fmla="*/ 15364398 h 16583603"/>
              <a:gd name="connsiteX2" fmla="*/ 4129181 w 4142052"/>
              <a:gd name="connsiteY2" fmla="*/ 11924006 h 16583603"/>
              <a:gd name="connsiteX3" fmla="*/ 4028298 w 4142052"/>
              <a:gd name="connsiteY3" fmla="*/ 2833824 h 16583603"/>
              <a:gd name="connsiteX4" fmla="*/ 3555678 w 4142052"/>
              <a:gd name="connsiteY4" fmla="*/ 100189 h 16583603"/>
              <a:gd name="connsiteX5" fmla="*/ 2789452 w 4142052"/>
              <a:gd name="connsiteY5" fmla="*/ 514698 h 16583603"/>
              <a:gd name="connsiteX6" fmla="*/ 514924 w 4142052"/>
              <a:gd name="connsiteY6" fmla="*/ 7920546 h 16583603"/>
              <a:gd name="connsiteX7" fmla="*/ 45523 w 4142052"/>
              <a:gd name="connsiteY7" fmla="*/ 15464570 h 16583603"/>
              <a:gd name="connsiteX8" fmla="*/ 14680 w 4142052"/>
              <a:gd name="connsiteY8" fmla="*/ 16583603 h 16583603"/>
              <a:gd name="connsiteX0" fmla="*/ 2982200 w 4125559"/>
              <a:gd name="connsiteY0" fmla="*/ 14324404 h 21060275"/>
              <a:gd name="connsiteX1" fmla="*/ 3690783 w 4125559"/>
              <a:gd name="connsiteY1" fmla="*/ 15364398 h 21060275"/>
              <a:gd name="connsiteX2" fmla="*/ 4112688 w 4125559"/>
              <a:gd name="connsiteY2" fmla="*/ 11924006 h 21060275"/>
              <a:gd name="connsiteX3" fmla="*/ 4011805 w 4125559"/>
              <a:gd name="connsiteY3" fmla="*/ 2833824 h 21060275"/>
              <a:gd name="connsiteX4" fmla="*/ 3539185 w 4125559"/>
              <a:gd name="connsiteY4" fmla="*/ 100189 h 21060275"/>
              <a:gd name="connsiteX5" fmla="*/ 2772959 w 4125559"/>
              <a:gd name="connsiteY5" fmla="*/ 514698 h 21060275"/>
              <a:gd name="connsiteX6" fmla="*/ 498431 w 4125559"/>
              <a:gd name="connsiteY6" fmla="*/ 7920546 h 21060275"/>
              <a:gd name="connsiteX7" fmla="*/ 29030 w 4125559"/>
              <a:gd name="connsiteY7" fmla="*/ 15464570 h 21060275"/>
              <a:gd name="connsiteX8" fmla="*/ 63765 w 4125559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78378 w 4121737"/>
              <a:gd name="connsiteY0" fmla="*/ 14324404 h 21060275"/>
              <a:gd name="connsiteX1" fmla="*/ 3686961 w 4121737"/>
              <a:gd name="connsiteY1" fmla="*/ 15364398 h 21060275"/>
              <a:gd name="connsiteX2" fmla="*/ 4108866 w 4121737"/>
              <a:gd name="connsiteY2" fmla="*/ 11924006 h 21060275"/>
              <a:gd name="connsiteX3" fmla="*/ 4007983 w 4121737"/>
              <a:gd name="connsiteY3" fmla="*/ 2833824 h 21060275"/>
              <a:gd name="connsiteX4" fmla="*/ 3535363 w 4121737"/>
              <a:gd name="connsiteY4" fmla="*/ 100189 h 21060275"/>
              <a:gd name="connsiteX5" fmla="*/ 2769137 w 4121737"/>
              <a:gd name="connsiteY5" fmla="*/ 514698 h 21060275"/>
              <a:gd name="connsiteX6" fmla="*/ 494609 w 4121737"/>
              <a:gd name="connsiteY6" fmla="*/ 7920546 h 21060275"/>
              <a:gd name="connsiteX7" fmla="*/ 4499 w 4121737"/>
              <a:gd name="connsiteY7" fmla="*/ 15492201 h 21060275"/>
              <a:gd name="connsiteX8" fmla="*/ 59943 w 4121737"/>
              <a:gd name="connsiteY8" fmla="*/ 21060275 h 21060275"/>
              <a:gd name="connsiteX0" fmla="*/ 3001941 w 4145300"/>
              <a:gd name="connsiteY0" fmla="*/ 14324404 h 21060275"/>
              <a:gd name="connsiteX1" fmla="*/ 3710524 w 4145300"/>
              <a:gd name="connsiteY1" fmla="*/ 15364398 h 21060275"/>
              <a:gd name="connsiteX2" fmla="*/ 4132429 w 4145300"/>
              <a:gd name="connsiteY2" fmla="*/ 11924006 h 21060275"/>
              <a:gd name="connsiteX3" fmla="*/ 4031546 w 4145300"/>
              <a:gd name="connsiteY3" fmla="*/ 2833824 h 21060275"/>
              <a:gd name="connsiteX4" fmla="*/ 3558926 w 4145300"/>
              <a:gd name="connsiteY4" fmla="*/ 100189 h 21060275"/>
              <a:gd name="connsiteX5" fmla="*/ 2792700 w 4145300"/>
              <a:gd name="connsiteY5" fmla="*/ 514698 h 21060275"/>
              <a:gd name="connsiteX6" fmla="*/ 518172 w 4145300"/>
              <a:gd name="connsiteY6" fmla="*/ 7920546 h 21060275"/>
              <a:gd name="connsiteX7" fmla="*/ 28062 w 4145300"/>
              <a:gd name="connsiteY7" fmla="*/ 15492201 h 21060275"/>
              <a:gd name="connsiteX8" fmla="*/ 62576 w 4145300"/>
              <a:gd name="connsiteY8" fmla="*/ 19471465 h 21060275"/>
              <a:gd name="connsiteX9" fmla="*/ 83506 w 4145300"/>
              <a:gd name="connsiteY9" fmla="*/ 21060275 h 21060275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2987089 w 4130448"/>
              <a:gd name="connsiteY0" fmla="*/ 14324404 h 21087906"/>
              <a:gd name="connsiteX1" fmla="*/ 3695672 w 4130448"/>
              <a:gd name="connsiteY1" fmla="*/ 15364398 h 21087906"/>
              <a:gd name="connsiteX2" fmla="*/ 4117577 w 4130448"/>
              <a:gd name="connsiteY2" fmla="*/ 11924006 h 21087906"/>
              <a:gd name="connsiteX3" fmla="*/ 4016694 w 4130448"/>
              <a:gd name="connsiteY3" fmla="*/ 2833824 h 21087906"/>
              <a:gd name="connsiteX4" fmla="*/ 3544074 w 4130448"/>
              <a:gd name="connsiteY4" fmla="*/ 100189 h 21087906"/>
              <a:gd name="connsiteX5" fmla="*/ 2777848 w 4130448"/>
              <a:gd name="connsiteY5" fmla="*/ 514698 h 21087906"/>
              <a:gd name="connsiteX6" fmla="*/ 503320 w 4130448"/>
              <a:gd name="connsiteY6" fmla="*/ 7920546 h 21087906"/>
              <a:gd name="connsiteX7" fmla="*/ 13210 w 4130448"/>
              <a:gd name="connsiteY7" fmla="*/ 15492201 h 21087906"/>
              <a:gd name="connsiteX8" fmla="*/ 47724 w 4130448"/>
              <a:gd name="connsiteY8" fmla="*/ 19471465 h 21087906"/>
              <a:gd name="connsiteX9" fmla="*/ 317161 w 4130448"/>
              <a:gd name="connsiteY9" fmla="*/ 21087906 h 21087906"/>
              <a:gd name="connsiteX0" fmla="*/ 2976582 w 4119941"/>
              <a:gd name="connsiteY0" fmla="*/ 14324404 h 21087906"/>
              <a:gd name="connsiteX1" fmla="*/ 3685165 w 4119941"/>
              <a:gd name="connsiteY1" fmla="*/ 15364398 h 21087906"/>
              <a:gd name="connsiteX2" fmla="*/ 4107070 w 4119941"/>
              <a:gd name="connsiteY2" fmla="*/ 11924006 h 21087906"/>
              <a:gd name="connsiteX3" fmla="*/ 4006187 w 4119941"/>
              <a:gd name="connsiteY3" fmla="*/ 2833824 h 21087906"/>
              <a:gd name="connsiteX4" fmla="*/ 3533567 w 4119941"/>
              <a:gd name="connsiteY4" fmla="*/ 100189 h 21087906"/>
              <a:gd name="connsiteX5" fmla="*/ 2767341 w 4119941"/>
              <a:gd name="connsiteY5" fmla="*/ 514698 h 21087906"/>
              <a:gd name="connsiteX6" fmla="*/ 492813 w 4119941"/>
              <a:gd name="connsiteY6" fmla="*/ 7920546 h 21087906"/>
              <a:gd name="connsiteX7" fmla="*/ 2703 w 4119941"/>
              <a:gd name="connsiteY7" fmla="*/ 15492201 h 21087906"/>
              <a:gd name="connsiteX8" fmla="*/ 37217 w 4119941"/>
              <a:gd name="connsiteY8" fmla="*/ 19471465 h 21087906"/>
              <a:gd name="connsiteX9" fmla="*/ 306654 w 4119941"/>
              <a:gd name="connsiteY9" fmla="*/ 21087906 h 21087906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5351 w 4118710"/>
              <a:gd name="connsiteY0" fmla="*/ 14324404 h 20894472"/>
              <a:gd name="connsiteX1" fmla="*/ 3683934 w 4118710"/>
              <a:gd name="connsiteY1" fmla="*/ 15364398 h 20894472"/>
              <a:gd name="connsiteX2" fmla="*/ 4105839 w 4118710"/>
              <a:gd name="connsiteY2" fmla="*/ 11924006 h 20894472"/>
              <a:gd name="connsiteX3" fmla="*/ 4004956 w 4118710"/>
              <a:gd name="connsiteY3" fmla="*/ 2833824 h 20894472"/>
              <a:gd name="connsiteX4" fmla="*/ 3532336 w 4118710"/>
              <a:gd name="connsiteY4" fmla="*/ 100189 h 20894472"/>
              <a:gd name="connsiteX5" fmla="*/ 2766110 w 4118710"/>
              <a:gd name="connsiteY5" fmla="*/ 514698 h 20894472"/>
              <a:gd name="connsiteX6" fmla="*/ 491582 w 4118710"/>
              <a:gd name="connsiteY6" fmla="*/ 7920546 h 20894472"/>
              <a:gd name="connsiteX7" fmla="*/ 1472 w 4118710"/>
              <a:gd name="connsiteY7" fmla="*/ 15492201 h 20894472"/>
              <a:gd name="connsiteX8" fmla="*/ 35986 w 4118710"/>
              <a:gd name="connsiteY8" fmla="*/ 19471465 h 20894472"/>
              <a:gd name="connsiteX9" fmla="*/ 301972 w 4118710"/>
              <a:gd name="connsiteY9" fmla="*/ 20894472 h 20894472"/>
              <a:gd name="connsiteX0" fmla="*/ 3015660 w 4159019"/>
              <a:gd name="connsiteY0" fmla="*/ 14324404 h 20894472"/>
              <a:gd name="connsiteX1" fmla="*/ 3724243 w 4159019"/>
              <a:gd name="connsiteY1" fmla="*/ 15364398 h 20894472"/>
              <a:gd name="connsiteX2" fmla="*/ 4146148 w 4159019"/>
              <a:gd name="connsiteY2" fmla="*/ 11924006 h 20894472"/>
              <a:gd name="connsiteX3" fmla="*/ 4045265 w 4159019"/>
              <a:gd name="connsiteY3" fmla="*/ 2833824 h 20894472"/>
              <a:gd name="connsiteX4" fmla="*/ 3572645 w 4159019"/>
              <a:gd name="connsiteY4" fmla="*/ 100189 h 20894472"/>
              <a:gd name="connsiteX5" fmla="*/ 2806419 w 4159019"/>
              <a:gd name="connsiteY5" fmla="*/ 514698 h 20894472"/>
              <a:gd name="connsiteX6" fmla="*/ 531891 w 4159019"/>
              <a:gd name="connsiteY6" fmla="*/ 7920546 h 20894472"/>
              <a:gd name="connsiteX7" fmla="*/ 41781 w 4159019"/>
              <a:gd name="connsiteY7" fmla="*/ 15492201 h 20894472"/>
              <a:gd name="connsiteX8" fmla="*/ 76295 w 4159019"/>
              <a:gd name="connsiteY8" fmla="*/ 19471465 h 20894472"/>
              <a:gd name="connsiteX9" fmla="*/ 342281 w 4159019"/>
              <a:gd name="connsiteY9" fmla="*/ 20894472 h 20894472"/>
              <a:gd name="connsiteX0" fmla="*/ 3023136 w 4166495"/>
              <a:gd name="connsiteY0" fmla="*/ 14324404 h 20894472"/>
              <a:gd name="connsiteX1" fmla="*/ 3731719 w 4166495"/>
              <a:gd name="connsiteY1" fmla="*/ 15364398 h 20894472"/>
              <a:gd name="connsiteX2" fmla="*/ 4153624 w 4166495"/>
              <a:gd name="connsiteY2" fmla="*/ 11924006 h 20894472"/>
              <a:gd name="connsiteX3" fmla="*/ 4052741 w 4166495"/>
              <a:gd name="connsiteY3" fmla="*/ 2833824 h 20894472"/>
              <a:gd name="connsiteX4" fmla="*/ 3580121 w 4166495"/>
              <a:gd name="connsiteY4" fmla="*/ 100189 h 20894472"/>
              <a:gd name="connsiteX5" fmla="*/ 2813895 w 4166495"/>
              <a:gd name="connsiteY5" fmla="*/ 514698 h 20894472"/>
              <a:gd name="connsiteX6" fmla="*/ 539367 w 4166495"/>
              <a:gd name="connsiteY6" fmla="*/ 7920546 h 20894472"/>
              <a:gd name="connsiteX7" fmla="*/ 936 w 4166495"/>
              <a:gd name="connsiteY7" fmla="*/ 15575099 h 20894472"/>
              <a:gd name="connsiteX8" fmla="*/ 83771 w 4166495"/>
              <a:gd name="connsiteY8" fmla="*/ 19471465 h 20894472"/>
              <a:gd name="connsiteX9" fmla="*/ 349757 w 4166495"/>
              <a:gd name="connsiteY9" fmla="*/ 20894472 h 2089447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539367 w 4166495"/>
              <a:gd name="connsiteY6" fmla="*/ 7933706 h 20907632"/>
              <a:gd name="connsiteX7" fmla="*/ 936 w 4166495"/>
              <a:gd name="connsiteY7" fmla="*/ 15588259 h 20907632"/>
              <a:gd name="connsiteX8" fmla="*/ 83771 w 4166495"/>
              <a:gd name="connsiteY8" fmla="*/ 19484625 h 20907632"/>
              <a:gd name="connsiteX9" fmla="*/ 349757 w 4166495"/>
              <a:gd name="connsiteY9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930315 w 4166495"/>
              <a:gd name="connsiteY6" fmla="*/ 2959625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737032 w 4166495"/>
              <a:gd name="connsiteY6" fmla="*/ 2600389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5522 w 4168881"/>
              <a:gd name="connsiteY0" fmla="*/ 14337564 h 20907632"/>
              <a:gd name="connsiteX1" fmla="*/ 3734105 w 4168881"/>
              <a:gd name="connsiteY1" fmla="*/ 15377558 h 20907632"/>
              <a:gd name="connsiteX2" fmla="*/ 4156010 w 4168881"/>
              <a:gd name="connsiteY2" fmla="*/ 11937166 h 20907632"/>
              <a:gd name="connsiteX3" fmla="*/ 4055127 w 4168881"/>
              <a:gd name="connsiteY3" fmla="*/ 2846984 h 20907632"/>
              <a:gd name="connsiteX4" fmla="*/ 3582507 w 4168881"/>
              <a:gd name="connsiteY4" fmla="*/ 113349 h 20907632"/>
              <a:gd name="connsiteX5" fmla="*/ 2726542 w 4168881"/>
              <a:gd name="connsiteY5" fmla="*/ 444961 h 20907632"/>
              <a:gd name="connsiteX6" fmla="*/ 1739418 w 4168881"/>
              <a:gd name="connsiteY6" fmla="*/ 2600389 h 20907632"/>
              <a:gd name="connsiteX7" fmla="*/ 358825 w 4168881"/>
              <a:gd name="connsiteY7" fmla="*/ 8099508 h 20907632"/>
              <a:gd name="connsiteX8" fmla="*/ 3322 w 4168881"/>
              <a:gd name="connsiteY8" fmla="*/ 15588259 h 20907632"/>
              <a:gd name="connsiteX9" fmla="*/ 86157 w 4168881"/>
              <a:gd name="connsiteY9" fmla="*/ 19484625 h 20907632"/>
              <a:gd name="connsiteX10" fmla="*/ 352143 w 4168881"/>
              <a:gd name="connsiteY10" fmla="*/ 20907632 h 20907632"/>
              <a:gd name="connsiteX0" fmla="*/ 3150154 w 4293513"/>
              <a:gd name="connsiteY0" fmla="*/ 14337564 h 20907632"/>
              <a:gd name="connsiteX1" fmla="*/ 3858737 w 4293513"/>
              <a:gd name="connsiteY1" fmla="*/ 15377558 h 20907632"/>
              <a:gd name="connsiteX2" fmla="*/ 4280642 w 4293513"/>
              <a:gd name="connsiteY2" fmla="*/ 11937166 h 20907632"/>
              <a:gd name="connsiteX3" fmla="*/ 4179759 w 4293513"/>
              <a:gd name="connsiteY3" fmla="*/ 2846984 h 20907632"/>
              <a:gd name="connsiteX4" fmla="*/ 3707139 w 4293513"/>
              <a:gd name="connsiteY4" fmla="*/ 113349 h 20907632"/>
              <a:gd name="connsiteX5" fmla="*/ 2851174 w 4293513"/>
              <a:gd name="connsiteY5" fmla="*/ 444961 h 20907632"/>
              <a:gd name="connsiteX6" fmla="*/ 1864050 w 4293513"/>
              <a:gd name="connsiteY6" fmla="*/ 2600389 h 20907632"/>
              <a:gd name="connsiteX7" fmla="*/ 483457 w 4293513"/>
              <a:gd name="connsiteY7" fmla="*/ 8099508 h 20907632"/>
              <a:gd name="connsiteX8" fmla="*/ 249 w 4293513"/>
              <a:gd name="connsiteY8" fmla="*/ 15781692 h 20907632"/>
              <a:gd name="connsiteX9" fmla="*/ 210789 w 4293513"/>
              <a:gd name="connsiteY9" fmla="*/ 19484625 h 20907632"/>
              <a:gd name="connsiteX10" fmla="*/ 476775 w 4293513"/>
              <a:gd name="connsiteY10" fmla="*/ 20907632 h 20907632"/>
              <a:gd name="connsiteX0" fmla="*/ 3150457 w 4293816"/>
              <a:gd name="connsiteY0" fmla="*/ 14337564 h 20907632"/>
              <a:gd name="connsiteX1" fmla="*/ 3859040 w 4293816"/>
              <a:gd name="connsiteY1" fmla="*/ 15377558 h 20907632"/>
              <a:gd name="connsiteX2" fmla="*/ 4280945 w 4293816"/>
              <a:gd name="connsiteY2" fmla="*/ 11937166 h 20907632"/>
              <a:gd name="connsiteX3" fmla="*/ 4180062 w 4293816"/>
              <a:gd name="connsiteY3" fmla="*/ 2846984 h 20907632"/>
              <a:gd name="connsiteX4" fmla="*/ 3707442 w 4293816"/>
              <a:gd name="connsiteY4" fmla="*/ 113349 h 20907632"/>
              <a:gd name="connsiteX5" fmla="*/ 2851477 w 4293816"/>
              <a:gd name="connsiteY5" fmla="*/ 444961 h 20907632"/>
              <a:gd name="connsiteX6" fmla="*/ 1864353 w 4293816"/>
              <a:gd name="connsiteY6" fmla="*/ 2600389 h 20907632"/>
              <a:gd name="connsiteX7" fmla="*/ 483760 w 4293816"/>
              <a:gd name="connsiteY7" fmla="*/ 8099508 h 20907632"/>
              <a:gd name="connsiteX8" fmla="*/ 552 w 4293816"/>
              <a:gd name="connsiteY8" fmla="*/ 15781692 h 20907632"/>
              <a:gd name="connsiteX9" fmla="*/ 131708 w 4293816"/>
              <a:gd name="connsiteY9" fmla="*/ 19954402 h 20907632"/>
              <a:gd name="connsiteX10" fmla="*/ 477078 w 4293816"/>
              <a:gd name="connsiteY10" fmla="*/ 20907632 h 20907632"/>
              <a:gd name="connsiteX0" fmla="*/ 3150457 w 4293816"/>
              <a:gd name="connsiteY0" fmla="*/ 14337564 h 21073435"/>
              <a:gd name="connsiteX1" fmla="*/ 3859040 w 4293816"/>
              <a:gd name="connsiteY1" fmla="*/ 15377558 h 21073435"/>
              <a:gd name="connsiteX2" fmla="*/ 4280945 w 4293816"/>
              <a:gd name="connsiteY2" fmla="*/ 11937166 h 21073435"/>
              <a:gd name="connsiteX3" fmla="*/ 4180062 w 4293816"/>
              <a:gd name="connsiteY3" fmla="*/ 2846984 h 21073435"/>
              <a:gd name="connsiteX4" fmla="*/ 3707442 w 4293816"/>
              <a:gd name="connsiteY4" fmla="*/ 113349 h 21073435"/>
              <a:gd name="connsiteX5" fmla="*/ 2851477 w 4293816"/>
              <a:gd name="connsiteY5" fmla="*/ 444961 h 21073435"/>
              <a:gd name="connsiteX6" fmla="*/ 1864353 w 4293816"/>
              <a:gd name="connsiteY6" fmla="*/ 2600389 h 21073435"/>
              <a:gd name="connsiteX7" fmla="*/ 483760 w 4293816"/>
              <a:gd name="connsiteY7" fmla="*/ 8099508 h 21073435"/>
              <a:gd name="connsiteX8" fmla="*/ 552 w 4293816"/>
              <a:gd name="connsiteY8" fmla="*/ 15781692 h 21073435"/>
              <a:gd name="connsiteX9" fmla="*/ 131708 w 4293816"/>
              <a:gd name="connsiteY9" fmla="*/ 19954402 h 21073435"/>
              <a:gd name="connsiteX10" fmla="*/ 477078 w 4293816"/>
              <a:gd name="connsiteY10" fmla="*/ 21073435 h 21073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93816" h="21073435">
                <a:moveTo>
                  <a:pt x="3150457" y="14337564"/>
                </a:moveTo>
                <a:cubicBezTo>
                  <a:pt x="3291213" y="14616329"/>
                  <a:pt x="3670625" y="15777624"/>
                  <a:pt x="3859040" y="15377558"/>
                </a:cubicBezTo>
                <a:cubicBezTo>
                  <a:pt x="4047455" y="14977492"/>
                  <a:pt x="4227441" y="14025595"/>
                  <a:pt x="4280945" y="11937166"/>
                </a:cubicBezTo>
                <a:cubicBezTo>
                  <a:pt x="4334449" y="9848737"/>
                  <a:pt x="4205465" y="4462987"/>
                  <a:pt x="4180062" y="2846984"/>
                </a:cubicBezTo>
                <a:cubicBezTo>
                  <a:pt x="4106339" y="1341518"/>
                  <a:pt x="3806308" y="516010"/>
                  <a:pt x="3707442" y="113349"/>
                </a:cubicBezTo>
                <a:cubicBezTo>
                  <a:pt x="3544111" y="-185664"/>
                  <a:pt x="3031492" y="170945"/>
                  <a:pt x="2851477" y="444961"/>
                </a:cubicBezTo>
                <a:cubicBezTo>
                  <a:pt x="2576509" y="919340"/>
                  <a:pt x="2228485" y="1352265"/>
                  <a:pt x="1864353" y="2600389"/>
                </a:cubicBezTo>
                <a:cubicBezTo>
                  <a:pt x="1500222" y="3848513"/>
                  <a:pt x="805323" y="5994736"/>
                  <a:pt x="483760" y="8099508"/>
                </a:cubicBezTo>
                <a:cubicBezTo>
                  <a:pt x="26439" y="10591153"/>
                  <a:pt x="14897" y="14337848"/>
                  <a:pt x="552" y="15781692"/>
                </a:cubicBezTo>
                <a:cubicBezTo>
                  <a:pt x="-6351" y="17817389"/>
                  <a:pt x="52287" y="19072445"/>
                  <a:pt x="131708" y="19954402"/>
                </a:cubicBezTo>
                <a:cubicBezTo>
                  <a:pt x="211129" y="20836359"/>
                  <a:pt x="473590" y="20808633"/>
                  <a:pt x="477078" y="21073435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068271-2561-63C8-807F-C5BB84D2C1B0}"/>
              </a:ext>
            </a:extLst>
          </p:cNvPr>
          <p:cNvSpPr txBox="1"/>
          <p:nvPr/>
        </p:nvSpPr>
        <p:spPr>
          <a:xfrm rot="1301184">
            <a:off x="5019574" y="5776060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/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blipFill>
                <a:blip r:embed="rId28"/>
                <a:stretch>
                  <a:fillRect l="-4386" r="-9649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66">
            <a:extLst>
              <a:ext uri="{FF2B5EF4-FFF2-40B4-BE49-F238E27FC236}">
                <a16:creationId xmlns:a16="http://schemas.microsoft.com/office/drawing/2014/main" id="{D8B8AB34-171F-C72E-29B0-1B47508381C1}"/>
              </a:ext>
            </a:extLst>
          </p:cNvPr>
          <p:cNvSpPr/>
          <p:nvPr/>
        </p:nvSpPr>
        <p:spPr>
          <a:xfrm flipH="1" flipV="1">
            <a:off x="4190184" y="3277869"/>
            <a:ext cx="3897238" cy="309883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01998"/>
              <a:gd name="connsiteY0" fmla="*/ 71669 h 993829"/>
              <a:gd name="connsiteX1" fmla="*/ 154632 w 401998"/>
              <a:gd name="connsiteY1" fmla="*/ 63219 h 993829"/>
              <a:gd name="connsiteX2" fmla="*/ 331328 w 401998"/>
              <a:gd name="connsiteY2" fmla="*/ 398903 h 993829"/>
              <a:gd name="connsiteX3" fmla="*/ 394775 w 401998"/>
              <a:gd name="connsiteY3" fmla="*/ 724581 h 993829"/>
              <a:gd name="connsiteX4" fmla="*/ 401998 w 401998"/>
              <a:gd name="connsiteY4" fmla="*/ 993829 h 993829"/>
              <a:gd name="connsiteX0" fmla="*/ 0 w 401998"/>
              <a:gd name="connsiteY0" fmla="*/ 81672 h 1003832"/>
              <a:gd name="connsiteX1" fmla="*/ 175020 w 401998"/>
              <a:gd name="connsiteY1" fmla="*/ 50664 h 1003832"/>
              <a:gd name="connsiteX2" fmla="*/ 331328 w 401998"/>
              <a:gd name="connsiteY2" fmla="*/ 408906 h 1003832"/>
              <a:gd name="connsiteX3" fmla="*/ 394775 w 401998"/>
              <a:gd name="connsiteY3" fmla="*/ 734584 h 1003832"/>
              <a:gd name="connsiteX4" fmla="*/ 401998 w 401998"/>
              <a:gd name="connsiteY4" fmla="*/ 1003832 h 1003832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4775 w 413582"/>
              <a:gd name="connsiteY3" fmla="*/ 734584 h 1100217"/>
              <a:gd name="connsiteX4" fmla="*/ 413582 w 413582"/>
              <a:gd name="connsiteY4" fmla="*/ 1100217 h 1100217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9872 w 413582"/>
              <a:gd name="connsiteY3" fmla="*/ 734584 h 1100217"/>
              <a:gd name="connsiteX4" fmla="*/ 413582 w 413582"/>
              <a:gd name="connsiteY4" fmla="*/ 1100217 h 1100217"/>
              <a:gd name="connsiteX0" fmla="*/ 0 w 410802"/>
              <a:gd name="connsiteY0" fmla="*/ 81672 h 1186348"/>
              <a:gd name="connsiteX1" fmla="*/ 175020 w 410802"/>
              <a:gd name="connsiteY1" fmla="*/ 50664 h 1186348"/>
              <a:gd name="connsiteX2" fmla="*/ 331328 w 410802"/>
              <a:gd name="connsiteY2" fmla="*/ 408906 h 1186348"/>
              <a:gd name="connsiteX3" fmla="*/ 399872 w 410802"/>
              <a:gd name="connsiteY3" fmla="*/ 734584 h 1186348"/>
              <a:gd name="connsiteX4" fmla="*/ 410802 w 410802"/>
              <a:gd name="connsiteY4" fmla="*/ 1186348 h 1186348"/>
              <a:gd name="connsiteX0" fmla="*/ 0 w 410951"/>
              <a:gd name="connsiteY0" fmla="*/ 81672 h 1186348"/>
              <a:gd name="connsiteX1" fmla="*/ 175020 w 410951"/>
              <a:gd name="connsiteY1" fmla="*/ 50664 h 1186348"/>
              <a:gd name="connsiteX2" fmla="*/ 331328 w 410951"/>
              <a:gd name="connsiteY2" fmla="*/ 408906 h 1186348"/>
              <a:gd name="connsiteX3" fmla="*/ 399872 w 410951"/>
              <a:gd name="connsiteY3" fmla="*/ 734584 h 1186348"/>
              <a:gd name="connsiteX4" fmla="*/ 410802 w 410951"/>
              <a:gd name="connsiteY4" fmla="*/ 1186348 h 1186348"/>
              <a:gd name="connsiteX0" fmla="*/ 0 w 410951"/>
              <a:gd name="connsiteY0" fmla="*/ 55716 h 1160392"/>
              <a:gd name="connsiteX1" fmla="*/ 173630 w 410951"/>
              <a:gd name="connsiteY1" fmla="*/ 96483 h 1160392"/>
              <a:gd name="connsiteX2" fmla="*/ 331328 w 410951"/>
              <a:gd name="connsiteY2" fmla="*/ 382950 h 1160392"/>
              <a:gd name="connsiteX3" fmla="*/ 399872 w 410951"/>
              <a:gd name="connsiteY3" fmla="*/ 708628 h 1160392"/>
              <a:gd name="connsiteX4" fmla="*/ 410802 w 410951"/>
              <a:gd name="connsiteY4" fmla="*/ 1160392 h 1160392"/>
              <a:gd name="connsiteX0" fmla="*/ 0 w 410951"/>
              <a:gd name="connsiteY0" fmla="*/ 56637 h 1161313"/>
              <a:gd name="connsiteX1" fmla="*/ 173630 w 410951"/>
              <a:gd name="connsiteY1" fmla="*/ 97404 h 1161313"/>
              <a:gd name="connsiteX2" fmla="*/ 327621 w 410951"/>
              <a:gd name="connsiteY2" fmla="*/ 408480 h 1161313"/>
              <a:gd name="connsiteX3" fmla="*/ 399872 w 410951"/>
              <a:gd name="connsiteY3" fmla="*/ 709549 h 1161313"/>
              <a:gd name="connsiteX4" fmla="*/ 410802 w 410951"/>
              <a:gd name="connsiteY4" fmla="*/ 1161313 h 1161313"/>
              <a:gd name="connsiteX0" fmla="*/ 0 w 410951"/>
              <a:gd name="connsiteY0" fmla="*/ 62607 h 1167283"/>
              <a:gd name="connsiteX1" fmla="*/ 177800 w 410951"/>
              <a:gd name="connsiteY1" fmla="*/ 82867 h 1167283"/>
              <a:gd name="connsiteX2" fmla="*/ 327621 w 410951"/>
              <a:gd name="connsiteY2" fmla="*/ 414450 h 1167283"/>
              <a:gd name="connsiteX3" fmla="*/ 399872 w 410951"/>
              <a:gd name="connsiteY3" fmla="*/ 715519 h 1167283"/>
              <a:gd name="connsiteX4" fmla="*/ 410802 w 410951"/>
              <a:gd name="connsiteY4" fmla="*/ 1167283 h 1167283"/>
              <a:gd name="connsiteX0" fmla="*/ 0 w 401098"/>
              <a:gd name="connsiteY0" fmla="*/ 62607 h 1187790"/>
              <a:gd name="connsiteX1" fmla="*/ 177800 w 401098"/>
              <a:gd name="connsiteY1" fmla="*/ 82867 h 1187790"/>
              <a:gd name="connsiteX2" fmla="*/ 327621 w 401098"/>
              <a:gd name="connsiteY2" fmla="*/ 414450 h 1187790"/>
              <a:gd name="connsiteX3" fmla="*/ 399872 w 401098"/>
              <a:gd name="connsiteY3" fmla="*/ 715519 h 1187790"/>
              <a:gd name="connsiteX4" fmla="*/ 390877 w 401098"/>
              <a:gd name="connsiteY4" fmla="*/ 1187790 h 1187790"/>
              <a:gd name="connsiteX0" fmla="*/ 0 w 390946"/>
              <a:gd name="connsiteY0" fmla="*/ 62607 h 1187790"/>
              <a:gd name="connsiteX1" fmla="*/ 177800 w 390946"/>
              <a:gd name="connsiteY1" fmla="*/ 82867 h 1187790"/>
              <a:gd name="connsiteX2" fmla="*/ 327621 w 390946"/>
              <a:gd name="connsiteY2" fmla="*/ 414450 h 1187790"/>
              <a:gd name="connsiteX3" fmla="*/ 370680 w 390946"/>
              <a:gd name="connsiteY3" fmla="*/ 766788 h 1187790"/>
              <a:gd name="connsiteX4" fmla="*/ 390877 w 390946"/>
              <a:gd name="connsiteY4" fmla="*/ 1187790 h 1187790"/>
              <a:gd name="connsiteX0" fmla="*/ 0 w 390946"/>
              <a:gd name="connsiteY0" fmla="*/ 64635 h 1189818"/>
              <a:gd name="connsiteX1" fmla="*/ 177800 w 390946"/>
              <a:gd name="connsiteY1" fmla="*/ 84895 h 1189818"/>
              <a:gd name="connsiteX2" fmla="*/ 309086 w 390946"/>
              <a:gd name="connsiteY2" fmla="*/ 461594 h 1189818"/>
              <a:gd name="connsiteX3" fmla="*/ 370680 w 390946"/>
              <a:gd name="connsiteY3" fmla="*/ 768816 h 1189818"/>
              <a:gd name="connsiteX4" fmla="*/ 390877 w 390946"/>
              <a:gd name="connsiteY4" fmla="*/ 1189818 h 1189818"/>
              <a:gd name="connsiteX0" fmla="*/ 0 w 390946"/>
              <a:gd name="connsiteY0" fmla="*/ 41863 h 1167046"/>
              <a:gd name="connsiteX1" fmla="*/ 164362 w 390946"/>
              <a:gd name="connsiteY1" fmla="*/ 162609 h 1167046"/>
              <a:gd name="connsiteX2" fmla="*/ 309086 w 390946"/>
              <a:gd name="connsiteY2" fmla="*/ 438822 h 1167046"/>
              <a:gd name="connsiteX3" fmla="*/ 370680 w 390946"/>
              <a:gd name="connsiteY3" fmla="*/ 746044 h 1167046"/>
              <a:gd name="connsiteX4" fmla="*/ 390877 w 390946"/>
              <a:gd name="connsiteY4" fmla="*/ 1167046 h 1167046"/>
              <a:gd name="connsiteX0" fmla="*/ 0 w 390946"/>
              <a:gd name="connsiteY0" fmla="*/ 43598 h 1168781"/>
              <a:gd name="connsiteX1" fmla="*/ 164362 w 390946"/>
              <a:gd name="connsiteY1" fmla="*/ 164344 h 1168781"/>
              <a:gd name="connsiteX2" fmla="*/ 309086 w 390946"/>
              <a:gd name="connsiteY2" fmla="*/ 440557 h 1168781"/>
              <a:gd name="connsiteX3" fmla="*/ 370680 w 390946"/>
              <a:gd name="connsiteY3" fmla="*/ 747779 h 1168781"/>
              <a:gd name="connsiteX4" fmla="*/ 390877 w 390946"/>
              <a:gd name="connsiteY4" fmla="*/ 1168781 h 1168781"/>
              <a:gd name="connsiteX0" fmla="*/ 0 w 390946"/>
              <a:gd name="connsiteY0" fmla="*/ 0 h 1125183"/>
              <a:gd name="connsiteX1" fmla="*/ 164362 w 390946"/>
              <a:gd name="connsiteY1" fmla="*/ 120746 h 1125183"/>
              <a:gd name="connsiteX2" fmla="*/ 309086 w 390946"/>
              <a:gd name="connsiteY2" fmla="*/ 396959 h 1125183"/>
              <a:gd name="connsiteX3" fmla="*/ 370680 w 390946"/>
              <a:gd name="connsiteY3" fmla="*/ 704181 h 1125183"/>
              <a:gd name="connsiteX4" fmla="*/ 390877 w 390946"/>
              <a:gd name="connsiteY4" fmla="*/ 1125183 h 1125183"/>
              <a:gd name="connsiteX0" fmla="*/ 0 w 398823"/>
              <a:gd name="connsiteY0" fmla="*/ 0 h 1147741"/>
              <a:gd name="connsiteX1" fmla="*/ 172239 w 398823"/>
              <a:gd name="connsiteY1" fmla="*/ 143304 h 1147741"/>
              <a:gd name="connsiteX2" fmla="*/ 316963 w 398823"/>
              <a:gd name="connsiteY2" fmla="*/ 419517 h 1147741"/>
              <a:gd name="connsiteX3" fmla="*/ 378557 w 398823"/>
              <a:gd name="connsiteY3" fmla="*/ 726739 h 1147741"/>
              <a:gd name="connsiteX4" fmla="*/ 398754 w 398823"/>
              <a:gd name="connsiteY4" fmla="*/ 1147741 h 1147741"/>
              <a:gd name="connsiteX0" fmla="*/ 0 w 382142"/>
              <a:gd name="connsiteY0" fmla="*/ 0 h 1096473"/>
              <a:gd name="connsiteX1" fmla="*/ 155558 w 382142"/>
              <a:gd name="connsiteY1" fmla="*/ 92036 h 1096473"/>
              <a:gd name="connsiteX2" fmla="*/ 300282 w 382142"/>
              <a:gd name="connsiteY2" fmla="*/ 368249 h 1096473"/>
              <a:gd name="connsiteX3" fmla="*/ 361876 w 382142"/>
              <a:gd name="connsiteY3" fmla="*/ 675471 h 1096473"/>
              <a:gd name="connsiteX4" fmla="*/ 382073 w 382142"/>
              <a:gd name="connsiteY4" fmla="*/ 1096473 h 1096473"/>
              <a:gd name="connsiteX0" fmla="*/ 0 w 377533"/>
              <a:gd name="connsiteY0" fmla="*/ 0 h 1207213"/>
              <a:gd name="connsiteX1" fmla="*/ 155558 w 377533"/>
              <a:gd name="connsiteY1" fmla="*/ 92036 h 1207213"/>
              <a:gd name="connsiteX2" fmla="*/ 300282 w 377533"/>
              <a:gd name="connsiteY2" fmla="*/ 368249 h 1207213"/>
              <a:gd name="connsiteX3" fmla="*/ 361876 w 377533"/>
              <a:gd name="connsiteY3" fmla="*/ 675471 h 1207213"/>
              <a:gd name="connsiteX4" fmla="*/ 377439 w 377533"/>
              <a:gd name="connsiteY4" fmla="*/ 1207213 h 1207213"/>
              <a:gd name="connsiteX0" fmla="*/ 0 w 377439"/>
              <a:gd name="connsiteY0" fmla="*/ 0 h 1207213"/>
              <a:gd name="connsiteX1" fmla="*/ 155558 w 377439"/>
              <a:gd name="connsiteY1" fmla="*/ 92036 h 1207213"/>
              <a:gd name="connsiteX2" fmla="*/ 300282 w 377439"/>
              <a:gd name="connsiteY2" fmla="*/ 368249 h 1207213"/>
              <a:gd name="connsiteX3" fmla="*/ 361876 w 377439"/>
              <a:gd name="connsiteY3" fmla="*/ 675471 h 1207213"/>
              <a:gd name="connsiteX4" fmla="*/ 374469 w 377439"/>
              <a:gd name="connsiteY4" fmla="*/ 1058057 h 1207213"/>
              <a:gd name="connsiteX5" fmla="*/ 377439 w 377439"/>
              <a:gd name="connsiteY5" fmla="*/ 1207213 h 1207213"/>
              <a:gd name="connsiteX0" fmla="*/ 0 w 374582"/>
              <a:gd name="connsiteY0" fmla="*/ 0 h 1346663"/>
              <a:gd name="connsiteX1" fmla="*/ 155558 w 374582"/>
              <a:gd name="connsiteY1" fmla="*/ 92036 h 1346663"/>
              <a:gd name="connsiteX2" fmla="*/ 300282 w 374582"/>
              <a:gd name="connsiteY2" fmla="*/ 368249 h 1346663"/>
              <a:gd name="connsiteX3" fmla="*/ 361876 w 374582"/>
              <a:gd name="connsiteY3" fmla="*/ 675471 h 1346663"/>
              <a:gd name="connsiteX4" fmla="*/ 374469 w 374582"/>
              <a:gd name="connsiteY4" fmla="*/ 1058057 h 1346663"/>
              <a:gd name="connsiteX5" fmla="*/ 334809 w 374582"/>
              <a:gd name="connsiteY5" fmla="*/ 1346663 h 1346663"/>
              <a:gd name="connsiteX0" fmla="*/ 0 w 377818"/>
              <a:gd name="connsiteY0" fmla="*/ 0 h 1346663"/>
              <a:gd name="connsiteX1" fmla="*/ 155558 w 377818"/>
              <a:gd name="connsiteY1" fmla="*/ 92036 h 1346663"/>
              <a:gd name="connsiteX2" fmla="*/ 300282 w 377818"/>
              <a:gd name="connsiteY2" fmla="*/ 368249 h 1346663"/>
              <a:gd name="connsiteX3" fmla="*/ 361876 w 377818"/>
              <a:gd name="connsiteY3" fmla="*/ 675471 h 1346663"/>
              <a:gd name="connsiteX4" fmla="*/ 377713 w 377818"/>
              <a:gd name="connsiteY4" fmla="*/ 1058057 h 1346663"/>
              <a:gd name="connsiteX5" fmla="*/ 334809 w 377818"/>
              <a:gd name="connsiteY5" fmla="*/ 1346663 h 1346663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8928"/>
              <a:gd name="connsiteY0" fmla="*/ 0 h 1342562"/>
              <a:gd name="connsiteX1" fmla="*/ 155558 w 378928"/>
              <a:gd name="connsiteY1" fmla="*/ 92036 h 1342562"/>
              <a:gd name="connsiteX2" fmla="*/ 300282 w 378928"/>
              <a:gd name="connsiteY2" fmla="*/ 368249 h 1342562"/>
              <a:gd name="connsiteX3" fmla="*/ 361876 w 378928"/>
              <a:gd name="connsiteY3" fmla="*/ 675471 h 1342562"/>
              <a:gd name="connsiteX4" fmla="*/ 377713 w 378928"/>
              <a:gd name="connsiteY4" fmla="*/ 1058057 h 1342562"/>
              <a:gd name="connsiteX5" fmla="*/ 334809 w 378928"/>
              <a:gd name="connsiteY5" fmla="*/ 1342562 h 1342562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9182" h="1334359">
                <a:moveTo>
                  <a:pt x="0" y="0"/>
                </a:moveTo>
                <a:cubicBezTo>
                  <a:pt x="106350" y="5276"/>
                  <a:pt x="105511" y="30661"/>
                  <a:pt x="155558" y="92036"/>
                </a:cubicBezTo>
                <a:cubicBezTo>
                  <a:pt x="205605" y="153411"/>
                  <a:pt x="265896" y="271010"/>
                  <a:pt x="300282" y="368249"/>
                </a:cubicBezTo>
                <a:cubicBezTo>
                  <a:pt x="334668" y="465488"/>
                  <a:pt x="349512" y="560503"/>
                  <a:pt x="361876" y="675471"/>
                </a:cubicBezTo>
                <a:cubicBezTo>
                  <a:pt x="374240" y="790439"/>
                  <a:pt x="382739" y="948242"/>
                  <a:pt x="377713" y="1058057"/>
                </a:cubicBezTo>
                <a:cubicBezTo>
                  <a:pt x="372687" y="1167872"/>
                  <a:pt x="336168" y="1317703"/>
                  <a:pt x="331720" y="13343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/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blipFill>
                <a:blip r:embed="rId29"/>
                <a:stretch>
                  <a:fillRect l="-1948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Freeform 66">
            <a:extLst>
              <a:ext uri="{FF2B5EF4-FFF2-40B4-BE49-F238E27FC236}">
                <a16:creationId xmlns:a16="http://schemas.microsoft.com/office/drawing/2014/main" id="{CD846D68-5D05-B58E-DAC6-2598FEE3AC4C}"/>
              </a:ext>
            </a:extLst>
          </p:cNvPr>
          <p:cNvSpPr/>
          <p:nvPr/>
        </p:nvSpPr>
        <p:spPr>
          <a:xfrm>
            <a:off x="5081975" y="2909137"/>
            <a:ext cx="2624540" cy="1441997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505" h="949159">
                <a:moveTo>
                  <a:pt x="0" y="119282"/>
                </a:moveTo>
                <a:cubicBezTo>
                  <a:pt x="108203" y="-2588"/>
                  <a:pt x="141500" y="-20609"/>
                  <a:pt x="205139" y="18549"/>
                </a:cubicBezTo>
                <a:cubicBezTo>
                  <a:pt x="268778" y="57707"/>
                  <a:pt x="341811" y="244006"/>
                  <a:pt x="381835" y="354233"/>
                </a:cubicBezTo>
                <a:cubicBezTo>
                  <a:pt x="421859" y="464460"/>
                  <a:pt x="432997" y="587662"/>
                  <a:pt x="445282" y="679911"/>
                </a:cubicBezTo>
                <a:cubicBezTo>
                  <a:pt x="450482" y="755053"/>
                  <a:pt x="447742" y="866080"/>
                  <a:pt x="452505" y="9491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76052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8334</TotalTime>
  <Words>885</Words>
  <Application>Microsoft Office PowerPoint</Application>
  <PresentationFormat>Широкоэкранный</PresentationFormat>
  <Paragraphs>584</Paragraphs>
  <Slides>9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112</cp:revision>
  <cp:lastPrinted>2024-06-05T11:48:30Z</cp:lastPrinted>
  <dcterms:created xsi:type="dcterms:W3CDTF">2024-01-08T10:43:46Z</dcterms:created>
  <dcterms:modified xsi:type="dcterms:W3CDTF">2026-06-15T12:52:20Z</dcterms:modified>
</cp:coreProperties>
</file>