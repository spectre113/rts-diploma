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405" r:id="rId2"/>
    <p:sldId id="406" r:id="rId3"/>
    <p:sldId id="407" r:id="rId4"/>
    <p:sldId id="408" r:id="rId5"/>
    <p:sldId id="409" r:id="rId6"/>
    <p:sldId id="412" r:id="rId7"/>
    <p:sldId id="411" r:id="rId8"/>
    <p:sldId id="410" r:id="rId9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300"/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86"/>
    <p:restoredTop sz="96327"/>
  </p:normalViewPr>
  <p:slideViewPr>
    <p:cSldViewPr snapToGrid="0">
      <p:cViewPr varScale="1">
        <p:scale>
          <a:sx n="127" d="100"/>
          <a:sy n="127" d="100"/>
        </p:scale>
        <p:origin x="2429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FD1AF-382F-AC74-EE4D-37341A330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52DEC7-8A9D-02FE-0175-5C7ECA0F55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D89B69-7C1E-FBB9-4444-E954762ED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06/08/2026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0F0EF-FABB-D8DE-766E-ACB63A10C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1CEA9-DF10-416B-5284-AB583BF3B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73445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577DA-774A-6B6C-A4EC-7122595F6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2C356-25C0-A8FD-35CD-F6263631CB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BE595-A1DD-0E0B-14CE-958305FD7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06/08/2026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ADB51-E2B6-7880-0B4D-E0ED3A16F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5E43D-A82F-E385-CE5D-F31241B33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339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184F1-1182-9FDE-62B3-57FCA59ED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918AF-41CF-8FEB-E47B-F3A1F48603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1FEBC-1D97-0A8A-E592-D9F43D097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06/08/2026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E9D39-DE11-CEDC-E77E-A6792986C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1FD316-EDCB-3D7C-C41C-3A40A8DF5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449086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F3CEF-01DF-30E1-A495-C6F464038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E82C9-F222-622A-8251-E555CFF229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7DBE83-C737-4313-1266-0588B2FDE7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D3C180-E08A-6256-6609-D85B65E14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06/08/2026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D63F6F-5A24-34D1-F711-1AD9F7EC3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2FC846-1881-3E73-2ACB-243226015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913875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B97FD-368B-D52F-766D-3FF1DBD08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7D293C-06D8-4D13-C4E1-FAD5FCC0A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8921A3-B70A-7867-83C9-B2273F2539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FB3633-708A-883B-B3ED-039EC65EE8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29CBEE-A2D5-6CFB-41B8-FCF5A8A4AA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B7488B-FCD8-5A1D-398E-BE0A49BA8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06/08/2026</a:t>
            </a:fld>
            <a:endParaRPr lang="en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2A1BBE-85C7-C6E9-FA66-90061D22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93E929-486E-D86C-86A4-A92D9FA78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9251725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2ECF-2F27-98EB-4794-8DEB4CF11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AB0CCE-A89D-149E-7D33-95C575470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06/08/2026</a:t>
            </a:fld>
            <a:endParaRPr lang="en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6B8B85-DB75-E110-FF8A-1599B4ABD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A1789B-3D9F-1715-0BCF-56E2D6AAA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439468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5881C-2817-12D7-5308-87B5302E3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06/08/2026</a:t>
            </a:fld>
            <a:endParaRPr lang="en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8FCF-2869-D134-EADB-382C51D5E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65B8-03B6-8FF8-AFA6-7D07DF0B9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043958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F91F9-80E0-6FDA-7422-56D260A57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2DB80B-D903-ACA6-0B89-570AE0966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505094-3D0D-7686-7B29-FE53C4967C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D092C-DAC4-9FC6-0EC2-B925FE67C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06/08/2026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B4F7CB-D0A8-8F33-7DC9-786A1B00C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2598A6-ADD9-5408-EE3C-D9773E76B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819197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B37AB-50ED-AD46-396D-E16B2B31A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DB402C-607B-3195-0299-FF622CE17F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4E3AB-F390-E976-56D8-A2DDDDBE9F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7E8017-BEE0-D0B5-E522-CD9587DF3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06/08/2026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AC081-ACE3-6B2C-60D5-B6765881C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F04B7C-3DF9-AB71-2314-905ED58F6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77840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38B32-3F82-666C-B8A6-8AC3CBEB3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DCB74B-46D6-49E8-62A2-8DFB9DAA1B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22CF-6611-ABB1-BE0D-1E1CEEF34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06/08/2026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969B5-5357-AA45-F470-4E792CE4C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4C16A6-0682-4C6C-E6D2-56A64D47B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632617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283EC3-180F-5CC6-6C19-622338487A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9DBFD7-B027-CAC2-FD7E-E2DDE8D89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66616-91F8-5D6A-2A11-C120C5D9D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06/08/2026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EB188-64E7-746D-0739-AE8206489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B5825-D5DC-B988-462A-95FEBB71B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32313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601DFC-70E4-9602-9EE4-4FD2BEF6A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A37DDD-DA6B-00EE-A2E5-CCF7A0F9A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859896-723F-B54C-E9DB-28D5A0D888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34F69D-A07D-2540-A0CF-3D9333BA4B17}" type="datetimeFigureOut">
              <a:rPr lang="en-RU" smtClean="0"/>
              <a:t>06/08/2026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7DDF0-C6EB-F279-D0FC-F0A4156C26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67E40-4119-9342-6313-79BA81ABB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94303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18" Type="http://schemas.openxmlformats.org/officeDocument/2006/relationships/image" Target="../media/image17.png"/><Relationship Id="rId26" Type="http://schemas.openxmlformats.org/officeDocument/2006/relationships/image" Target="../media/image11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34" Type="http://schemas.openxmlformats.org/officeDocument/2006/relationships/image" Target="../media/image32.png"/><Relationship Id="rId7" Type="http://schemas.openxmlformats.org/officeDocument/2006/relationships/image" Target="../media/image35.png"/><Relationship Id="rId12" Type="http://schemas.openxmlformats.org/officeDocument/2006/relationships/image" Target="../media/image8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1.png"/><Relationship Id="rId38" Type="http://schemas.openxmlformats.org/officeDocument/2006/relationships/image" Target="../media/image2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7.png"/><Relationship Id="rId24" Type="http://schemas.openxmlformats.org/officeDocument/2006/relationships/image" Target="../media/image23.png"/><Relationship Id="rId32" Type="http://schemas.openxmlformats.org/officeDocument/2006/relationships/image" Target="../media/image30.png"/><Relationship Id="rId37" Type="http://schemas.openxmlformats.org/officeDocument/2006/relationships/image" Target="../media/image12.png"/><Relationship Id="rId5" Type="http://schemas.openxmlformats.org/officeDocument/2006/relationships/image" Target="../media/image13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36" Type="http://schemas.openxmlformats.org/officeDocument/2006/relationships/image" Target="../media/image34.png"/><Relationship Id="rId10" Type="http://schemas.openxmlformats.org/officeDocument/2006/relationships/image" Target="../media/image6.png"/><Relationship Id="rId19" Type="http://schemas.openxmlformats.org/officeDocument/2006/relationships/image" Target="../media/image18.png"/><Relationship Id="rId31" Type="http://schemas.openxmlformats.org/officeDocument/2006/relationships/image" Target="../media/image29.png"/><Relationship Id="rId4" Type="http://schemas.openxmlformats.org/officeDocument/2006/relationships/image" Target="../media/image3.png"/><Relationship Id="rId9" Type="http://schemas.openxmlformats.org/officeDocument/2006/relationships/image" Target="../media/image5.png"/><Relationship Id="rId14" Type="http://schemas.openxmlformats.org/officeDocument/2006/relationships/image" Target="../media/image1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35" Type="http://schemas.openxmlformats.org/officeDocument/2006/relationships/image" Target="../media/image33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7.png"/><Relationship Id="rId18" Type="http://schemas.openxmlformats.org/officeDocument/2006/relationships/image" Target="../media/image52.png"/><Relationship Id="rId26" Type="http://schemas.openxmlformats.org/officeDocument/2006/relationships/image" Target="../media/image60.png"/><Relationship Id="rId39" Type="http://schemas.openxmlformats.org/officeDocument/2006/relationships/image" Target="../media/image73.png"/><Relationship Id="rId3" Type="http://schemas.openxmlformats.org/officeDocument/2006/relationships/image" Target="../media/image37.png"/><Relationship Id="rId21" Type="http://schemas.openxmlformats.org/officeDocument/2006/relationships/image" Target="../media/image55.png"/><Relationship Id="rId34" Type="http://schemas.openxmlformats.org/officeDocument/2006/relationships/image" Target="../media/image68.png"/><Relationship Id="rId42" Type="http://schemas.openxmlformats.org/officeDocument/2006/relationships/image" Target="../media/image76.png"/><Relationship Id="rId47" Type="http://schemas.openxmlformats.org/officeDocument/2006/relationships/image" Target="../media/image81.png"/><Relationship Id="rId50" Type="http://schemas.openxmlformats.org/officeDocument/2006/relationships/image" Target="../media/image84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17" Type="http://schemas.openxmlformats.org/officeDocument/2006/relationships/image" Target="../media/image51.png"/><Relationship Id="rId25" Type="http://schemas.openxmlformats.org/officeDocument/2006/relationships/image" Target="../media/image59.png"/><Relationship Id="rId33" Type="http://schemas.openxmlformats.org/officeDocument/2006/relationships/image" Target="../media/image67.png"/><Relationship Id="rId38" Type="http://schemas.openxmlformats.org/officeDocument/2006/relationships/image" Target="../media/image72.png"/><Relationship Id="rId46" Type="http://schemas.openxmlformats.org/officeDocument/2006/relationships/image" Target="../media/image80.png"/><Relationship Id="rId2" Type="http://schemas.openxmlformats.org/officeDocument/2006/relationships/image" Target="../media/image36.png"/><Relationship Id="rId16" Type="http://schemas.openxmlformats.org/officeDocument/2006/relationships/image" Target="../media/image50.png"/><Relationship Id="rId20" Type="http://schemas.openxmlformats.org/officeDocument/2006/relationships/image" Target="../media/image54.png"/><Relationship Id="rId29" Type="http://schemas.openxmlformats.org/officeDocument/2006/relationships/image" Target="../media/image63.png"/><Relationship Id="rId41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24" Type="http://schemas.openxmlformats.org/officeDocument/2006/relationships/image" Target="../media/image58.png"/><Relationship Id="rId32" Type="http://schemas.openxmlformats.org/officeDocument/2006/relationships/image" Target="../media/image66.png"/><Relationship Id="rId37" Type="http://schemas.openxmlformats.org/officeDocument/2006/relationships/image" Target="../media/image71.png"/><Relationship Id="rId40" Type="http://schemas.openxmlformats.org/officeDocument/2006/relationships/image" Target="../media/image74.png"/><Relationship Id="rId45" Type="http://schemas.openxmlformats.org/officeDocument/2006/relationships/image" Target="../media/image79.png"/><Relationship Id="rId53" Type="http://schemas.openxmlformats.org/officeDocument/2006/relationships/image" Target="../media/image87.png"/><Relationship Id="rId5" Type="http://schemas.openxmlformats.org/officeDocument/2006/relationships/image" Target="../media/image39.png"/><Relationship Id="rId15" Type="http://schemas.openxmlformats.org/officeDocument/2006/relationships/image" Target="../media/image49.png"/><Relationship Id="rId23" Type="http://schemas.openxmlformats.org/officeDocument/2006/relationships/image" Target="../media/image57.png"/><Relationship Id="rId28" Type="http://schemas.openxmlformats.org/officeDocument/2006/relationships/image" Target="../media/image62.png"/><Relationship Id="rId36" Type="http://schemas.openxmlformats.org/officeDocument/2006/relationships/image" Target="../media/image70.png"/><Relationship Id="rId49" Type="http://schemas.openxmlformats.org/officeDocument/2006/relationships/image" Target="../media/image83.png"/><Relationship Id="rId10" Type="http://schemas.openxmlformats.org/officeDocument/2006/relationships/image" Target="../media/image44.png"/><Relationship Id="rId19" Type="http://schemas.openxmlformats.org/officeDocument/2006/relationships/image" Target="../media/image53.png"/><Relationship Id="rId31" Type="http://schemas.openxmlformats.org/officeDocument/2006/relationships/image" Target="../media/image65.png"/><Relationship Id="rId44" Type="http://schemas.openxmlformats.org/officeDocument/2006/relationships/image" Target="../media/image78.png"/><Relationship Id="rId52" Type="http://schemas.openxmlformats.org/officeDocument/2006/relationships/image" Target="../media/image86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Relationship Id="rId22" Type="http://schemas.openxmlformats.org/officeDocument/2006/relationships/image" Target="../media/image56.png"/><Relationship Id="rId27" Type="http://schemas.openxmlformats.org/officeDocument/2006/relationships/image" Target="../media/image61.png"/><Relationship Id="rId30" Type="http://schemas.openxmlformats.org/officeDocument/2006/relationships/image" Target="../media/image64.png"/><Relationship Id="rId35" Type="http://schemas.openxmlformats.org/officeDocument/2006/relationships/image" Target="../media/image69.png"/><Relationship Id="rId43" Type="http://schemas.openxmlformats.org/officeDocument/2006/relationships/image" Target="../media/image77.png"/><Relationship Id="rId48" Type="http://schemas.openxmlformats.org/officeDocument/2006/relationships/image" Target="../media/image82.png"/><Relationship Id="rId8" Type="http://schemas.openxmlformats.org/officeDocument/2006/relationships/image" Target="../media/image42.png"/><Relationship Id="rId51" Type="http://schemas.openxmlformats.org/officeDocument/2006/relationships/image" Target="../media/image8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39" Type="http://schemas.openxmlformats.org/officeDocument/2006/relationships/image" Target="../media/image107.png"/><Relationship Id="rId51" Type="http://schemas.openxmlformats.org/officeDocument/2006/relationships/image" Target="../media/image85.png"/><Relationship Id="rId3" Type="http://schemas.openxmlformats.org/officeDocument/2006/relationships/image" Target="../media/image37.png"/><Relationship Id="rId21" Type="http://schemas.openxmlformats.org/officeDocument/2006/relationships/image" Target="../media/image55.png"/><Relationship Id="rId34" Type="http://schemas.openxmlformats.org/officeDocument/2006/relationships/image" Target="../media/image102.png"/><Relationship Id="rId55" Type="http://schemas.openxmlformats.org/officeDocument/2006/relationships/image" Target="../media/image112.png"/><Relationship Id="rId7" Type="http://schemas.openxmlformats.org/officeDocument/2006/relationships/image" Target="../media/image41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33" Type="http://schemas.openxmlformats.org/officeDocument/2006/relationships/image" Target="../media/image101.png"/><Relationship Id="rId38" Type="http://schemas.openxmlformats.org/officeDocument/2006/relationships/image" Target="../media/image106.png"/><Relationship Id="rId59" Type="http://schemas.openxmlformats.org/officeDocument/2006/relationships/image" Target="../media/image116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29" Type="http://schemas.openxmlformats.org/officeDocument/2006/relationships/image" Target="../media/image63.png"/><Relationship Id="rId54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32" Type="http://schemas.openxmlformats.org/officeDocument/2006/relationships/image" Target="../media/image100.png"/><Relationship Id="rId37" Type="http://schemas.openxmlformats.org/officeDocument/2006/relationships/image" Target="../media/image105.png"/><Relationship Id="rId40" Type="http://schemas.openxmlformats.org/officeDocument/2006/relationships/image" Target="../media/image108.png"/><Relationship Id="rId53" Type="http://schemas.openxmlformats.org/officeDocument/2006/relationships/image" Target="../media/image110.png"/><Relationship Id="rId58" Type="http://schemas.openxmlformats.org/officeDocument/2006/relationships/image" Target="../media/image115.png"/><Relationship Id="rId5" Type="http://schemas.openxmlformats.org/officeDocument/2006/relationships/image" Target="../media/image39.png"/><Relationship Id="rId15" Type="http://schemas.openxmlformats.org/officeDocument/2006/relationships/image" Target="../media/image91.png"/><Relationship Id="rId28" Type="http://schemas.openxmlformats.org/officeDocument/2006/relationships/image" Target="../media/image62.png"/><Relationship Id="rId36" Type="http://schemas.openxmlformats.org/officeDocument/2006/relationships/image" Target="../media/image104.png"/><Relationship Id="rId57" Type="http://schemas.openxmlformats.org/officeDocument/2006/relationships/image" Target="../media/image114.png"/><Relationship Id="rId10" Type="http://schemas.openxmlformats.org/officeDocument/2006/relationships/image" Target="../media/image44.png"/><Relationship Id="rId19" Type="http://schemas.openxmlformats.org/officeDocument/2006/relationships/image" Target="../media/image95.png"/><Relationship Id="rId31" Type="http://schemas.openxmlformats.org/officeDocument/2006/relationships/image" Target="../media/image99.png"/><Relationship Id="rId52" Type="http://schemas.openxmlformats.org/officeDocument/2006/relationships/image" Target="../media/image109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90.png"/><Relationship Id="rId22" Type="http://schemas.openxmlformats.org/officeDocument/2006/relationships/image" Target="../media/image97.png"/><Relationship Id="rId27" Type="http://schemas.openxmlformats.org/officeDocument/2006/relationships/image" Target="../media/image61.png"/><Relationship Id="rId30" Type="http://schemas.openxmlformats.org/officeDocument/2006/relationships/image" Target="../media/image98.png"/><Relationship Id="rId35" Type="http://schemas.openxmlformats.org/officeDocument/2006/relationships/image" Target="../media/image103.png"/><Relationship Id="rId56" Type="http://schemas.openxmlformats.org/officeDocument/2006/relationships/image" Target="../media/image1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28.png"/><Relationship Id="rId18" Type="http://schemas.openxmlformats.org/officeDocument/2006/relationships/image" Target="../media/image133.png"/><Relationship Id="rId26" Type="http://schemas.openxmlformats.org/officeDocument/2006/relationships/image" Target="../media/image141.png"/><Relationship Id="rId39" Type="http://schemas.openxmlformats.org/officeDocument/2006/relationships/image" Target="../media/image154.png"/><Relationship Id="rId3" Type="http://schemas.openxmlformats.org/officeDocument/2006/relationships/image" Target="../media/image118.png"/><Relationship Id="rId21" Type="http://schemas.openxmlformats.org/officeDocument/2006/relationships/image" Target="../media/image136.png"/><Relationship Id="rId34" Type="http://schemas.openxmlformats.org/officeDocument/2006/relationships/image" Target="../media/image149.png"/><Relationship Id="rId42" Type="http://schemas.openxmlformats.org/officeDocument/2006/relationships/image" Target="../media/image157.png"/><Relationship Id="rId7" Type="http://schemas.openxmlformats.org/officeDocument/2006/relationships/image" Target="../media/image122.png"/><Relationship Id="rId12" Type="http://schemas.openxmlformats.org/officeDocument/2006/relationships/image" Target="../media/image127.png"/><Relationship Id="rId17" Type="http://schemas.openxmlformats.org/officeDocument/2006/relationships/image" Target="../media/image132.png"/><Relationship Id="rId25" Type="http://schemas.openxmlformats.org/officeDocument/2006/relationships/image" Target="../media/image140.png"/><Relationship Id="rId33" Type="http://schemas.openxmlformats.org/officeDocument/2006/relationships/image" Target="../media/image148.png"/><Relationship Id="rId38" Type="http://schemas.openxmlformats.org/officeDocument/2006/relationships/image" Target="../media/image153.png"/><Relationship Id="rId2" Type="http://schemas.openxmlformats.org/officeDocument/2006/relationships/image" Target="../media/image117.png"/><Relationship Id="rId16" Type="http://schemas.openxmlformats.org/officeDocument/2006/relationships/image" Target="../media/image131.png"/><Relationship Id="rId20" Type="http://schemas.openxmlformats.org/officeDocument/2006/relationships/image" Target="../media/image135.png"/><Relationship Id="rId29" Type="http://schemas.openxmlformats.org/officeDocument/2006/relationships/image" Target="../media/image144.png"/><Relationship Id="rId41" Type="http://schemas.openxmlformats.org/officeDocument/2006/relationships/image" Target="../media/image1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11" Type="http://schemas.openxmlformats.org/officeDocument/2006/relationships/image" Target="../media/image126.png"/><Relationship Id="rId24" Type="http://schemas.openxmlformats.org/officeDocument/2006/relationships/image" Target="../media/image139.png"/><Relationship Id="rId32" Type="http://schemas.openxmlformats.org/officeDocument/2006/relationships/image" Target="../media/image147.png"/><Relationship Id="rId37" Type="http://schemas.openxmlformats.org/officeDocument/2006/relationships/image" Target="../media/image152.png"/><Relationship Id="rId40" Type="http://schemas.openxmlformats.org/officeDocument/2006/relationships/image" Target="../media/image155.png"/><Relationship Id="rId45" Type="http://schemas.openxmlformats.org/officeDocument/2006/relationships/image" Target="../media/image160.png"/><Relationship Id="rId5" Type="http://schemas.openxmlformats.org/officeDocument/2006/relationships/image" Target="../media/image120.png"/><Relationship Id="rId15" Type="http://schemas.openxmlformats.org/officeDocument/2006/relationships/image" Target="../media/image130.png"/><Relationship Id="rId23" Type="http://schemas.openxmlformats.org/officeDocument/2006/relationships/image" Target="../media/image138.png"/><Relationship Id="rId28" Type="http://schemas.openxmlformats.org/officeDocument/2006/relationships/image" Target="../media/image143.png"/><Relationship Id="rId36" Type="http://schemas.openxmlformats.org/officeDocument/2006/relationships/image" Target="../media/image151.png"/><Relationship Id="rId10" Type="http://schemas.openxmlformats.org/officeDocument/2006/relationships/image" Target="../media/image125.png"/><Relationship Id="rId19" Type="http://schemas.openxmlformats.org/officeDocument/2006/relationships/image" Target="../media/image134.png"/><Relationship Id="rId31" Type="http://schemas.openxmlformats.org/officeDocument/2006/relationships/image" Target="../media/image146.png"/><Relationship Id="rId44" Type="http://schemas.openxmlformats.org/officeDocument/2006/relationships/image" Target="../media/image159.png"/><Relationship Id="rId4" Type="http://schemas.openxmlformats.org/officeDocument/2006/relationships/image" Target="../media/image119.png"/><Relationship Id="rId9" Type="http://schemas.openxmlformats.org/officeDocument/2006/relationships/image" Target="../media/image124.png"/><Relationship Id="rId14" Type="http://schemas.openxmlformats.org/officeDocument/2006/relationships/image" Target="../media/image129.png"/><Relationship Id="rId22" Type="http://schemas.openxmlformats.org/officeDocument/2006/relationships/image" Target="../media/image137.png"/><Relationship Id="rId27" Type="http://schemas.openxmlformats.org/officeDocument/2006/relationships/image" Target="../media/image142.png"/><Relationship Id="rId30" Type="http://schemas.openxmlformats.org/officeDocument/2006/relationships/image" Target="../media/image145.png"/><Relationship Id="rId35" Type="http://schemas.openxmlformats.org/officeDocument/2006/relationships/image" Target="../media/image150.png"/><Relationship Id="rId43" Type="http://schemas.openxmlformats.org/officeDocument/2006/relationships/image" Target="../media/image158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2.png"/><Relationship Id="rId18" Type="http://schemas.openxmlformats.org/officeDocument/2006/relationships/image" Target="../media/image177.png"/><Relationship Id="rId26" Type="http://schemas.openxmlformats.org/officeDocument/2006/relationships/image" Target="../media/image185.png"/><Relationship Id="rId21" Type="http://schemas.openxmlformats.org/officeDocument/2006/relationships/image" Target="../media/image180.png"/><Relationship Id="rId47" Type="http://schemas.openxmlformats.org/officeDocument/2006/relationships/image" Target="../media/image206.png"/><Relationship Id="rId50" Type="http://schemas.openxmlformats.org/officeDocument/2006/relationships/image" Target="../media/image209.png"/><Relationship Id="rId63" Type="http://schemas.openxmlformats.org/officeDocument/2006/relationships/image" Target="../media/image219.png"/><Relationship Id="rId68" Type="http://schemas.openxmlformats.org/officeDocument/2006/relationships/image" Target="../media/image224.png"/><Relationship Id="rId76" Type="http://schemas.openxmlformats.org/officeDocument/2006/relationships/image" Target="../media/image232.png"/><Relationship Id="rId7" Type="http://schemas.openxmlformats.org/officeDocument/2006/relationships/image" Target="../media/image166.png"/><Relationship Id="rId12" Type="http://schemas.openxmlformats.org/officeDocument/2006/relationships/image" Target="../media/image171.png"/><Relationship Id="rId17" Type="http://schemas.openxmlformats.org/officeDocument/2006/relationships/image" Target="../media/image176.png"/><Relationship Id="rId25" Type="http://schemas.openxmlformats.org/officeDocument/2006/relationships/image" Target="../media/image184.png"/><Relationship Id="rId67" Type="http://schemas.openxmlformats.org/officeDocument/2006/relationships/image" Target="../media/image223.png"/><Relationship Id="rId71" Type="http://schemas.openxmlformats.org/officeDocument/2006/relationships/image" Target="../media/image227.png"/><Relationship Id="rId2" Type="http://schemas.openxmlformats.org/officeDocument/2006/relationships/image" Target="../media/image161.png"/><Relationship Id="rId16" Type="http://schemas.openxmlformats.org/officeDocument/2006/relationships/image" Target="../media/image175.png"/><Relationship Id="rId20" Type="http://schemas.openxmlformats.org/officeDocument/2006/relationships/image" Target="../media/image179.png"/><Relationship Id="rId29" Type="http://schemas.openxmlformats.org/officeDocument/2006/relationships/image" Target="../media/image188.png"/><Relationship Id="rId62" Type="http://schemas.openxmlformats.org/officeDocument/2006/relationships/image" Target="../media/image215.png"/><Relationship Id="rId70" Type="http://schemas.openxmlformats.org/officeDocument/2006/relationships/image" Target="../media/image226.png"/><Relationship Id="rId75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5.png"/><Relationship Id="rId11" Type="http://schemas.openxmlformats.org/officeDocument/2006/relationships/image" Target="../media/image170.png"/><Relationship Id="rId24" Type="http://schemas.openxmlformats.org/officeDocument/2006/relationships/image" Target="../media/image183.png"/><Relationship Id="rId53" Type="http://schemas.openxmlformats.org/officeDocument/2006/relationships/image" Target="../media/image212.png"/><Relationship Id="rId66" Type="http://schemas.openxmlformats.org/officeDocument/2006/relationships/image" Target="../media/image222.png"/><Relationship Id="rId74" Type="http://schemas.openxmlformats.org/officeDocument/2006/relationships/image" Target="../media/image230.png"/><Relationship Id="rId79" Type="http://schemas.openxmlformats.org/officeDocument/2006/relationships/image" Target="../media/image235.png"/><Relationship Id="rId5" Type="http://schemas.openxmlformats.org/officeDocument/2006/relationships/image" Target="../media/image164.png"/><Relationship Id="rId15" Type="http://schemas.openxmlformats.org/officeDocument/2006/relationships/image" Target="../media/image174.png"/><Relationship Id="rId23" Type="http://schemas.openxmlformats.org/officeDocument/2006/relationships/image" Target="../media/image182.png"/><Relationship Id="rId28" Type="http://schemas.openxmlformats.org/officeDocument/2006/relationships/image" Target="../media/image187.png"/><Relationship Id="rId49" Type="http://schemas.openxmlformats.org/officeDocument/2006/relationships/image" Target="../media/image208.png"/><Relationship Id="rId61" Type="http://schemas.openxmlformats.org/officeDocument/2006/relationships/image" Target="../media/image214.png"/><Relationship Id="rId10" Type="http://schemas.openxmlformats.org/officeDocument/2006/relationships/image" Target="../media/image169.png"/><Relationship Id="rId19" Type="http://schemas.openxmlformats.org/officeDocument/2006/relationships/image" Target="../media/image178.png"/><Relationship Id="rId31" Type="http://schemas.openxmlformats.org/officeDocument/2006/relationships/image" Target="../media/image190.png"/><Relationship Id="rId52" Type="http://schemas.openxmlformats.org/officeDocument/2006/relationships/image" Target="../media/image211.png"/><Relationship Id="rId60" Type="http://schemas.openxmlformats.org/officeDocument/2006/relationships/image" Target="../media/image213.png"/><Relationship Id="rId65" Type="http://schemas.openxmlformats.org/officeDocument/2006/relationships/image" Target="../media/image221.png"/><Relationship Id="rId73" Type="http://schemas.openxmlformats.org/officeDocument/2006/relationships/image" Target="../media/image229.png"/><Relationship Id="rId78" Type="http://schemas.openxmlformats.org/officeDocument/2006/relationships/image" Target="../media/image234.png"/><Relationship Id="rId81" Type="http://schemas.openxmlformats.org/officeDocument/2006/relationships/image" Target="../media/image237.png"/><Relationship Id="rId4" Type="http://schemas.openxmlformats.org/officeDocument/2006/relationships/image" Target="../media/image163.png"/><Relationship Id="rId9" Type="http://schemas.openxmlformats.org/officeDocument/2006/relationships/image" Target="../media/image168.png"/><Relationship Id="rId14" Type="http://schemas.openxmlformats.org/officeDocument/2006/relationships/image" Target="../media/image173.png"/><Relationship Id="rId22" Type="http://schemas.openxmlformats.org/officeDocument/2006/relationships/image" Target="../media/image181.png"/><Relationship Id="rId27" Type="http://schemas.openxmlformats.org/officeDocument/2006/relationships/image" Target="../media/image186.png"/><Relationship Id="rId30" Type="http://schemas.openxmlformats.org/officeDocument/2006/relationships/image" Target="../media/image189.png"/><Relationship Id="rId48" Type="http://schemas.openxmlformats.org/officeDocument/2006/relationships/image" Target="../media/image207.png"/><Relationship Id="rId64" Type="http://schemas.openxmlformats.org/officeDocument/2006/relationships/image" Target="../media/image220.png"/><Relationship Id="rId69" Type="http://schemas.openxmlformats.org/officeDocument/2006/relationships/image" Target="../media/image225.png"/><Relationship Id="rId77" Type="http://schemas.openxmlformats.org/officeDocument/2006/relationships/image" Target="../media/image233.png"/><Relationship Id="rId8" Type="http://schemas.openxmlformats.org/officeDocument/2006/relationships/image" Target="../media/image167.png"/><Relationship Id="rId51" Type="http://schemas.openxmlformats.org/officeDocument/2006/relationships/image" Target="../media/image210.png"/><Relationship Id="rId72" Type="http://schemas.openxmlformats.org/officeDocument/2006/relationships/image" Target="../media/image228.png"/><Relationship Id="rId80" Type="http://schemas.openxmlformats.org/officeDocument/2006/relationships/image" Target="../media/image236.png"/><Relationship Id="rId3" Type="http://schemas.openxmlformats.org/officeDocument/2006/relationships/image" Target="../media/image162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20.png"/><Relationship Id="rId18" Type="http://schemas.openxmlformats.org/officeDocument/2006/relationships/image" Target="../media/image192.png"/><Relationship Id="rId26" Type="http://schemas.openxmlformats.org/officeDocument/2006/relationships/image" Target="../media/image1850.png"/><Relationship Id="rId21" Type="http://schemas.openxmlformats.org/officeDocument/2006/relationships/image" Target="../media/image1800.png"/><Relationship Id="rId47" Type="http://schemas.openxmlformats.org/officeDocument/2006/relationships/image" Target="../media/image2060.png"/><Relationship Id="rId50" Type="http://schemas.openxmlformats.org/officeDocument/2006/relationships/image" Target="../media/image2090.png"/><Relationship Id="rId55" Type="http://schemas.openxmlformats.org/officeDocument/2006/relationships/image" Target="../media/image194.png"/><Relationship Id="rId63" Type="http://schemas.openxmlformats.org/officeDocument/2006/relationships/image" Target="../media/image2190.png"/><Relationship Id="rId68" Type="http://schemas.openxmlformats.org/officeDocument/2006/relationships/image" Target="../media/image2240.png"/><Relationship Id="rId76" Type="http://schemas.openxmlformats.org/officeDocument/2006/relationships/image" Target="../media/image2321.png"/><Relationship Id="rId84" Type="http://schemas.openxmlformats.org/officeDocument/2006/relationships/image" Target="../media/image240.png"/><Relationship Id="rId89" Type="http://schemas.openxmlformats.org/officeDocument/2006/relationships/image" Target="../media/image197.png"/><Relationship Id="rId7" Type="http://schemas.openxmlformats.org/officeDocument/2006/relationships/image" Target="../media/image1660.png"/><Relationship Id="rId71" Type="http://schemas.openxmlformats.org/officeDocument/2006/relationships/image" Target="../media/image2270.png"/><Relationship Id="rId92" Type="http://schemas.openxmlformats.org/officeDocument/2006/relationships/image" Target="../media/image198.png"/><Relationship Id="rId2" Type="http://schemas.openxmlformats.org/officeDocument/2006/relationships/image" Target="../media/image1611.png"/><Relationship Id="rId16" Type="http://schemas.openxmlformats.org/officeDocument/2006/relationships/image" Target="../media/image1750.png"/><Relationship Id="rId29" Type="http://schemas.openxmlformats.org/officeDocument/2006/relationships/image" Target="../media/image1880.png"/><Relationship Id="rId11" Type="http://schemas.openxmlformats.org/officeDocument/2006/relationships/image" Target="../media/image1700.png"/><Relationship Id="rId24" Type="http://schemas.openxmlformats.org/officeDocument/2006/relationships/image" Target="../media/image1830.png"/><Relationship Id="rId53" Type="http://schemas.openxmlformats.org/officeDocument/2006/relationships/image" Target="../media/image2120.png"/><Relationship Id="rId66" Type="http://schemas.openxmlformats.org/officeDocument/2006/relationships/image" Target="../media/image2220.png"/><Relationship Id="rId74" Type="http://schemas.openxmlformats.org/officeDocument/2006/relationships/image" Target="../media/image2301.png"/><Relationship Id="rId79" Type="http://schemas.openxmlformats.org/officeDocument/2006/relationships/image" Target="../media/image2351.png"/><Relationship Id="rId87" Type="http://schemas.openxmlformats.org/officeDocument/2006/relationships/image" Target="../media/image243.png"/><Relationship Id="rId5" Type="http://schemas.openxmlformats.org/officeDocument/2006/relationships/image" Target="../media/image1640.png"/><Relationship Id="rId15" Type="http://schemas.openxmlformats.org/officeDocument/2006/relationships/image" Target="../media/image1740.png"/><Relationship Id="rId23" Type="http://schemas.openxmlformats.org/officeDocument/2006/relationships/image" Target="../media/image1820.png"/><Relationship Id="rId28" Type="http://schemas.openxmlformats.org/officeDocument/2006/relationships/image" Target="../media/image1870.png"/><Relationship Id="rId49" Type="http://schemas.openxmlformats.org/officeDocument/2006/relationships/image" Target="../media/image2080.png"/><Relationship Id="rId61" Type="http://schemas.openxmlformats.org/officeDocument/2006/relationships/image" Target="../media/image2140.png"/><Relationship Id="rId82" Type="http://schemas.openxmlformats.org/officeDocument/2006/relationships/image" Target="../media/image195.png"/><Relationship Id="rId90" Type="http://schemas.openxmlformats.org/officeDocument/2006/relationships/image" Target="../media/image246.png"/><Relationship Id="rId95" Type="http://schemas.openxmlformats.org/officeDocument/2006/relationships/image" Target="../media/image201.png"/><Relationship Id="rId10" Type="http://schemas.openxmlformats.org/officeDocument/2006/relationships/image" Target="../media/image1690.png"/><Relationship Id="rId19" Type="http://schemas.openxmlformats.org/officeDocument/2006/relationships/image" Target="../media/image1780.png"/><Relationship Id="rId31" Type="http://schemas.openxmlformats.org/officeDocument/2006/relationships/image" Target="../media/image1900.png"/><Relationship Id="rId52" Type="http://schemas.openxmlformats.org/officeDocument/2006/relationships/image" Target="../media/image2110.png"/><Relationship Id="rId60" Type="http://schemas.openxmlformats.org/officeDocument/2006/relationships/image" Target="../media/image2130.png"/><Relationship Id="rId65" Type="http://schemas.openxmlformats.org/officeDocument/2006/relationships/image" Target="../media/image2210.png"/><Relationship Id="rId73" Type="http://schemas.openxmlformats.org/officeDocument/2006/relationships/image" Target="../media/image2290.png"/><Relationship Id="rId78" Type="http://schemas.openxmlformats.org/officeDocument/2006/relationships/image" Target="../media/image2341.png"/><Relationship Id="rId81" Type="http://schemas.openxmlformats.org/officeDocument/2006/relationships/image" Target="../media/image2371.png"/><Relationship Id="rId86" Type="http://schemas.openxmlformats.org/officeDocument/2006/relationships/image" Target="../media/image242.png"/><Relationship Id="rId94" Type="http://schemas.openxmlformats.org/officeDocument/2006/relationships/image" Target="../media/image200.png"/><Relationship Id="rId4" Type="http://schemas.openxmlformats.org/officeDocument/2006/relationships/image" Target="../media/image1630.png"/><Relationship Id="rId9" Type="http://schemas.openxmlformats.org/officeDocument/2006/relationships/image" Target="../media/image1680.png"/><Relationship Id="rId14" Type="http://schemas.openxmlformats.org/officeDocument/2006/relationships/image" Target="../media/image1730.png"/><Relationship Id="rId22" Type="http://schemas.openxmlformats.org/officeDocument/2006/relationships/image" Target="../media/image1810.png"/><Relationship Id="rId27" Type="http://schemas.openxmlformats.org/officeDocument/2006/relationships/image" Target="../media/image1860.png"/><Relationship Id="rId30" Type="http://schemas.openxmlformats.org/officeDocument/2006/relationships/image" Target="../media/image1890.png"/><Relationship Id="rId48" Type="http://schemas.openxmlformats.org/officeDocument/2006/relationships/image" Target="../media/image2070.png"/><Relationship Id="rId64" Type="http://schemas.openxmlformats.org/officeDocument/2006/relationships/image" Target="../media/image2200.png"/><Relationship Id="rId69" Type="http://schemas.openxmlformats.org/officeDocument/2006/relationships/image" Target="../media/image2250.png"/><Relationship Id="rId77" Type="http://schemas.openxmlformats.org/officeDocument/2006/relationships/image" Target="../media/image2331.png"/><Relationship Id="rId8" Type="http://schemas.openxmlformats.org/officeDocument/2006/relationships/image" Target="../media/image1670.png"/><Relationship Id="rId51" Type="http://schemas.openxmlformats.org/officeDocument/2006/relationships/image" Target="../media/image2100.png"/><Relationship Id="rId72" Type="http://schemas.openxmlformats.org/officeDocument/2006/relationships/image" Target="../media/image2280.png"/><Relationship Id="rId80" Type="http://schemas.openxmlformats.org/officeDocument/2006/relationships/image" Target="../media/image2361.png"/><Relationship Id="rId85" Type="http://schemas.openxmlformats.org/officeDocument/2006/relationships/image" Target="../media/image196.png"/><Relationship Id="rId93" Type="http://schemas.openxmlformats.org/officeDocument/2006/relationships/image" Target="../media/image199.png"/><Relationship Id="rId3" Type="http://schemas.openxmlformats.org/officeDocument/2006/relationships/image" Target="../media/image191.png"/><Relationship Id="rId12" Type="http://schemas.openxmlformats.org/officeDocument/2006/relationships/image" Target="../media/image1710.png"/><Relationship Id="rId17" Type="http://schemas.openxmlformats.org/officeDocument/2006/relationships/image" Target="../media/image1760.png"/><Relationship Id="rId25" Type="http://schemas.openxmlformats.org/officeDocument/2006/relationships/image" Target="../media/image1840.png"/><Relationship Id="rId67" Type="http://schemas.openxmlformats.org/officeDocument/2006/relationships/image" Target="../media/image2230.png"/><Relationship Id="rId20" Type="http://schemas.openxmlformats.org/officeDocument/2006/relationships/image" Target="../media/image1790.png"/><Relationship Id="rId54" Type="http://schemas.openxmlformats.org/officeDocument/2006/relationships/image" Target="../media/image193.png"/><Relationship Id="rId62" Type="http://schemas.openxmlformats.org/officeDocument/2006/relationships/image" Target="../media/image2150.png"/><Relationship Id="rId70" Type="http://schemas.openxmlformats.org/officeDocument/2006/relationships/image" Target="../media/image2260.png"/><Relationship Id="rId75" Type="http://schemas.openxmlformats.org/officeDocument/2006/relationships/image" Target="../media/image2311.png"/><Relationship Id="rId83" Type="http://schemas.openxmlformats.org/officeDocument/2006/relationships/image" Target="../media/image239.png"/><Relationship Id="rId88" Type="http://schemas.openxmlformats.org/officeDocument/2006/relationships/image" Target="../media/image244.png"/><Relationship Id="rId91" Type="http://schemas.openxmlformats.org/officeDocument/2006/relationships/image" Target="../media/image247.png"/><Relationship Id="rId96" Type="http://schemas.openxmlformats.org/officeDocument/2006/relationships/image" Target="../media/image20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50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2.png"/><Relationship Id="rId18" Type="http://schemas.openxmlformats.org/officeDocument/2006/relationships/image" Target="../media/image177.png"/><Relationship Id="rId26" Type="http://schemas.openxmlformats.org/officeDocument/2006/relationships/image" Target="../media/image185.png"/><Relationship Id="rId39" Type="http://schemas.openxmlformats.org/officeDocument/2006/relationships/image" Target="../media/image1980.png"/><Relationship Id="rId21" Type="http://schemas.openxmlformats.org/officeDocument/2006/relationships/image" Target="../media/image180.png"/><Relationship Id="rId34" Type="http://schemas.openxmlformats.org/officeDocument/2006/relationships/image" Target="../media/image1930.png"/><Relationship Id="rId42" Type="http://schemas.openxmlformats.org/officeDocument/2006/relationships/image" Target="../media/image2010.png"/><Relationship Id="rId47" Type="http://schemas.openxmlformats.org/officeDocument/2006/relationships/image" Target="../media/image206.png"/><Relationship Id="rId50" Type="http://schemas.openxmlformats.org/officeDocument/2006/relationships/image" Target="../media/image209.png"/><Relationship Id="rId63" Type="http://schemas.openxmlformats.org/officeDocument/2006/relationships/image" Target="../media/image219.png"/><Relationship Id="rId68" Type="http://schemas.openxmlformats.org/officeDocument/2006/relationships/image" Target="../media/image224.png"/><Relationship Id="rId76" Type="http://schemas.openxmlformats.org/officeDocument/2006/relationships/image" Target="../media/image232.png"/><Relationship Id="rId7" Type="http://schemas.openxmlformats.org/officeDocument/2006/relationships/image" Target="../media/image166.png"/><Relationship Id="rId71" Type="http://schemas.openxmlformats.org/officeDocument/2006/relationships/image" Target="../media/image227.png"/><Relationship Id="rId2" Type="http://schemas.openxmlformats.org/officeDocument/2006/relationships/image" Target="../media/image1610.png"/><Relationship Id="rId16" Type="http://schemas.openxmlformats.org/officeDocument/2006/relationships/image" Target="../media/image175.png"/><Relationship Id="rId29" Type="http://schemas.openxmlformats.org/officeDocument/2006/relationships/image" Target="../media/image188.png"/><Relationship Id="rId11" Type="http://schemas.openxmlformats.org/officeDocument/2006/relationships/image" Target="../media/image170.png"/><Relationship Id="rId24" Type="http://schemas.openxmlformats.org/officeDocument/2006/relationships/image" Target="../media/image183.png"/><Relationship Id="rId32" Type="http://schemas.openxmlformats.org/officeDocument/2006/relationships/image" Target="../media/image1910.png"/><Relationship Id="rId37" Type="http://schemas.openxmlformats.org/officeDocument/2006/relationships/image" Target="../media/image1960.png"/><Relationship Id="rId40" Type="http://schemas.openxmlformats.org/officeDocument/2006/relationships/image" Target="../media/image1990.png"/><Relationship Id="rId45" Type="http://schemas.openxmlformats.org/officeDocument/2006/relationships/image" Target="../media/image204.png"/><Relationship Id="rId53" Type="http://schemas.openxmlformats.org/officeDocument/2006/relationships/image" Target="../media/image212.png"/><Relationship Id="rId66" Type="http://schemas.openxmlformats.org/officeDocument/2006/relationships/image" Target="../media/image222.png"/><Relationship Id="rId74" Type="http://schemas.openxmlformats.org/officeDocument/2006/relationships/image" Target="../media/image230.png"/><Relationship Id="rId79" Type="http://schemas.openxmlformats.org/officeDocument/2006/relationships/image" Target="../media/image235.png"/><Relationship Id="rId5" Type="http://schemas.openxmlformats.org/officeDocument/2006/relationships/image" Target="../media/image164.png"/><Relationship Id="rId15" Type="http://schemas.openxmlformats.org/officeDocument/2006/relationships/image" Target="../media/image174.png"/><Relationship Id="rId23" Type="http://schemas.openxmlformats.org/officeDocument/2006/relationships/image" Target="../media/image182.png"/><Relationship Id="rId28" Type="http://schemas.openxmlformats.org/officeDocument/2006/relationships/image" Target="../media/image187.png"/><Relationship Id="rId36" Type="http://schemas.openxmlformats.org/officeDocument/2006/relationships/image" Target="../media/image1950.png"/><Relationship Id="rId49" Type="http://schemas.openxmlformats.org/officeDocument/2006/relationships/image" Target="../media/image208.png"/><Relationship Id="rId61" Type="http://schemas.openxmlformats.org/officeDocument/2006/relationships/image" Target="../media/image214.png"/><Relationship Id="rId10" Type="http://schemas.openxmlformats.org/officeDocument/2006/relationships/image" Target="../media/image169.png"/><Relationship Id="rId19" Type="http://schemas.openxmlformats.org/officeDocument/2006/relationships/image" Target="../media/image178.png"/><Relationship Id="rId31" Type="http://schemas.openxmlformats.org/officeDocument/2006/relationships/image" Target="../media/image190.png"/><Relationship Id="rId44" Type="http://schemas.openxmlformats.org/officeDocument/2006/relationships/image" Target="../media/image203.png"/><Relationship Id="rId52" Type="http://schemas.openxmlformats.org/officeDocument/2006/relationships/image" Target="../media/image211.png"/><Relationship Id="rId60" Type="http://schemas.openxmlformats.org/officeDocument/2006/relationships/image" Target="../media/image213.png"/><Relationship Id="rId65" Type="http://schemas.openxmlformats.org/officeDocument/2006/relationships/image" Target="../media/image221.png"/><Relationship Id="rId73" Type="http://schemas.openxmlformats.org/officeDocument/2006/relationships/image" Target="../media/image229.png"/><Relationship Id="rId78" Type="http://schemas.openxmlformats.org/officeDocument/2006/relationships/image" Target="../media/image234.png"/><Relationship Id="rId81" Type="http://schemas.openxmlformats.org/officeDocument/2006/relationships/image" Target="../media/image237.png"/><Relationship Id="rId4" Type="http://schemas.openxmlformats.org/officeDocument/2006/relationships/image" Target="../media/image163.png"/><Relationship Id="rId9" Type="http://schemas.openxmlformats.org/officeDocument/2006/relationships/image" Target="../media/image168.png"/><Relationship Id="rId14" Type="http://schemas.openxmlformats.org/officeDocument/2006/relationships/image" Target="../media/image173.png"/><Relationship Id="rId22" Type="http://schemas.openxmlformats.org/officeDocument/2006/relationships/image" Target="../media/image181.png"/><Relationship Id="rId27" Type="http://schemas.openxmlformats.org/officeDocument/2006/relationships/image" Target="../media/image186.png"/><Relationship Id="rId30" Type="http://schemas.openxmlformats.org/officeDocument/2006/relationships/image" Target="../media/image189.png"/><Relationship Id="rId35" Type="http://schemas.openxmlformats.org/officeDocument/2006/relationships/image" Target="../media/image1940.png"/><Relationship Id="rId43" Type="http://schemas.openxmlformats.org/officeDocument/2006/relationships/image" Target="../media/image2020.png"/><Relationship Id="rId48" Type="http://schemas.openxmlformats.org/officeDocument/2006/relationships/image" Target="../media/image207.png"/><Relationship Id="rId64" Type="http://schemas.openxmlformats.org/officeDocument/2006/relationships/image" Target="../media/image220.png"/><Relationship Id="rId69" Type="http://schemas.openxmlformats.org/officeDocument/2006/relationships/image" Target="../media/image225.png"/><Relationship Id="rId77" Type="http://schemas.openxmlformats.org/officeDocument/2006/relationships/image" Target="../media/image233.png"/><Relationship Id="rId8" Type="http://schemas.openxmlformats.org/officeDocument/2006/relationships/image" Target="../media/image167.png"/><Relationship Id="rId51" Type="http://schemas.openxmlformats.org/officeDocument/2006/relationships/image" Target="../media/image210.png"/><Relationship Id="rId72" Type="http://schemas.openxmlformats.org/officeDocument/2006/relationships/image" Target="../media/image228.png"/><Relationship Id="rId80" Type="http://schemas.openxmlformats.org/officeDocument/2006/relationships/image" Target="../media/image236.png"/><Relationship Id="rId3" Type="http://schemas.openxmlformats.org/officeDocument/2006/relationships/image" Target="../media/image1620.png"/><Relationship Id="rId12" Type="http://schemas.openxmlformats.org/officeDocument/2006/relationships/image" Target="../media/image171.png"/><Relationship Id="rId17" Type="http://schemas.openxmlformats.org/officeDocument/2006/relationships/image" Target="../media/image176.png"/><Relationship Id="rId25" Type="http://schemas.openxmlformats.org/officeDocument/2006/relationships/image" Target="../media/image184.png"/><Relationship Id="rId33" Type="http://schemas.openxmlformats.org/officeDocument/2006/relationships/image" Target="../media/image1920.png"/><Relationship Id="rId38" Type="http://schemas.openxmlformats.org/officeDocument/2006/relationships/image" Target="../media/image1970.png"/><Relationship Id="rId46" Type="http://schemas.openxmlformats.org/officeDocument/2006/relationships/image" Target="../media/image205.png"/><Relationship Id="rId67" Type="http://schemas.openxmlformats.org/officeDocument/2006/relationships/image" Target="../media/image223.png"/><Relationship Id="rId20" Type="http://schemas.openxmlformats.org/officeDocument/2006/relationships/image" Target="../media/image179.png"/><Relationship Id="rId41" Type="http://schemas.openxmlformats.org/officeDocument/2006/relationships/image" Target="../media/image2000.png"/><Relationship Id="rId62" Type="http://schemas.openxmlformats.org/officeDocument/2006/relationships/image" Target="../media/image215.png"/><Relationship Id="rId70" Type="http://schemas.openxmlformats.org/officeDocument/2006/relationships/image" Target="../media/image226.png"/><Relationship Id="rId75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60.png"/><Relationship Id="rId13" Type="http://schemas.openxmlformats.org/officeDocument/2006/relationships/image" Target="../media/image2410.png"/><Relationship Id="rId18" Type="http://schemas.openxmlformats.org/officeDocument/2006/relationships/image" Target="../media/image2460.png"/><Relationship Id="rId26" Type="http://schemas.openxmlformats.org/officeDocument/2006/relationships/image" Target="../media/image254.png"/><Relationship Id="rId3" Type="http://schemas.openxmlformats.org/officeDocument/2006/relationships/image" Target="../media/image2310.png"/><Relationship Id="rId21" Type="http://schemas.openxmlformats.org/officeDocument/2006/relationships/image" Target="../media/image2490.png"/><Relationship Id="rId7" Type="http://schemas.openxmlformats.org/officeDocument/2006/relationships/image" Target="../media/image2350.png"/><Relationship Id="rId12" Type="http://schemas.openxmlformats.org/officeDocument/2006/relationships/image" Target="../media/image2400.png"/><Relationship Id="rId17" Type="http://schemas.openxmlformats.org/officeDocument/2006/relationships/image" Target="../media/image2450.png"/><Relationship Id="rId25" Type="http://schemas.openxmlformats.org/officeDocument/2006/relationships/image" Target="../media/image253.png"/><Relationship Id="rId2" Type="http://schemas.openxmlformats.org/officeDocument/2006/relationships/image" Target="../media/image2300.png"/><Relationship Id="rId16" Type="http://schemas.openxmlformats.org/officeDocument/2006/relationships/image" Target="../media/image2440.png"/><Relationship Id="rId20" Type="http://schemas.openxmlformats.org/officeDocument/2006/relationships/image" Target="../media/image2480.png"/><Relationship Id="rId29" Type="http://schemas.openxmlformats.org/officeDocument/2006/relationships/image" Target="../media/image2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40.png"/><Relationship Id="rId11" Type="http://schemas.openxmlformats.org/officeDocument/2006/relationships/image" Target="../media/image2390.png"/><Relationship Id="rId24" Type="http://schemas.openxmlformats.org/officeDocument/2006/relationships/image" Target="../media/image252.png"/><Relationship Id="rId32" Type="http://schemas.openxmlformats.org/officeDocument/2006/relationships/image" Target="../media/image260.png"/><Relationship Id="rId5" Type="http://schemas.openxmlformats.org/officeDocument/2006/relationships/image" Target="../media/image2330.png"/><Relationship Id="rId15" Type="http://schemas.openxmlformats.org/officeDocument/2006/relationships/image" Target="../media/image2430.png"/><Relationship Id="rId23" Type="http://schemas.openxmlformats.org/officeDocument/2006/relationships/image" Target="../media/image2510.png"/><Relationship Id="rId28" Type="http://schemas.openxmlformats.org/officeDocument/2006/relationships/image" Target="../media/image256.png"/><Relationship Id="rId10" Type="http://schemas.openxmlformats.org/officeDocument/2006/relationships/image" Target="../media/image2380.png"/><Relationship Id="rId19" Type="http://schemas.openxmlformats.org/officeDocument/2006/relationships/image" Target="../media/image2470.png"/><Relationship Id="rId31" Type="http://schemas.openxmlformats.org/officeDocument/2006/relationships/image" Target="../media/image259.png"/><Relationship Id="rId4" Type="http://schemas.openxmlformats.org/officeDocument/2006/relationships/image" Target="../media/image2320.png"/><Relationship Id="rId9" Type="http://schemas.openxmlformats.org/officeDocument/2006/relationships/image" Target="../media/image2370.png"/><Relationship Id="rId14" Type="http://schemas.openxmlformats.org/officeDocument/2006/relationships/image" Target="../media/image2420.png"/><Relationship Id="rId22" Type="http://schemas.openxmlformats.org/officeDocument/2006/relationships/image" Target="../media/image2500.png"/><Relationship Id="rId27" Type="http://schemas.openxmlformats.org/officeDocument/2006/relationships/image" Target="../media/image255.png"/><Relationship Id="rId30" Type="http://schemas.openxmlformats.org/officeDocument/2006/relationships/image" Target="../media/image2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3" name="Straight Connector 142"/>
          <p:cNvCxnSpPr>
            <a:cxnSpLocks/>
          </p:cNvCxnSpPr>
          <p:nvPr/>
        </p:nvCxnSpPr>
        <p:spPr>
          <a:xfrm flipV="1">
            <a:off x="717460" y="55309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/>
              <p:nvPr/>
            </p:nvSpPr>
            <p:spPr>
              <a:xfrm>
                <a:off x="729547" y="5202423"/>
                <a:ext cx="891591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47" y="5202423"/>
                <a:ext cx="891591" cy="385234"/>
              </a:xfrm>
              <a:prstGeom prst="rect">
                <a:avLst/>
              </a:prstGeom>
              <a:blipFill>
                <a:blip r:embed="rId2"/>
                <a:stretch>
                  <a:fillRect l="-4225" b="-625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Straight Connector 141"/>
          <p:cNvCxnSpPr>
            <a:cxnSpLocks/>
          </p:cNvCxnSpPr>
          <p:nvPr/>
        </p:nvCxnSpPr>
        <p:spPr>
          <a:xfrm>
            <a:off x="717460" y="52272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/>
          <p:cNvCxnSpPr>
            <a:cxnSpLocks/>
          </p:cNvCxnSpPr>
          <p:nvPr/>
        </p:nvCxnSpPr>
        <p:spPr>
          <a:xfrm>
            <a:off x="717460" y="4951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/>
              <p:nvPr/>
            </p:nvSpPr>
            <p:spPr>
              <a:xfrm>
                <a:off x="733508" y="4641867"/>
                <a:ext cx="912173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508" y="4641867"/>
                <a:ext cx="912173" cy="385234"/>
              </a:xfrm>
              <a:prstGeom prst="rect">
                <a:avLst/>
              </a:prstGeom>
              <a:blipFill>
                <a:blip r:embed="rId3"/>
                <a:stretch>
                  <a:fillRect l="-5479" b="-1290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Straight Connector 139"/>
          <p:cNvCxnSpPr>
            <a:cxnSpLocks/>
          </p:cNvCxnSpPr>
          <p:nvPr/>
        </p:nvCxnSpPr>
        <p:spPr>
          <a:xfrm flipV="1">
            <a:off x="717460" y="466798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/>
          <p:cNvCxnSpPr>
            <a:cxnSpLocks/>
          </p:cNvCxnSpPr>
          <p:nvPr/>
        </p:nvCxnSpPr>
        <p:spPr>
          <a:xfrm flipV="1">
            <a:off x="717460" y="438185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/>
              <p:nvPr/>
            </p:nvSpPr>
            <p:spPr>
              <a:xfrm>
                <a:off x="732279" y="4067700"/>
                <a:ext cx="871842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79" y="4067700"/>
                <a:ext cx="871842" cy="385234"/>
              </a:xfrm>
              <a:prstGeom prst="rect">
                <a:avLst/>
              </a:prstGeom>
              <a:blipFill>
                <a:blip r:embed="rId4"/>
                <a:stretch>
                  <a:fillRect l="-2857" b="-967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23835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327526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63683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93232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2254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52852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43BBBAB-B05E-9C87-FFF1-21F81656E674}"/>
              </a:ext>
            </a:extLst>
          </p:cNvPr>
          <p:cNvSpPr/>
          <p:nvPr/>
        </p:nvSpPr>
        <p:spPr>
          <a:xfrm flipH="1">
            <a:off x="6372707" y="5235265"/>
            <a:ext cx="425637" cy="29457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C7EBF31-996B-1191-B2E6-4BF93238539E}"/>
              </a:ext>
            </a:extLst>
          </p:cNvPr>
          <p:cNvSpPr/>
          <p:nvPr/>
        </p:nvSpPr>
        <p:spPr>
          <a:xfrm flipH="1">
            <a:off x="4048819" y="5223638"/>
            <a:ext cx="1534863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D23442F8-8AF9-8F12-7D68-FEEBC29EEA0B}"/>
              </a:ext>
            </a:extLst>
          </p:cNvPr>
          <p:cNvSpPr/>
          <p:nvPr/>
        </p:nvSpPr>
        <p:spPr>
          <a:xfrm flipH="1">
            <a:off x="2505017" y="5221046"/>
            <a:ext cx="771025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E04F85C-3567-81BC-1F20-D0D4AE72167D}"/>
              </a:ext>
            </a:extLst>
          </p:cNvPr>
          <p:cNvSpPr/>
          <p:nvPr/>
        </p:nvSpPr>
        <p:spPr>
          <a:xfrm flipH="1">
            <a:off x="6364956" y="4670158"/>
            <a:ext cx="425637" cy="28101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CCF7C9E-B4FE-B4AA-940C-B7D51C8E1390}"/>
              </a:ext>
            </a:extLst>
          </p:cNvPr>
          <p:cNvSpPr/>
          <p:nvPr/>
        </p:nvSpPr>
        <p:spPr>
          <a:xfrm flipH="1">
            <a:off x="2507558" y="4672703"/>
            <a:ext cx="3082527" cy="282114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17D050FA-768A-F41D-D263-CA59CB0EB9B2}"/>
              </a:ext>
            </a:extLst>
          </p:cNvPr>
          <p:cNvSpPr/>
          <p:nvPr/>
        </p:nvSpPr>
        <p:spPr>
          <a:xfrm flipH="1">
            <a:off x="1737940" y="4100413"/>
            <a:ext cx="766428" cy="28103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087AA584-A4D3-862B-4949-D9AC6426008B}"/>
              </a:ext>
            </a:extLst>
          </p:cNvPr>
          <p:cNvSpPr/>
          <p:nvPr/>
        </p:nvSpPr>
        <p:spPr>
          <a:xfrm flipH="1">
            <a:off x="5600169" y="4103854"/>
            <a:ext cx="762059" cy="280470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9813DC7-05F6-6CE2-7B28-8F695E701ABB}"/>
              </a:ext>
            </a:extLst>
          </p:cNvPr>
          <p:cNvCxnSpPr>
            <a:cxnSpLocks/>
          </p:cNvCxnSpPr>
          <p:nvPr/>
        </p:nvCxnSpPr>
        <p:spPr>
          <a:xfrm>
            <a:off x="2520836" y="4378497"/>
            <a:ext cx="3073914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/>
          <p:nvPr/>
        </p:nvCxnSpPr>
        <p:spPr>
          <a:xfrm>
            <a:off x="725227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/>
          <p:nvPr/>
        </p:nvCxnSpPr>
        <p:spPr>
          <a:xfrm>
            <a:off x="1728183" y="346351"/>
            <a:ext cx="0" cy="615600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346351"/>
            <a:ext cx="3023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346351"/>
            <a:ext cx="2876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346351"/>
            <a:ext cx="571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346351"/>
            <a:ext cx="8811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346351"/>
            <a:ext cx="0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346351"/>
            <a:ext cx="0" cy="6156004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674839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>
            <a:cxnSpLocks/>
          </p:cNvCxnSpPr>
          <p:nvPr/>
        </p:nvCxnSpPr>
        <p:spPr>
          <a:xfrm>
            <a:off x="717460" y="409867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/>
          <p:cNvCxnSpPr>
            <a:cxnSpLocks/>
          </p:cNvCxnSpPr>
          <p:nvPr/>
        </p:nvCxnSpPr>
        <p:spPr>
          <a:xfrm>
            <a:off x="717460" y="56308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584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9374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529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728975" y="588938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975" y="588938"/>
                <a:ext cx="317779" cy="338554"/>
              </a:xfrm>
              <a:prstGeom prst="rect">
                <a:avLst/>
              </a:prstGeom>
              <a:blipFill>
                <a:blip r:embed="rId5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725302" y="88681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02" y="886814"/>
                <a:ext cx="324320" cy="338554"/>
              </a:xfrm>
              <a:prstGeom prst="rect">
                <a:avLst/>
              </a:prstGeom>
              <a:blipFill>
                <a:blip r:embed="rId6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727494" y="1190354"/>
                <a:ext cx="284886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494" y="1190354"/>
                <a:ext cx="284886" cy="338554"/>
              </a:xfrm>
              <a:prstGeom prst="rect">
                <a:avLst/>
              </a:prstGeom>
              <a:blipFill>
                <a:blip r:embed="rId7"/>
                <a:stretch>
                  <a:fillRect l="-13043" r="-13043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2D6090DE-60DB-B2A2-04C8-BDA3A2CD6ACE}"/>
              </a:ext>
            </a:extLst>
          </p:cNvPr>
          <p:cNvGrpSpPr/>
          <p:nvPr/>
        </p:nvGrpSpPr>
        <p:grpSpPr>
          <a:xfrm>
            <a:off x="2503644" y="1221549"/>
            <a:ext cx="784665" cy="301550"/>
            <a:chOff x="2027257" y="1526734"/>
            <a:chExt cx="385349" cy="391568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206142E-1561-CEDD-BE41-6D5B6AEBB10E}"/>
                </a:ext>
              </a:extLst>
            </p:cNvPr>
            <p:cNvGrpSpPr/>
            <p:nvPr/>
          </p:nvGrpSpPr>
          <p:grpSpPr>
            <a:xfrm>
              <a:off x="2027257" y="1528499"/>
              <a:ext cx="385349" cy="389803"/>
              <a:chOff x="4726748" y="371058"/>
              <a:chExt cx="385349" cy="389803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23C387-53D3-0C3E-B7F5-ED2544F38A9F}"/>
                  </a:ext>
                </a:extLst>
              </p:cNvPr>
              <p:cNvSpPr/>
              <p:nvPr/>
            </p:nvSpPr>
            <p:spPr>
              <a:xfrm flipH="1">
                <a:off x="4729506" y="378198"/>
                <a:ext cx="375905" cy="38183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00E2270-D331-6AF9-A931-50CEBC139D1A}"/>
                  </a:ext>
                </a:extLst>
              </p:cNvPr>
              <p:cNvCxnSpPr/>
              <p:nvPr/>
            </p:nvCxnSpPr>
            <p:spPr>
              <a:xfrm flipV="1">
                <a:off x="472674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FBEF96D2-993B-D965-E49A-F8B9A9025339}"/>
                  </a:ext>
                </a:extLst>
              </p:cNvPr>
              <p:cNvCxnSpPr/>
              <p:nvPr/>
            </p:nvCxnSpPr>
            <p:spPr>
              <a:xfrm flipH="1" flipV="1">
                <a:off x="4730388" y="376496"/>
                <a:ext cx="381709" cy="170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B011AE30-FF80-547D-6FBB-16E90E3B04CB}"/>
                  </a:ext>
                </a:extLst>
              </p:cNvPr>
              <p:cNvCxnSpPr/>
              <p:nvPr/>
            </p:nvCxnSpPr>
            <p:spPr>
              <a:xfrm flipH="1">
                <a:off x="4726748" y="760033"/>
                <a:ext cx="385349" cy="828"/>
              </a:xfrm>
              <a:prstGeom prst="line">
                <a:avLst/>
              </a:prstGeom>
              <a:ln w="19050" cmpd="sng">
                <a:solidFill>
                  <a:schemeClr val="tx1">
                    <a:lumMod val="65000"/>
                    <a:lumOff val="35000"/>
                  </a:schemeClr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A1B0360-DE50-3EBB-B3F1-6C11D5082CB3}"/>
                </a:ext>
              </a:extLst>
            </p:cNvPr>
            <p:cNvCxnSpPr/>
            <p:nvPr/>
          </p:nvCxnSpPr>
          <p:spPr>
            <a:xfrm flipV="1">
              <a:off x="2408344" y="1526734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615107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615107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615107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615107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615107"/>
                <a:ext cx="200375" cy="307777"/>
              </a:xfrm>
              <a:prstGeom prst="rect">
                <a:avLst/>
              </a:prstGeom>
              <a:blipFill>
                <a:blip r:embed="rId12"/>
                <a:stretch>
                  <a:fillRect l="-29412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615107"/>
                <a:ext cx="200375" cy="307777"/>
              </a:xfrm>
              <a:prstGeom prst="rect">
                <a:avLst/>
              </a:prstGeom>
              <a:blipFill>
                <a:blip r:embed="rId13"/>
                <a:stretch>
                  <a:fillRect l="-31250" r="-31250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D66F7072-9824-507E-C50F-B08A977E6EF0}"/>
              </a:ext>
            </a:extLst>
          </p:cNvPr>
          <p:cNvGrpSpPr/>
          <p:nvPr/>
        </p:nvGrpSpPr>
        <p:grpSpPr>
          <a:xfrm>
            <a:off x="6362229" y="1219361"/>
            <a:ext cx="428885" cy="314132"/>
            <a:chOff x="4726748" y="371058"/>
            <a:chExt cx="385349" cy="38980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CF85DF7-F4CD-D5A8-10E2-53882FF03CCF}"/>
                </a:ext>
              </a:extLst>
            </p:cNvPr>
            <p:cNvSpPr/>
            <p:nvPr/>
          </p:nvSpPr>
          <p:spPr>
            <a:xfrm flipH="1">
              <a:off x="4729506" y="378198"/>
              <a:ext cx="375905" cy="38183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5875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F6CFEAB-166E-4585-C8C4-3B92FA45642C}"/>
                </a:ext>
              </a:extLst>
            </p:cNvPr>
            <p:cNvCxnSpPr/>
            <p:nvPr/>
          </p:nvCxnSpPr>
          <p:spPr>
            <a:xfrm flipV="1">
              <a:off x="4726748" y="371058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5B39162-9C59-5EBE-7930-65757298DCF1}"/>
                </a:ext>
              </a:extLst>
            </p:cNvPr>
            <p:cNvCxnSpPr/>
            <p:nvPr/>
          </p:nvCxnSpPr>
          <p:spPr>
            <a:xfrm flipH="1" flipV="1">
              <a:off x="4730388" y="376496"/>
              <a:ext cx="381709" cy="170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0AC20A3-9C62-C828-8AAA-34041034714F}"/>
                </a:ext>
              </a:extLst>
            </p:cNvPr>
            <p:cNvCxnSpPr/>
            <p:nvPr/>
          </p:nvCxnSpPr>
          <p:spPr>
            <a:xfrm flipH="1">
              <a:off x="4726748" y="760033"/>
              <a:ext cx="385349" cy="828"/>
            </a:xfrm>
            <a:prstGeom prst="line">
              <a:avLst/>
            </a:prstGeom>
            <a:ln w="19050" cmpd="sng">
              <a:solidFill>
                <a:schemeClr val="tx1">
                  <a:lumMod val="65000"/>
                  <a:lumOff val="35000"/>
                </a:schemeClr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E93268D-C157-CEA3-20C1-8776E64ED1D4}"/>
              </a:ext>
            </a:extLst>
          </p:cNvPr>
          <p:cNvGrpSpPr/>
          <p:nvPr/>
        </p:nvGrpSpPr>
        <p:grpSpPr>
          <a:xfrm flipH="1" flipV="1">
            <a:off x="4045889" y="1225192"/>
            <a:ext cx="1552082" cy="305320"/>
            <a:chOff x="2030015" y="1528499"/>
            <a:chExt cx="382591" cy="388977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92DB02C-5B3E-23E6-2272-96859FC46972}"/>
                </a:ext>
              </a:extLst>
            </p:cNvPr>
            <p:cNvGrpSpPr/>
            <p:nvPr/>
          </p:nvGrpSpPr>
          <p:grpSpPr>
            <a:xfrm>
              <a:off x="2030015" y="1528499"/>
              <a:ext cx="382591" cy="388977"/>
              <a:chOff x="4729506" y="371058"/>
              <a:chExt cx="382591" cy="388977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244F8B7-8FDE-8678-157C-BC0608572188}"/>
                  </a:ext>
                </a:extLst>
              </p:cNvPr>
              <p:cNvSpPr/>
              <p:nvPr/>
            </p:nvSpPr>
            <p:spPr>
              <a:xfrm flipH="1">
                <a:off x="4729506" y="375637"/>
                <a:ext cx="380324" cy="38439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DA263EFD-0742-1108-5E61-06FFB28EFF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729508" y="759051"/>
                <a:ext cx="382589" cy="9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D09929D8-7C88-3679-DF80-34B7BB32507C}"/>
                  </a:ext>
                </a:extLst>
              </p:cNvPr>
              <p:cNvCxnSpPr/>
              <p:nvPr/>
            </p:nvCxnSpPr>
            <p:spPr>
              <a:xfrm flipV="1">
                <a:off x="472950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2A2BFF7-883F-BC7A-DFD7-AFEF2FCE255D}"/>
                </a:ext>
              </a:extLst>
            </p:cNvPr>
            <p:cNvCxnSpPr/>
            <p:nvPr/>
          </p:nvCxnSpPr>
          <p:spPr>
            <a:xfrm flipV="1">
              <a:off x="2411104" y="1531283"/>
              <a:ext cx="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527737"/>
            <a:ext cx="5411622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7070" y="15805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070" y="1580534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Oval 45">
            <a:extLst>
              <a:ext uri="{FF2B5EF4-FFF2-40B4-BE49-F238E27FC236}">
                <a16:creationId xmlns:a16="http://schemas.microsoft.com/office/drawing/2014/main" id="{08921AB7-F7F3-9CAF-60FD-3962FE2D80C7}"/>
              </a:ext>
            </a:extLst>
          </p:cNvPr>
          <p:cNvSpPr>
            <a:spLocks noChangeAspect="1"/>
          </p:cNvSpPr>
          <p:nvPr/>
        </p:nvSpPr>
        <p:spPr>
          <a:xfrm>
            <a:off x="1693765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661B659-92EC-546B-992A-5A166BAE0CAC}"/>
              </a:ext>
            </a:extLst>
          </p:cNvPr>
          <p:cNvCxnSpPr>
            <a:cxnSpLocks/>
          </p:cNvCxnSpPr>
          <p:nvPr/>
        </p:nvCxnSpPr>
        <p:spPr>
          <a:xfrm>
            <a:off x="1738978" y="409648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31D17373-0A2E-2574-2C71-DF63C597D6FC}"/>
              </a:ext>
            </a:extLst>
          </p:cNvPr>
          <p:cNvSpPr>
            <a:spLocks noChangeAspect="1"/>
          </p:cNvSpPr>
          <p:nvPr/>
        </p:nvSpPr>
        <p:spPr>
          <a:xfrm>
            <a:off x="2464649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D9DD958-6C3B-047C-349C-CA5D4BEE9B18}"/>
              </a:ext>
            </a:extLst>
          </p:cNvPr>
          <p:cNvSpPr>
            <a:spLocks noChangeAspect="1"/>
          </p:cNvSpPr>
          <p:nvPr/>
        </p:nvSpPr>
        <p:spPr>
          <a:xfrm>
            <a:off x="5548954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F718C27-8D44-1C09-82FA-24312E98C5A7}"/>
              </a:ext>
            </a:extLst>
          </p:cNvPr>
          <p:cNvSpPr>
            <a:spLocks noChangeAspect="1"/>
          </p:cNvSpPr>
          <p:nvPr/>
        </p:nvSpPr>
        <p:spPr>
          <a:xfrm>
            <a:off x="4774221" y="43335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D1D0754-2710-5D59-DC7B-000751EA5176}"/>
              </a:ext>
            </a:extLst>
          </p:cNvPr>
          <p:cNvSpPr>
            <a:spLocks noChangeAspect="1"/>
          </p:cNvSpPr>
          <p:nvPr/>
        </p:nvSpPr>
        <p:spPr>
          <a:xfrm>
            <a:off x="4018603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FF258DE-600D-4CEE-14AF-30CCB58EBA5C}"/>
              </a:ext>
            </a:extLst>
          </p:cNvPr>
          <p:cNvSpPr>
            <a:spLocks noChangeAspect="1"/>
          </p:cNvSpPr>
          <p:nvPr/>
        </p:nvSpPr>
        <p:spPr>
          <a:xfrm>
            <a:off x="3241963" y="433368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FA026B4-FE4E-D478-BB6F-2294A4B0AC64}"/>
              </a:ext>
            </a:extLst>
          </p:cNvPr>
          <p:cNvCxnSpPr>
            <a:cxnSpLocks/>
          </p:cNvCxnSpPr>
          <p:nvPr/>
        </p:nvCxnSpPr>
        <p:spPr>
          <a:xfrm>
            <a:off x="5601767" y="4096487"/>
            <a:ext cx="756578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BD75B9E-CEBE-ECD2-D34E-3F04CF2C0330}"/>
              </a:ext>
            </a:extLst>
          </p:cNvPr>
          <p:cNvCxnSpPr>
            <a:cxnSpLocks/>
          </p:cNvCxnSpPr>
          <p:nvPr/>
        </p:nvCxnSpPr>
        <p:spPr>
          <a:xfrm>
            <a:off x="5592709" y="4948113"/>
            <a:ext cx="765636" cy="1473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75CABB38-C43C-80C6-9040-4A86FE1611C5}"/>
              </a:ext>
            </a:extLst>
          </p:cNvPr>
          <p:cNvSpPr>
            <a:spLocks noChangeAspect="1"/>
          </p:cNvSpPr>
          <p:nvPr/>
        </p:nvSpPr>
        <p:spPr>
          <a:xfrm>
            <a:off x="2457360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B7455BC-A6AD-A482-3F1E-37181A216499}"/>
              </a:ext>
            </a:extLst>
          </p:cNvPr>
          <p:cNvCxnSpPr>
            <a:cxnSpLocks/>
          </p:cNvCxnSpPr>
          <p:nvPr/>
        </p:nvCxnSpPr>
        <p:spPr>
          <a:xfrm>
            <a:off x="2502573" y="4667576"/>
            <a:ext cx="3095390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>
            <a:extLst>
              <a:ext uri="{FF2B5EF4-FFF2-40B4-BE49-F238E27FC236}">
                <a16:creationId xmlns:a16="http://schemas.microsoft.com/office/drawing/2014/main" id="{B0F51690-02BC-9F6A-C652-A5AA712BC81C}"/>
              </a:ext>
            </a:extLst>
          </p:cNvPr>
          <p:cNvSpPr>
            <a:spLocks noChangeAspect="1"/>
          </p:cNvSpPr>
          <p:nvPr/>
        </p:nvSpPr>
        <p:spPr>
          <a:xfrm>
            <a:off x="3228244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93977206-00B1-EC15-B613-16D59F078400}"/>
              </a:ext>
            </a:extLst>
          </p:cNvPr>
          <p:cNvSpPr>
            <a:spLocks noChangeAspect="1"/>
          </p:cNvSpPr>
          <p:nvPr/>
        </p:nvSpPr>
        <p:spPr>
          <a:xfrm>
            <a:off x="6312549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A8B10D76-7D98-2808-A021-3879692504EC}"/>
              </a:ext>
            </a:extLst>
          </p:cNvPr>
          <p:cNvSpPr>
            <a:spLocks noChangeAspect="1"/>
          </p:cNvSpPr>
          <p:nvPr/>
        </p:nvSpPr>
        <p:spPr>
          <a:xfrm>
            <a:off x="5537816" y="4904624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B947379-65A4-316E-3408-20D0380D2717}"/>
              </a:ext>
            </a:extLst>
          </p:cNvPr>
          <p:cNvSpPr>
            <a:spLocks noChangeAspect="1"/>
          </p:cNvSpPr>
          <p:nvPr/>
        </p:nvSpPr>
        <p:spPr>
          <a:xfrm>
            <a:off x="4782198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CAA411FC-34C4-37C6-E20D-DF11CEC9C3E6}"/>
              </a:ext>
            </a:extLst>
          </p:cNvPr>
          <p:cNvSpPr>
            <a:spLocks noChangeAspect="1"/>
          </p:cNvSpPr>
          <p:nvPr/>
        </p:nvSpPr>
        <p:spPr>
          <a:xfrm>
            <a:off x="4005558" y="46245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4BE53D3-EAAA-2669-A07E-C143D5F0BB2E}"/>
              </a:ext>
            </a:extLst>
          </p:cNvPr>
          <p:cNvCxnSpPr>
            <a:cxnSpLocks/>
          </p:cNvCxnSpPr>
          <p:nvPr/>
        </p:nvCxnSpPr>
        <p:spPr>
          <a:xfrm>
            <a:off x="6365362" y="4667576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E600F05-7BD6-32C4-AF66-BC97885D1A78}"/>
              </a:ext>
            </a:extLst>
          </p:cNvPr>
          <p:cNvCxnSpPr>
            <a:cxnSpLocks/>
          </p:cNvCxnSpPr>
          <p:nvPr/>
        </p:nvCxnSpPr>
        <p:spPr>
          <a:xfrm flipV="1">
            <a:off x="3283631" y="5523249"/>
            <a:ext cx="766927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26890244-EABC-2E08-5AAB-D33A1C3DD94B}"/>
              </a:ext>
            </a:extLst>
          </p:cNvPr>
          <p:cNvSpPr>
            <a:spLocks noChangeAspect="1"/>
          </p:cNvSpPr>
          <p:nvPr/>
        </p:nvSpPr>
        <p:spPr>
          <a:xfrm>
            <a:off x="2456560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5F82FCE-53E9-39F3-A8B9-823ED93274C2}"/>
              </a:ext>
            </a:extLst>
          </p:cNvPr>
          <p:cNvCxnSpPr>
            <a:cxnSpLocks/>
          </p:cNvCxnSpPr>
          <p:nvPr/>
        </p:nvCxnSpPr>
        <p:spPr>
          <a:xfrm>
            <a:off x="2501773" y="5229750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id="{B103932A-BB24-64D6-3711-94153819AA8D}"/>
              </a:ext>
            </a:extLst>
          </p:cNvPr>
          <p:cNvSpPr>
            <a:spLocks noChangeAspect="1"/>
          </p:cNvSpPr>
          <p:nvPr/>
        </p:nvSpPr>
        <p:spPr>
          <a:xfrm>
            <a:off x="3227444" y="548483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328FFDF-4FDE-469D-2B05-3B2196592220}"/>
              </a:ext>
            </a:extLst>
          </p:cNvPr>
          <p:cNvSpPr>
            <a:spLocks noChangeAspect="1"/>
          </p:cNvSpPr>
          <p:nvPr/>
        </p:nvSpPr>
        <p:spPr>
          <a:xfrm>
            <a:off x="6311749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530D79FD-2EB9-B48B-7E5C-616DCB0EFD70}"/>
              </a:ext>
            </a:extLst>
          </p:cNvPr>
          <p:cNvSpPr>
            <a:spLocks noChangeAspect="1"/>
          </p:cNvSpPr>
          <p:nvPr/>
        </p:nvSpPr>
        <p:spPr>
          <a:xfrm>
            <a:off x="5537016" y="548734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61882E75-2D0A-33B7-E6E9-4180DEEC79FC}"/>
              </a:ext>
            </a:extLst>
          </p:cNvPr>
          <p:cNvSpPr>
            <a:spLocks noChangeAspect="1"/>
          </p:cNvSpPr>
          <p:nvPr/>
        </p:nvSpPr>
        <p:spPr>
          <a:xfrm>
            <a:off x="4781398" y="5179250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E07AA50C-95F7-D5C5-63A0-09D34960C888}"/>
              </a:ext>
            </a:extLst>
          </p:cNvPr>
          <p:cNvSpPr>
            <a:spLocks noChangeAspect="1"/>
          </p:cNvSpPr>
          <p:nvPr/>
        </p:nvSpPr>
        <p:spPr>
          <a:xfrm>
            <a:off x="4004758" y="5181909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CF93C33-8CF4-A02A-3CE7-CF65B75B716F}"/>
              </a:ext>
            </a:extLst>
          </p:cNvPr>
          <p:cNvCxnSpPr>
            <a:cxnSpLocks/>
          </p:cNvCxnSpPr>
          <p:nvPr/>
        </p:nvCxnSpPr>
        <p:spPr>
          <a:xfrm>
            <a:off x="6364562" y="5229750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74758177-084B-BC44-AD31-D666766127B3}"/>
              </a:ext>
            </a:extLst>
          </p:cNvPr>
          <p:cNvGrpSpPr/>
          <p:nvPr/>
        </p:nvGrpSpPr>
        <p:grpSpPr>
          <a:xfrm>
            <a:off x="9994897" y="5473831"/>
            <a:ext cx="1387533" cy="706571"/>
            <a:chOff x="8671389" y="2234796"/>
            <a:chExt cx="1387533" cy="706571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C83ECCD9-A27B-9F17-86D4-D324925A066F}"/>
                </a:ext>
              </a:extLst>
            </p:cNvPr>
            <p:cNvGrpSpPr/>
            <p:nvPr/>
          </p:nvGrpSpPr>
          <p:grpSpPr>
            <a:xfrm>
              <a:off x="8671389" y="2524609"/>
              <a:ext cx="1387533" cy="416758"/>
              <a:chOff x="869860" y="3953631"/>
              <a:chExt cx="8100002" cy="416758"/>
            </a:xfrm>
          </p:grpSpPr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E67D7004-07E7-4AB3-4956-41C4E5EF04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9860" y="3953631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71E6773F-B0CB-EB34-326E-2FA4FE4F01B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9860" y="4370389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F6CD96E-276C-9A95-1CDD-9B738AE29F01}"/>
                </a:ext>
              </a:extLst>
            </p:cNvPr>
            <p:cNvCxnSpPr>
              <a:cxnSpLocks/>
            </p:cNvCxnSpPr>
            <p:nvPr/>
          </p:nvCxnSpPr>
          <p:spPr>
            <a:xfrm>
              <a:off x="8671389" y="2234796"/>
              <a:ext cx="1387533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BC594E0-5C1D-CCC2-36E7-07BE046D01EE}"/>
              </a:ext>
            </a:extLst>
          </p:cNvPr>
          <p:cNvCxnSpPr>
            <a:cxnSpLocks/>
          </p:cNvCxnSpPr>
          <p:nvPr/>
        </p:nvCxnSpPr>
        <p:spPr>
          <a:xfrm flipV="1">
            <a:off x="4052050" y="5224250"/>
            <a:ext cx="1538035" cy="1705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F03449A-79A1-E19C-CF44-FB2A043C4546}"/>
              </a:ext>
            </a:extLst>
          </p:cNvPr>
          <p:cNvCxnSpPr>
            <a:cxnSpLocks/>
          </p:cNvCxnSpPr>
          <p:nvPr/>
        </p:nvCxnSpPr>
        <p:spPr>
          <a:xfrm>
            <a:off x="5582465" y="5528866"/>
            <a:ext cx="780213" cy="971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/>
              <p:nvPr/>
            </p:nvSpPr>
            <p:spPr>
              <a:xfrm>
                <a:off x="6946542" y="4247252"/>
                <a:ext cx="181139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542" y="4247252"/>
                <a:ext cx="181139" cy="276999"/>
              </a:xfrm>
              <a:prstGeom prst="rect">
                <a:avLst/>
              </a:prstGeom>
              <a:blipFill>
                <a:blip r:embed="rId15"/>
                <a:stretch>
                  <a:fillRect l="-33333" r="-26667"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/>
              <p:nvPr/>
            </p:nvSpPr>
            <p:spPr>
              <a:xfrm>
                <a:off x="6949357" y="3961261"/>
                <a:ext cx="181140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57" y="3961261"/>
                <a:ext cx="181140" cy="276999"/>
              </a:xfrm>
              <a:prstGeom prst="rect">
                <a:avLst/>
              </a:prstGeom>
              <a:blipFill>
                <a:blip r:embed="rId16"/>
                <a:stretch>
                  <a:fillRect l="-33333" r="-26667" b="-909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7297" y="2365677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297" y="2365677"/>
                <a:ext cx="575734" cy="921021"/>
              </a:xfrm>
              <a:prstGeom prst="rect">
                <a:avLst/>
              </a:prstGeom>
              <a:blipFill>
                <a:blip r:embed="rId17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365677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365677"/>
                <a:ext cx="575735" cy="921021"/>
              </a:xfrm>
              <a:prstGeom prst="rect">
                <a:avLst/>
              </a:prstGeom>
              <a:blipFill>
                <a:blip r:embed="rId18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5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5" y="2365677"/>
                <a:ext cx="608821" cy="923330"/>
              </a:xfrm>
              <a:prstGeom prst="rect">
                <a:avLst/>
              </a:prstGeom>
              <a:blipFill>
                <a:blip r:embed="rId19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365677"/>
                <a:ext cx="608821" cy="923330"/>
              </a:xfrm>
              <a:prstGeom prst="rect">
                <a:avLst/>
              </a:prstGeom>
              <a:blipFill>
                <a:blip r:embed="rId20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365677"/>
                <a:ext cx="608821" cy="923330"/>
              </a:xfrm>
              <a:prstGeom prst="rect">
                <a:avLst/>
              </a:prstGeom>
              <a:blipFill>
                <a:blip r:embed="rId21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2792418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725291" y="2340351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291" y="2340351"/>
                <a:ext cx="317779" cy="338554"/>
              </a:xfrm>
              <a:prstGeom prst="rect">
                <a:avLst/>
              </a:prstGeom>
              <a:blipFill>
                <a:blip r:embed="rId23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725774" y="2631931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774" y="2631931"/>
                <a:ext cx="324320" cy="338554"/>
              </a:xfrm>
              <a:prstGeom prst="rect">
                <a:avLst/>
              </a:prstGeom>
              <a:blipFill>
                <a:blip r:embed="rId24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725328" y="2934978"/>
                <a:ext cx="284886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28" y="2934978"/>
                <a:ext cx="284886" cy="338554"/>
              </a:xfrm>
              <a:prstGeom prst="rect">
                <a:avLst/>
              </a:prstGeom>
              <a:blipFill>
                <a:blip r:embed="rId25"/>
                <a:stretch>
                  <a:fillRect l="-13043" r="-8696" b="-2142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/>
              <p:nvPr/>
            </p:nvSpPr>
            <p:spPr>
              <a:xfrm>
                <a:off x="754236" y="2099540"/>
                <a:ext cx="1688154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>
                    <a:latin typeface="+mj-lt"/>
                  </a:rPr>
                  <a:t>State </a:t>
                </a:r>
                <a:r>
                  <a:rPr lang="en-RU" smtClean="0">
                    <a:latin typeface="+mj-lt"/>
                  </a:rPr>
                  <a:t>Trajectory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RU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RU" dirty="0">
                    <a:latin typeface="+mj-lt"/>
                  </a:rPr>
                  <a:t>:</a:t>
                </a:r>
              </a:p>
            </p:txBody>
          </p:sp>
        </mc:Choice>
        <mc:Fallback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36" y="2099540"/>
                <a:ext cx="1688154" cy="276999"/>
              </a:xfrm>
              <a:prstGeom prst="rect">
                <a:avLst/>
              </a:prstGeom>
              <a:blipFill>
                <a:blip r:embed="rId26"/>
                <a:stretch>
                  <a:fillRect l="-8664" t="-45652" r="-17329" b="-5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337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84D7EA3E-0F16-7C45-BE0C-2229BEE92AE9}"/>
              </a:ext>
            </a:extLst>
          </p:cNvPr>
          <p:cNvCxnSpPr>
            <a:cxnSpLocks/>
          </p:cNvCxnSpPr>
          <p:nvPr/>
        </p:nvCxnSpPr>
        <p:spPr>
          <a:xfrm>
            <a:off x="717460" y="6325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745543" y="353202"/>
            <a:ext cx="1114088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dirty="0">
                <a:latin typeface="+mj-lt"/>
              </a:rPr>
              <a:t>Schedule: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/>
              <p:nvPr/>
            </p:nvSpPr>
            <p:spPr>
              <a:xfrm>
                <a:off x="747424" y="3769312"/>
                <a:ext cx="32171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dirty="0">
                    <a:latin typeface="+mj-lt"/>
                  </a:rPr>
                  <a:t>Characteristic functions for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RU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424" y="3769312"/>
                <a:ext cx="3217163" cy="276999"/>
              </a:xfrm>
              <a:prstGeom prst="rect">
                <a:avLst/>
              </a:prstGeom>
              <a:blipFill>
                <a:blip r:embed="rId27"/>
                <a:stretch>
                  <a:fillRect l="-4743" t="-26087" r="-3953" b="-5217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05072" y="238355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38551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3864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D1FC04CA-13D6-C3B6-747A-548EFFA5A497}"/>
              </a:ext>
            </a:extLst>
          </p:cNvPr>
          <p:cNvGrpSpPr/>
          <p:nvPr/>
        </p:nvGrpSpPr>
        <p:grpSpPr>
          <a:xfrm>
            <a:off x="3281054" y="622466"/>
            <a:ext cx="769021" cy="305442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925F3E50-FD12-F1EA-7E3E-142DA01784FA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242ECFCD-85E1-DFD3-F19F-EA9B499B0722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D284931B-4963-7996-C405-28B8E6EE1BB3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2965A76-7FAD-D78B-696E-6B607499F6BC}"/>
              </a:ext>
            </a:extLst>
          </p:cNvPr>
          <p:cNvGrpSpPr/>
          <p:nvPr/>
        </p:nvGrpSpPr>
        <p:grpSpPr>
          <a:xfrm>
            <a:off x="3280997" y="925331"/>
            <a:ext cx="1548338" cy="304196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FA86FC-BD26-1D0B-F38F-C39E02C45DE5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C56DB36-B512-E63F-A252-7F9DB7A47E0B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ECC6EC0-BA1D-3AE7-A0DE-37A7E597F1F0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8385" y="2391229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412" y="2369983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412" y="2369983"/>
                <a:ext cx="575735" cy="921021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E20D56B1-204C-8957-A5A9-5CAAC76E04EF}"/>
              </a:ext>
            </a:extLst>
          </p:cNvPr>
          <p:cNvCxnSpPr>
            <a:cxnSpLocks/>
          </p:cNvCxnSpPr>
          <p:nvPr/>
        </p:nvCxnSpPr>
        <p:spPr>
          <a:xfrm flipV="1">
            <a:off x="2020479" y="281415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/>
              <p:nvPr/>
            </p:nvSpPr>
            <p:spPr>
              <a:xfrm>
                <a:off x="2139357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9357" y="3305171"/>
                <a:ext cx="700063" cy="276999"/>
              </a:xfrm>
              <a:prstGeom prst="rect">
                <a:avLst/>
              </a:prstGeom>
              <a:blipFill>
                <a:blip r:embed="rId3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/>
              <p:nvPr/>
            </p:nvSpPr>
            <p:spPr>
              <a:xfrm>
                <a:off x="2918725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725" y="3305171"/>
                <a:ext cx="700063" cy="276999"/>
              </a:xfrm>
              <a:prstGeom prst="rect">
                <a:avLst/>
              </a:prstGeom>
              <a:blipFill>
                <a:blip r:embed="rId31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/>
              <p:nvPr/>
            </p:nvSpPr>
            <p:spPr>
              <a:xfrm>
                <a:off x="3693324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3324" y="3305171"/>
                <a:ext cx="700063" cy="276999"/>
              </a:xfrm>
              <a:prstGeom prst="rect">
                <a:avLst/>
              </a:prstGeom>
              <a:blipFill>
                <a:blip r:embed="rId32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/>
              <p:nvPr/>
            </p:nvSpPr>
            <p:spPr>
              <a:xfrm>
                <a:off x="4453775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3775" y="3305171"/>
                <a:ext cx="700063" cy="276999"/>
              </a:xfrm>
              <a:prstGeom prst="rect">
                <a:avLst/>
              </a:prstGeom>
              <a:blipFill>
                <a:blip r:embed="rId3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/>
              <p:nvPr/>
            </p:nvSpPr>
            <p:spPr>
              <a:xfrm>
                <a:off x="5216876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876" y="3305171"/>
                <a:ext cx="700063" cy="276999"/>
              </a:xfrm>
              <a:prstGeom prst="rect">
                <a:avLst/>
              </a:prstGeom>
              <a:blipFill>
                <a:blip r:embed="rId34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/>
              <p:nvPr/>
            </p:nvSpPr>
            <p:spPr>
              <a:xfrm>
                <a:off x="6035210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𝟔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210" y="3305171"/>
                <a:ext cx="700063" cy="276999"/>
              </a:xfrm>
              <a:prstGeom prst="rect">
                <a:avLst/>
              </a:prstGeom>
              <a:blipFill>
                <a:blip r:embed="rId35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61510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615107"/>
                <a:ext cx="200376" cy="307777"/>
              </a:xfrm>
              <a:prstGeom prst="rect">
                <a:avLst/>
              </a:prstGeom>
              <a:blipFill>
                <a:blip r:embed="rId36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6" name="Oval 165">
            <a:extLst>
              <a:ext uri="{FF2B5EF4-FFF2-40B4-BE49-F238E27FC236}">
                <a16:creationId xmlns:a16="http://schemas.microsoft.com/office/drawing/2014/main" id="{3A5243BA-AF74-4B6D-0579-EE1A0C3F7800}"/>
              </a:ext>
            </a:extLst>
          </p:cNvPr>
          <p:cNvSpPr>
            <a:spLocks noChangeAspect="1"/>
          </p:cNvSpPr>
          <p:nvPr/>
        </p:nvSpPr>
        <p:spPr>
          <a:xfrm>
            <a:off x="6325803" y="4339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F9386D8F-5AF3-143C-25B8-6B10F93C2EAE}"/>
              </a:ext>
            </a:extLst>
          </p:cNvPr>
          <p:cNvCxnSpPr>
            <a:cxnSpLocks/>
          </p:cNvCxnSpPr>
          <p:nvPr/>
        </p:nvCxnSpPr>
        <p:spPr>
          <a:xfrm>
            <a:off x="6378616" y="4382655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Oval 167">
            <a:extLst>
              <a:ext uri="{FF2B5EF4-FFF2-40B4-BE49-F238E27FC236}">
                <a16:creationId xmlns:a16="http://schemas.microsoft.com/office/drawing/2014/main" id="{7705B8C0-14E7-783E-601E-1D10153F666E}"/>
              </a:ext>
            </a:extLst>
          </p:cNvPr>
          <p:cNvSpPr>
            <a:spLocks noChangeAspect="1"/>
          </p:cNvSpPr>
          <p:nvPr/>
        </p:nvSpPr>
        <p:spPr>
          <a:xfrm>
            <a:off x="1687141" y="49109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562FEB08-4600-979D-0BD6-96B6098B8B31}"/>
              </a:ext>
            </a:extLst>
          </p:cNvPr>
          <p:cNvCxnSpPr>
            <a:cxnSpLocks/>
          </p:cNvCxnSpPr>
          <p:nvPr/>
        </p:nvCxnSpPr>
        <p:spPr>
          <a:xfrm>
            <a:off x="1732354" y="4954564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Oval 169">
            <a:extLst>
              <a:ext uri="{FF2B5EF4-FFF2-40B4-BE49-F238E27FC236}">
                <a16:creationId xmlns:a16="http://schemas.microsoft.com/office/drawing/2014/main" id="{DA9F8063-B406-C05D-7608-0C81703433AC}"/>
              </a:ext>
            </a:extLst>
          </p:cNvPr>
          <p:cNvSpPr>
            <a:spLocks noChangeAspect="1"/>
          </p:cNvSpPr>
          <p:nvPr/>
        </p:nvSpPr>
        <p:spPr>
          <a:xfrm>
            <a:off x="1690456" y="548077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D1869FCB-1B23-F103-7F60-62258D72C5AB}"/>
              </a:ext>
            </a:extLst>
          </p:cNvPr>
          <p:cNvCxnSpPr>
            <a:cxnSpLocks/>
          </p:cNvCxnSpPr>
          <p:nvPr/>
        </p:nvCxnSpPr>
        <p:spPr>
          <a:xfrm>
            <a:off x="1735669" y="552440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7271" y="2374926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271" y="2374926"/>
                <a:ext cx="575734" cy="921021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35046" y="239280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67906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97213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/>
              <p:nvPr/>
            </p:nvSpPr>
            <p:spPr>
              <a:xfrm>
                <a:off x="1380078" y="3307678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078" y="3307678"/>
                <a:ext cx="700063" cy="276999"/>
              </a:xfrm>
              <a:prstGeom prst="rect">
                <a:avLst/>
              </a:prstGeom>
              <a:blipFill>
                <a:blip r:embed="rId38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48636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637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19750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3225" y="3742789"/>
            <a:ext cx="11279" cy="2485320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blipFill>
                <a:blip r:embed="rId2"/>
                <a:stretch>
                  <a:fillRect l="-26316" r="-2631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84375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2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 flipH="1">
            <a:off x="1723712" y="760657"/>
            <a:ext cx="0" cy="2515943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3"/>
                <a:stretch>
                  <a:fillRect l="-7407" r="-7407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blipFill>
                <a:blip r:embed="rId5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3044447" y="2229443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447" y="2229443"/>
                <a:ext cx="575734" cy="92102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5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5" y="2229443"/>
                <a:ext cx="608821" cy="923330"/>
              </a:xfrm>
              <a:prstGeom prst="rect">
                <a:avLst/>
              </a:prstGeom>
              <a:blipFill>
                <a:blip r:embed="rId14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229443"/>
                <a:ext cx="608821" cy="923330"/>
              </a:xfrm>
              <a:prstGeom prst="rect">
                <a:avLst/>
              </a:prstGeom>
              <a:blipFill>
                <a:blip r:embed="rId15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229443"/>
                <a:ext cx="608821" cy="923330"/>
              </a:xfrm>
              <a:prstGeom prst="rect">
                <a:avLst/>
              </a:prstGeom>
              <a:blipFill>
                <a:blip r:embed="rId16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54218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6" y="22041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6" y="2204117"/>
                <a:ext cx="317779" cy="338554"/>
              </a:xfrm>
              <a:prstGeom prst="rect">
                <a:avLst/>
              </a:prstGeom>
              <a:blipFill>
                <a:blip r:embed="rId17"/>
                <a:stretch>
                  <a:fillRect l="-7692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199" y="2495697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199" y="2495697"/>
                <a:ext cx="324320" cy="338554"/>
              </a:xfrm>
              <a:prstGeom prst="rect">
                <a:avLst/>
              </a:prstGeom>
              <a:blipFill>
                <a:blip r:embed="rId18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blipFill>
                <a:blip r:embed="rId19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7"/>
            <a:ext cx="130003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   </a:t>
            </a:r>
          </a:p>
        </p:txBody>
      </p: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62222" y="224732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4927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5021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48860" y="2254995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150596" y="2238692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596" y="2238692"/>
                <a:ext cx="575734" cy="921021"/>
              </a:xfrm>
              <a:prstGeom prst="rect">
                <a:avLst/>
              </a:prstGeom>
              <a:blipFill>
                <a:blip r:embed="rId22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168371" y="225657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475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540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31471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0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2" y="77013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7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2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4" y="76888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7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3DADE35F-0FB1-4A70-9D50-8EB736ECF4C5}"/>
              </a:ext>
            </a:extLst>
          </p:cNvPr>
          <p:cNvCxnSpPr>
            <a:cxnSpLocks/>
          </p:cNvCxnSpPr>
          <p:nvPr/>
        </p:nvCxnSpPr>
        <p:spPr>
          <a:xfrm flipV="1">
            <a:off x="7134018" y="165224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2B817F16-19E3-DB7F-F64D-A248FF700468}"/>
              </a:ext>
            </a:extLst>
          </p:cNvPr>
          <p:cNvCxnSpPr>
            <a:cxnSpLocks/>
          </p:cNvCxnSpPr>
          <p:nvPr/>
        </p:nvCxnSpPr>
        <p:spPr>
          <a:xfrm flipV="1">
            <a:off x="7905128" y="165224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/>
              <p:nvPr/>
            </p:nvSpPr>
            <p:spPr>
              <a:xfrm>
                <a:off x="7030731" y="174027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731" y="1740278"/>
                <a:ext cx="200375" cy="307777"/>
              </a:xfrm>
              <a:prstGeom prst="rect">
                <a:avLst/>
              </a:prstGeom>
              <a:blipFill>
                <a:blip r:embed="rId23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/>
              <p:nvPr/>
            </p:nvSpPr>
            <p:spPr>
              <a:xfrm>
                <a:off x="7793707" y="174027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3707" y="1740278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/>
              <p:nvPr/>
            </p:nvSpPr>
            <p:spPr>
              <a:xfrm>
                <a:off x="6829142" y="22243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9142" y="2224377"/>
                <a:ext cx="608821" cy="923330"/>
              </a:xfrm>
              <a:prstGeom prst="rect">
                <a:avLst/>
              </a:prstGeom>
              <a:blipFill>
                <a:blip r:embed="rId25"/>
                <a:stretch>
                  <a:fillRect b="-274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C7D973D8-E86F-2C25-6932-1E9A8A68FC5F}"/>
              </a:ext>
            </a:extLst>
          </p:cNvPr>
          <p:cNvCxnSpPr>
            <a:cxnSpLocks/>
          </p:cNvCxnSpPr>
          <p:nvPr/>
        </p:nvCxnSpPr>
        <p:spPr>
          <a:xfrm flipV="1">
            <a:off x="6648524" y="26794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FB4F40A7-138B-55DC-32E7-8F8FC1FD9BD9}"/>
              </a:ext>
            </a:extLst>
          </p:cNvPr>
          <p:cNvSpPr/>
          <p:nvPr/>
        </p:nvSpPr>
        <p:spPr>
          <a:xfrm>
            <a:off x="6855100" y="22451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/>
              <p:nvPr/>
            </p:nvSpPr>
            <p:spPr>
              <a:xfrm>
                <a:off x="7604671" y="2224376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671" y="2224376"/>
                <a:ext cx="608821" cy="923330"/>
              </a:xfrm>
              <a:prstGeom prst="rect">
                <a:avLst/>
              </a:prstGeom>
              <a:blipFill>
                <a:blip r:embed="rId26"/>
                <a:stretch>
                  <a:fillRect b="-274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94B3034F-FA9A-8908-2E02-D64E78FBE44A}"/>
              </a:ext>
            </a:extLst>
          </p:cNvPr>
          <p:cNvCxnSpPr>
            <a:cxnSpLocks/>
          </p:cNvCxnSpPr>
          <p:nvPr/>
        </p:nvCxnSpPr>
        <p:spPr>
          <a:xfrm flipV="1">
            <a:off x="7424053" y="267947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ounded Rectangle 198">
            <a:extLst>
              <a:ext uri="{FF2B5EF4-FFF2-40B4-BE49-F238E27FC236}">
                <a16:creationId xmlns:a16="http://schemas.microsoft.com/office/drawing/2014/main" id="{8717807F-ECB6-B7E7-306E-3FF6944284C7}"/>
              </a:ext>
            </a:extLst>
          </p:cNvPr>
          <p:cNvSpPr/>
          <p:nvPr/>
        </p:nvSpPr>
        <p:spPr>
          <a:xfrm>
            <a:off x="7630629" y="224514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3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7" y="1060982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89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4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Rectangle 216">
            <a:extLst>
              <a:ext uri="{FF2B5EF4-FFF2-40B4-BE49-F238E27FC236}">
                <a16:creationId xmlns:a16="http://schemas.microsoft.com/office/drawing/2014/main" id="{8AA9B4C2-3839-1825-35CB-F99B15F0F631}"/>
              </a:ext>
            </a:extLst>
          </p:cNvPr>
          <p:cNvSpPr/>
          <p:nvPr/>
        </p:nvSpPr>
        <p:spPr>
          <a:xfrm flipH="1">
            <a:off x="7136805" y="762883"/>
            <a:ext cx="7627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AE4CBA55-AD2B-14C3-82DA-DE4FEF79118C}"/>
              </a:ext>
            </a:extLst>
          </p:cNvPr>
          <p:cNvCxnSpPr>
            <a:cxnSpLocks/>
          </p:cNvCxnSpPr>
          <p:nvPr/>
        </p:nvCxnSpPr>
        <p:spPr>
          <a:xfrm>
            <a:off x="7906743" y="75931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A4B2FFF9-5F4A-1043-5059-B894E7EC0645}"/>
              </a:ext>
            </a:extLst>
          </p:cNvPr>
          <p:cNvCxnSpPr>
            <a:cxnSpLocks/>
          </p:cNvCxnSpPr>
          <p:nvPr/>
        </p:nvCxnSpPr>
        <p:spPr>
          <a:xfrm>
            <a:off x="7137782" y="763879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02F346A3-43A4-E85D-7EB8-0F52757C5D34}"/>
              </a:ext>
            </a:extLst>
          </p:cNvPr>
          <p:cNvCxnSpPr>
            <a:cxnSpLocks/>
          </p:cNvCxnSpPr>
          <p:nvPr/>
        </p:nvCxnSpPr>
        <p:spPr>
          <a:xfrm>
            <a:off x="7131138" y="105201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1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5" y="76477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6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38E4F475-4121-5B89-2AF4-40FB0D3849EC}"/>
              </a:ext>
            </a:extLst>
          </p:cNvPr>
          <p:cNvCxnSpPr>
            <a:cxnSpLocks/>
          </p:cNvCxnSpPr>
          <p:nvPr/>
        </p:nvCxnSpPr>
        <p:spPr>
          <a:xfrm flipH="1" flipV="1">
            <a:off x="7131431" y="76799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6" y="1062884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646146"/>
            <a:ext cx="6776403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7" y="1346761"/>
            <a:ext cx="307414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19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9E3986CA-CF8B-606C-1CB5-2E1F7EC3D3B0}"/>
              </a:ext>
            </a:extLst>
          </p:cNvPr>
          <p:cNvGrpSpPr/>
          <p:nvPr/>
        </p:nvGrpSpPr>
        <p:grpSpPr>
          <a:xfrm>
            <a:off x="7917437" y="1348105"/>
            <a:ext cx="45719" cy="296189"/>
            <a:chOff x="3509152" y="253612"/>
            <a:chExt cx="45719" cy="296189"/>
          </a:xfrm>
        </p:grpSpPr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0E28881C-34C4-CE0B-AB89-476ABA82029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022423BD-113E-B0EF-312A-82DC015A8DF6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55B3B7FE-FFDA-4834-B069-6EF51FCF1162}"/>
              </a:ext>
            </a:extLst>
          </p:cNvPr>
          <p:cNvCxnSpPr>
            <a:cxnSpLocks/>
          </p:cNvCxnSpPr>
          <p:nvPr/>
        </p:nvCxnSpPr>
        <p:spPr>
          <a:xfrm>
            <a:off x="7902988" y="13478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7778" r="-11111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93292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8246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4462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7417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4034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33793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897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7008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blipFill>
                <a:blip r:embed="rId30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8" y="427725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8" y="4277253"/>
                <a:ext cx="324320" cy="338554"/>
              </a:xfrm>
              <a:prstGeom prst="rect">
                <a:avLst/>
              </a:prstGeom>
              <a:blipFill>
                <a:blip r:embed="rId31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0" y="458079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0" y="4580793"/>
                <a:ext cx="324320" cy="338554"/>
              </a:xfrm>
              <a:prstGeom prst="rect">
                <a:avLst/>
              </a:prstGeom>
              <a:blipFill>
                <a:blip r:embed="rId32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5015071"/>
                <a:ext cx="200375" cy="307777"/>
              </a:xfrm>
              <a:prstGeom prst="rect">
                <a:avLst/>
              </a:prstGeom>
              <a:blipFill>
                <a:blip r:embed="rId33"/>
                <a:stretch>
                  <a:fillRect l="-31250" r="-31250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4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4" y="5015071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29412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5015071"/>
                <a:ext cx="200375" cy="307777"/>
              </a:xfrm>
              <a:prstGeom prst="rect">
                <a:avLst/>
              </a:prstGeom>
              <a:blipFill>
                <a:blip r:embed="rId35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/>
              <p:nvPr/>
            </p:nvSpPr>
            <p:spPr>
              <a:xfrm>
                <a:off x="4536656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6656" y="5505582"/>
                <a:ext cx="608821" cy="923330"/>
              </a:xfrm>
              <a:prstGeom prst="rect">
                <a:avLst/>
              </a:prstGeom>
              <a:blipFill>
                <a:blip r:embed="rId36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/>
              <p:nvPr/>
            </p:nvSpPr>
            <p:spPr>
              <a:xfrm>
                <a:off x="5301329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329" y="5505582"/>
                <a:ext cx="608821" cy="923330"/>
              </a:xfrm>
              <a:prstGeom prst="rect">
                <a:avLst/>
              </a:prstGeom>
              <a:blipFill>
                <a:blip r:embed="rId37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/>
              <p:nvPr/>
            </p:nvSpPr>
            <p:spPr>
              <a:xfrm>
                <a:off x="6069501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9501" y="5505582"/>
                <a:ext cx="608821" cy="923330"/>
              </a:xfrm>
              <a:prstGeom prst="rect">
                <a:avLst/>
              </a:prstGeom>
              <a:blipFill>
                <a:blip r:embed="rId38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960681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960681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/>
              <p:nvPr/>
            </p:nvSpPr>
            <p:spPr>
              <a:xfrm>
                <a:off x="4067572" y="5480256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572" y="5480256"/>
                <a:ext cx="317779" cy="338554"/>
              </a:xfrm>
              <a:prstGeom prst="rect">
                <a:avLst/>
              </a:prstGeom>
              <a:blipFill>
                <a:blip r:embed="rId39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/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blipFill>
                <a:blip r:embed="rId40"/>
                <a:stretch>
                  <a:fillRect l="-11111" r="-3704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/>
              <p:nvPr/>
            </p:nvSpPr>
            <p:spPr>
              <a:xfrm>
                <a:off x="4067609" y="607488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609" y="6074883"/>
                <a:ext cx="324320" cy="338554"/>
              </a:xfrm>
              <a:prstGeom prst="rect">
                <a:avLst/>
              </a:prstGeom>
              <a:blipFill>
                <a:blip r:embed="rId41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2744739" y="3781146"/>
            <a:ext cx="1283300" cy="433388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b="1" dirty="0"/>
              <a:t>Scenario B:</a:t>
            </a:r>
            <a:br>
              <a:rPr lang="en-RU" b="1" dirty="0"/>
            </a:br>
            <a:r>
              <a:rPr lang="en-RU" sz="1500" b="1" dirty="0"/>
              <a:t>(transformed)    </a:t>
            </a:r>
          </a:p>
        </p:txBody>
      </p:sp>
      <p:sp>
        <p:nvSpPr>
          <p:cNvPr id="288" name="Rounded Rectangle 287">
            <a:extLst>
              <a:ext uri="{FF2B5EF4-FFF2-40B4-BE49-F238E27FC236}">
                <a16:creationId xmlns:a16="http://schemas.microsoft.com/office/drawing/2014/main" id="{E396BDFB-5256-D5E4-4954-FB1F3456D8C5}"/>
              </a:ext>
            </a:extLst>
          </p:cNvPr>
          <p:cNvSpPr/>
          <p:nvPr/>
        </p:nvSpPr>
        <p:spPr>
          <a:xfrm>
            <a:off x="4571900" y="5524525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9" name="Rounded Rectangle 288">
            <a:extLst>
              <a:ext uri="{FF2B5EF4-FFF2-40B4-BE49-F238E27FC236}">
                <a16:creationId xmlns:a16="http://schemas.microsoft.com/office/drawing/2014/main" id="{B8A81308-1A41-C750-8641-683E01DA775A}"/>
              </a:ext>
            </a:extLst>
          </p:cNvPr>
          <p:cNvSpPr/>
          <p:nvPr/>
        </p:nvSpPr>
        <p:spPr>
          <a:xfrm>
            <a:off x="5334835" y="552541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90" name="Rounded Rectangle 289">
            <a:extLst>
              <a:ext uri="{FF2B5EF4-FFF2-40B4-BE49-F238E27FC236}">
                <a16:creationId xmlns:a16="http://schemas.microsoft.com/office/drawing/2014/main" id="{EAFC207A-F142-8644-2C64-770F6B4C1262}"/>
              </a:ext>
            </a:extLst>
          </p:cNvPr>
          <p:cNvSpPr/>
          <p:nvPr/>
        </p:nvSpPr>
        <p:spPr>
          <a:xfrm>
            <a:off x="6095459" y="5526349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2284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52149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61280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0" y="4035800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40322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7" y="403679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CB51D2DB-5417-2600-B56B-70A902937C50}"/>
              </a:ext>
            </a:extLst>
          </p:cNvPr>
          <p:cNvCxnSpPr>
            <a:cxnSpLocks/>
          </p:cNvCxnSpPr>
          <p:nvPr/>
        </p:nvCxnSpPr>
        <p:spPr>
          <a:xfrm flipV="1">
            <a:off x="7142549" y="492838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14226E6-DF08-AF7E-F4FD-FE7492871180}"/>
              </a:ext>
            </a:extLst>
          </p:cNvPr>
          <p:cNvCxnSpPr>
            <a:cxnSpLocks/>
          </p:cNvCxnSpPr>
          <p:nvPr/>
        </p:nvCxnSpPr>
        <p:spPr>
          <a:xfrm flipV="1">
            <a:off x="7913659" y="492838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/>
              <p:nvPr/>
            </p:nvSpPr>
            <p:spPr>
              <a:xfrm>
                <a:off x="7039262" y="501641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262" y="5016417"/>
                <a:ext cx="200375" cy="307777"/>
              </a:xfrm>
              <a:prstGeom prst="rect">
                <a:avLst/>
              </a:prstGeom>
              <a:blipFill>
                <a:blip r:embed="rId42"/>
                <a:stretch>
                  <a:fillRect l="-23529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/>
              <p:nvPr/>
            </p:nvSpPr>
            <p:spPr>
              <a:xfrm>
                <a:off x="7802238" y="501641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2238" y="5016417"/>
                <a:ext cx="200375" cy="307777"/>
              </a:xfrm>
              <a:prstGeom prst="rect">
                <a:avLst/>
              </a:prstGeom>
              <a:blipFill>
                <a:blip r:embed="rId43"/>
                <a:stretch>
                  <a:fillRect l="-23529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/>
              <p:nvPr/>
            </p:nvSpPr>
            <p:spPr>
              <a:xfrm>
                <a:off x="6837673" y="5500516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7673" y="5500516"/>
                <a:ext cx="608821" cy="923330"/>
              </a:xfrm>
              <a:prstGeom prst="rect">
                <a:avLst/>
              </a:prstGeom>
              <a:blipFill>
                <a:blip r:embed="rId44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9556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Rounded Rectangle 327">
            <a:extLst>
              <a:ext uri="{FF2B5EF4-FFF2-40B4-BE49-F238E27FC236}">
                <a16:creationId xmlns:a16="http://schemas.microsoft.com/office/drawing/2014/main" id="{091900DA-0A0C-3005-2106-DB4098C618A0}"/>
              </a:ext>
            </a:extLst>
          </p:cNvPr>
          <p:cNvSpPr/>
          <p:nvPr/>
        </p:nvSpPr>
        <p:spPr>
          <a:xfrm>
            <a:off x="6863631" y="552128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/>
              <p:nvPr/>
            </p:nvSpPr>
            <p:spPr>
              <a:xfrm>
                <a:off x="7613202" y="5500515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202" y="5500515"/>
                <a:ext cx="608821" cy="923330"/>
              </a:xfrm>
              <a:prstGeom prst="rect">
                <a:avLst/>
              </a:prstGeom>
              <a:blipFill>
                <a:blip r:embed="rId45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1F72B565-ACBC-4E9D-860A-4B22AB7B330C}"/>
              </a:ext>
            </a:extLst>
          </p:cNvPr>
          <p:cNvCxnSpPr>
            <a:cxnSpLocks/>
          </p:cNvCxnSpPr>
          <p:nvPr/>
        </p:nvCxnSpPr>
        <p:spPr>
          <a:xfrm flipV="1">
            <a:off x="7432584" y="5955614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1" name="Rounded Rectangle 330">
            <a:extLst>
              <a:ext uri="{FF2B5EF4-FFF2-40B4-BE49-F238E27FC236}">
                <a16:creationId xmlns:a16="http://schemas.microsoft.com/office/drawing/2014/main" id="{C1B8095E-37E2-2D1F-D979-9F1A26671059}"/>
              </a:ext>
            </a:extLst>
          </p:cNvPr>
          <p:cNvSpPr/>
          <p:nvPr/>
        </p:nvSpPr>
        <p:spPr>
          <a:xfrm>
            <a:off x="7639160" y="552128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1" y="4335890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328178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8" y="4329324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33589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404091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7" y="4039625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7" y="4339023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630407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62795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8" y="4625961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 flipV="1">
            <a:off x="4811207" y="4622900"/>
            <a:ext cx="3100312" cy="107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603521" y="4631658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2D1D3D44-9D20-DA22-5CD3-DCA26F04121A}"/>
              </a:ext>
            </a:extLst>
          </p:cNvPr>
          <p:cNvGrpSpPr/>
          <p:nvPr/>
        </p:nvGrpSpPr>
        <p:grpSpPr>
          <a:xfrm>
            <a:off x="7925968" y="4624244"/>
            <a:ext cx="45719" cy="296189"/>
            <a:chOff x="3509152" y="253612"/>
            <a:chExt cx="45719" cy="296189"/>
          </a:xfrm>
        </p:grpSpPr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769F9B71-1AC6-9581-1A95-EF74332FA4E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FF6A891D-E63E-ED7A-E058-72400FF583BA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68764EAA-F6FE-91B1-5D9C-8C733F131544}"/>
              </a:ext>
            </a:extLst>
          </p:cNvPr>
          <p:cNvCxnSpPr>
            <a:cxnSpLocks/>
          </p:cNvCxnSpPr>
          <p:nvPr/>
        </p:nvCxnSpPr>
        <p:spPr>
          <a:xfrm>
            <a:off x="7911519" y="462397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1" y="4044945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1" y="4044945"/>
                <a:ext cx="215636" cy="261610"/>
              </a:xfrm>
              <a:prstGeom prst="rect">
                <a:avLst/>
              </a:prstGeom>
              <a:blipFill>
                <a:blip r:embed="rId46"/>
                <a:stretch>
                  <a:fillRect l="-35294" r="-11765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1" y="4326925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1" y="4326925"/>
                <a:ext cx="220701" cy="261610"/>
              </a:xfrm>
              <a:prstGeom prst="rect">
                <a:avLst/>
              </a:prstGeom>
              <a:blipFill>
                <a:blip r:embed="rId47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6" y="4634007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6" y="4634007"/>
                <a:ext cx="220701" cy="261610"/>
              </a:xfrm>
              <a:prstGeom prst="rect">
                <a:avLst/>
              </a:prstGeom>
              <a:blipFill>
                <a:blip r:embed="rId48"/>
                <a:stretch>
                  <a:fillRect l="-26316" r="-10526" b="-2727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3161706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3161706"/>
                <a:ext cx="2264338" cy="276999"/>
              </a:xfrm>
              <a:prstGeom prst="rect">
                <a:avLst/>
              </a:prstGeom>
              <a:blipFill>
                <a:blip r:embed="rId49"/>
                <a:stretch>
                  <a:fillRect l="-6111" t="-27273" r="-2222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0" name="Group 389">
            <a:extLst>
              <a:ext uri="{FF2B5EF4-FFF2-40B4-BE49-F238E27FC236}">
                <a16:creationId xmlns:a16="http://schemas.microsoft.com/office/drawing/2014/main" id="{DAD2FEEA-28D7-8206-0E6C-B4BE362FA4F0}"/>
              </a:ext>
            </a:extLst>
          </p:cNvPr>
          <p:cNvGrpSpPr/>
          <p:nvPr/>
        </p:nvGrpSpPr>
        <p:grpSpPr>
          <a:xfrm>
            <a:off x="2739698" y="2595435"/>
            <a:ext cx="309691" cy="205149"/>
            <a:chOff x="9664906" y="3882521"/>
            <a:chExt cx="309691" cy="205149"/>
          </a:xfrm>
        </p:grpSpPr>
        <p:grpSp>
          <p:nvGrpSpPr>
            <p:cNvPr id="387" name="Group 386">
              <a:extLst>
                <a:ext uri="{FF2B5EF4-FFF2-40B4-BE49-F238E27FC236}">
                  <a16:creationId xmlns:a16="http://schemas.microsoft.com/office/drawing/2014/main" id="{472B1528-0BF3-750A-636A-F2E6C3599F8A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86" name="Rectangle 385">
                <a:extLst>
                  <a:ext uri="{FF2B5EF4-FFF2-40B4-BE49-F238E27FC236}">
                    <a16:creationId xmlns:a16="http://schemas.microsoft.com/office/drawing/2014/main" id="{5CD140FD-2796-114A-A353-E99A9F01F2FF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85" name="Group 384">
                <a:extLst>
                  <a:ext uri="{FF2B5EF4-FFF2-40B4-BE49-F238E27FC236}">
                    <a16:creationId xmlns:a16="http://schemas.microsoft.com/office/drawing/2014/main" id="{96A2CE66-4C0A-02C8-D4AB-14323B8D4471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78" name="Straight Connector 377">
                  <a:extLst>
                    <a:ext uri="{FF2B5EF4-FFF2-40B4-BE49-F238E27FC236}">
                      <a16:creationId xmlns:a16="http://schemas.microsoft.com/office/drawing/2014/main" id="{84F0707E-9951-B929-09B2-79806BB69D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0" name="Straight Connector 379">
                  <a:extLst>
                    <a:ext uri="{FF2B5EF4-FFF2-40B4-BE49-F238E27FC236}">
                      <a16:creationId xmlns:a16="http://schemas.microsoft.com/office/drawing/2014/main" id="{042A67FA-2F1F-F7E6-FF96-A65F3F11D0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9B93D71-7E87-9211-14F1-8A55411789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blipFill>
                <a:blip r:embed="rId50"/>
                <a:stretch>
                  <a:fillRect l="-25000" r="-20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4" y="4932011"/>
            <a:ext cx="3706140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2" name="Group 391">
            <a:extLst>
              <a:ext uri="{FF2B5EF4-FFF2-40B4-BE49-F238E27FC236}">
                <a16:creationId xmlns:a16="http://schemas.microsoft.com/office/drawing/2014/main" id="{D4B63AFA-87C2-D1D9-0F58-3E704FD7E656}"/>
              </a:ext>
            </a:extLst>
          </p:cNvPr>
          <p:cNvGrpSpPr/>
          <p:nvPr/>
        </p:nvGrpSpPr>
        <p:grpSpPr>
          <a:xfrm>
            <a:off x="8204915" y="5853307"/>
            <a:ext cx="309691" cy="205149"/>
            <a:chOff x="9664906" y="3882521"/>
            <a:chExt cx="309691" cy="205149"/>
          </a:xfrm>
        </p:grpSpPr>
        <p:grpSp>
          <p:nvGrpSpPr>
            <p:cNvPr id="393" name="Group 392">
              <a:extLst>
                <a:ext uri="{FF2B5EF4-FFF2-40B4-BE49-F238E27FC236}">
                  <a16:creationId xmlns:a16="http://schemas.microsoft.com/office/drawing/2014/main" id="{28653104-3605-B3F4-2A19-1BEAA2A1508E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95" name="Rectangle 394">
                <a:extLst>
                  <a:ext uri="{FF2B5EF4-FFF2-40B4-BE49-F238E27FC236}">
                    <a16:creationId xmlns:a16="http://schemas.microsoft.com/office/drawing/2014/main" id="{92E81726-11DE-6DF4-52CC-3A4387B7D1EE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96" name="Group 395">
                <a:extLst>
                  <a:ext uri="{FF2B5EF4-FFF2-40B4-BE49-F238E27FC236}">
                    <a16:creationId xmlns:a16="http://schemas.microsoft.com/office/drawing/2014/main" id="{6CA0B3E4-78C9-7765-D66D-3EEA07EF6039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97" name="Straight Connector 396">
                  <a:extLst>
                    <a:ext uri="{FF2B5EF4-FFF2-40B4-BE49-F238E27FC236}">
                      <a16:creationId xmlns:a16="http://schemas.microsoft.com/office/drawing/2014/main" id="{76E18BEE-ECD3-31B9-6FC5-8E02A6CE99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8" name="Straight Connector 397">
                  <a:extLst>
                    <a:ext uri="{FF2B5EF4-FFF2-40B4-BE49-F238E27FC236}">
                      <a16:creationId xmlns:a16="http://schemas.microsoft.com/office/drawing/2014/main" id="{21AC2C74-AD39-1206-3005-99F3050DFB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94" name="Straight Connector 393">
              <a:extLst>
                <a:ext uri="{FF2B5EF4-FFF2-40B4-BE49-F238E27FC236}">
                  <a16:creationId xmlns:a16="http://schemas.microsoft.com/office/drawing/2014/main" id="{8F506F3F-48A1-7A9D-02B2-B7A54F5DAE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dirty="0">
                    <a:solidFill>
                      <a:schemeClr val="tx1"/>
                    </a:solidFill>
                  </a:rPr>
                  <a:t> violates interf</a:t>
                </a:r>
                <a:r>
                  <a:rPr lang="en-RU" dirty="0"/>
                  <a:t>erence</a:t>
                </a:r>
                <a:r>
                  <a:rPr lang="en-RU" dirty="0">
                    <a:solidFill>
                      <a:schemeClr val="tx1"/>
                    </a:solidFill>
                  </a:rPr>
                  <a:t> </a:t>
                </a:r>
                <a:r>
                  <a:rPr lang="en-GB" dirty="0"/>
                  <a:t>c</a:t>
                </a:r>
                <a:r>
                  <a:rPr lang="en-RU" dirty="0">
                    <a:solidFill>
                      <a:schemeClr val="tx1"/>
                    </a:solidFill>
                  </a:rPr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dirty="0"/>
                  <a:t>schedule is not examined further</a:t>
                </a:r>
                <a:endParaRPr lang="en-RU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blipFill>
                <a:blip r:embed="rId51"/>
                <a:stretch>
                  <a:fillRect l="-4365" t="-23684" r="-3571" b="-2894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7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/>
              <p:nvPr/>
            </p:nvSpPr>
            <p:spPr>
              <a:xfrm>
                <a:off x="6471662" y="3664343"/>
                <a:ext cx="2015890" cy="73866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600" dirty="0">
                    <a:solidFill>
                      <a:schemeClr val="tx1"/>
                    </a:solidFill>
                  </a:rPr>
                  <a:t> violates interf. </a:t>
                </a:r>
                <a:r>
                  <a:rPr lang="en-GB" sz="1600" dirty="0"/>
                  <a:t>c</a:t>
                </a:r>
                <a:r>
                  <a:rPr lang="en-RU" sz="1600" dirty="0">
                    <a:solidFill>
                      <a:schemeClr val="tx1"/>
                    </a:solidFill>
                  </a:rPr>
                  <a:t>ond.;</a:t>
                </a:r>
              </a:p>
              <a:p>
                <a:r>
                  <a:rPr lang="en-RU" sz="1600" dirty="0"/>
                  <a:t>schedule is not examined further</a:t>
                </a:r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1662" y="3664343"/>
                <a:ext cx="2015890" cy="738664"/>
              </a:xfrm>
              <a:prstGeom prst="rect">
                <a:avLst/>
              </a:prstGeom>
              <a:blipFill>
                <a:blip r:embed="rId52"/>
                <a:stretch>
                  <a:fillRect l="-6250" t="-8475" r="-3125" b="-1525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5" name="Freeform 404">
            <a:extLst>
              <a:ext uri="{FF2B5EF4-FFF2-40B4-BE49-F238E27FC236}">
                <a16:creationId xmlns:a16="http://schemas.microsoft.com/office/drawing/2014/main" id="{DB736707-EA4C-5E84-6F10-0884EC45636F}"/>
              </a:ext>
            </a:extLst>
          </p:cNvPr>
          <p:cNvSpPr/>
          <p:nvPr/>
        </p:nvSpPr>
        <p:spPr>
          <a:xfrm>
            <a:off x="7962118" y="4095213"/>
            <a:ext cx="146676" cy="6779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  <a:gd name="connsiteX0" fmla="*/ 4889 w 166567"/>
              <a:gd name="connsiteY0" fmla="*/ 0 h 569630"/>
              <a:gd name="connsiteX1" fmla="*/ 161925 w 166567"/>
              <a:gd name="connsiteY1" fmla="*/ 464855 h 569630"/>
              <a:gd name="connsiteX2" fmla="*/ 0 w 166567"/>
              <a:gd name="connsiteY2" fmla="*/ 569630 h 569630"/>
              <a:gd name="connsiteX0" fmla="*/ 4889 w 178392"/>
              <a:gd name="connsiteY0" fmla="*/ 0 h 569630"/>
              <a:gd name="connsiteX1" fmla="*/ 161925 w 178392"/>
              <a:gd name="connsiteY1" fmla="*/ 464855 h 569630"/>
              <a:gd name="connsiteX2" fmla="*/ 0 w 178392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01404"/>
              <a:gd name="connsiteY0" fmla="*/ 0 h 569630"/>
              <a:gd name="connsiteX1" fmla="*/ 201404 w 201404"/>
              <a:gd name="connsiteY1" fmla="*/ 328783 h 569630"/>
              <a:gd name="connsiteX2" fmla="*/ 0 w 20140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328783 h 569630"/>
              <a:gd name="connsiteX2" fmla="*/ 0 w 20171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290513 h 569630"/>
              <a:gd name="connsiteX2" fmla="*/ 0 w 201714"/>
              <a:gd name="connsiteY2" fmla="*/ 569630 h 569630"/>
              <a:gd name="connsiteX0" fmla="*/ 0 w 295524"/>
              <a:gd name="connsiteY0" fmla="*/ 0 h 743972"/>
              <a:gd name="connsiteX1" fmla="*/ 295214 w 295524"/>
              <a:gd name="connsiteY1" fmla="*/ 464855 h 743972"/>
              <a:gd name="connsiteX2" fmla="*/ 93810 w 295524"/>
              <a:gd name="connsiteY2" fmla="*/ 743972 h 743972"/>
              <a:gd name="connsiteX0" fmla="*/ 0 w 288958"/>
              <a:gd name="connsiteY0" fmla="*/ 0 h 743972"/>
              <a:gd name="connsiteX1" fmla="*/ 288635 w 288958"/>
              <a:gd name="connsiteY1" fmla="*/ 379810 h 743972"/>
              <a:gd name="connsiteX2" fmla="*/ 93810 w 288958"/>
              <a:gd name="connsiteY2" fmla="*/ 743972 h 743972"/>
              <a:gd name="connsiteX0" fmla="*/ 0 w 308658"/>
              <a:gd name="connsiteY0" fmla="*/ 0 h 743972"/>
              <a:gd name="connsiteX1" fmla="*/ 308374 w 308658"/>
              <a:gd name="connsiteY1" fmla="*/ 396818 h 743972"/>
              <a:gd name="connsiteX2" fmla="*/ 93810 w 308658"/>
              <a:gd name="connsiteY2" fmla="*/ 743972 h 743972"/>
              <a:gd name="connsiteX0" fmla="*/ 0 w 308659"/>
              <a:gd name="connsiteY0" fmla="*/ 0 h 743972"/>
              <a:gd name="connsiteX1" fmla="*/ 308374 w 308659"/>
              <a:gd name="connsiteY1" fmla="*/ 396818 h 743972"/>
              <a:gd name="connsiteX2" fmla="*/ 93810 w 308659"/>
              <a:gd name="connsiteY2" fmla="*/ 743972 h 743972"/>
              <a:gd name="connsiteX0" fmla="*/ 0 w 308374"/>
              <a:gd name="connsiteY0" fmla="*/ 0 h 743972"/>
              <a:gd name="connsiteX1" fmla="*/ 308374 w 308374"/>
              <a:gd name="connsiteY1" fmla="*/ 396818 h 743972"/>
              <a:gd name="connsiteX2" fmla="*/ 93810 w 308374"/>
              <a:gd name="connsiteY2" fmla="*/ 743972 h 743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8374" h="743972">
                <a:moveTo>
                  <a:pt x="0" y="0"/>
                </a:moveTo>
                <a:cubicBezTo>
                  <a:pt x="176525" y="66958"/>
                  <a:pt x="306996" y="163682"/>
                  <a:pt x="308374" y="396818"/>
                </a:cubicBezTo>
                <a:cubicBezTo>
                  <a:pt x="303176" y="604440"/>
                  <a:pt x="155722" y="714603"/>
                  <a:pt x="93810" y="743972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4342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Connector 407">
            <a:extLst>
              <a:ext uri="{FF2B5EF4-FFF2-40B4-BE49-F238E27FC236}">
                <a16:creationId xmlns:a16="http://schemas.microsoft.com/office/drawing/2014/main" id="{32243045-FE09-7443-2094-1975273CA46C}"/>
              </a:ext>
            </a:extLst>
          </p:cNvPr>
          <p:cNvCxnSpPr>
            <a:cxnSpLocks/>
          </p:cNvCxnSpPr>
          <p:nvPr/>
        </p:nvCxnSpPr>
        <p:spPr>
          <a:xfrm>
            <a:off x="731176" y="67376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/>
              <p:nvPr/>
            </p:nvSpPr>
            <p:spPr>
              <a:xfrm>
                <a:off x="6205124" y="6442533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𝟒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5124" y="6442533"/>
                <a:ext cx="2264338" cy="276999"/>
              </a:xfrm>
              <a:prstGeom prst="rect">
                <a:avLst/>
              </a:prstGeom>
              <a:blipFill>
                <a:blip r:embed="rId53"/>
                <a:stretch>
                  <a:fillRect l="-6145" t="-27273" r="-2793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367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4930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201251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07559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07086"/>
            <a:ext cx="539642" cy="7555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205175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208037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585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582247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7458" y="3709062"/>
            <a:ext cx="7046" cy="233993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2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2" y="760657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3"/>
                <a:stretch>
                  <a:fillRect l="-7407" r="-7407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blipFill>
                <a:blip r:embed="rId5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33731" y="2586070"/>
            <a:ext cx="349771" cy="315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6" y="2145207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6" y="2145207"/>
                <a:ext cx="288412" cy="307777"/>
              </a:xfrm>
              <a:prstGeom prst="rect">
                <a:avLst/>
              </a:prstGeom>
              <a:blipFill>
                <a:blip r:embed="rId17"/>
                <a:stretch>
                  <a:fillRect l="-8333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199" y="2393621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199" y="2393621"/>
                <a:ext cx="294376" cy="307777"/>
              </a:xfrm>
              <a:prstGeom prst="rect">
                <a:avLst/>
              </a:prstGeom>
              <a:blipFill>
                <a:blip r:embed="rId18"/>
                <a:stretch>
                  <a:fillRect l="-8000" r="-4000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3" y="264564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3" y="2645649"/>
                <a:ext cx="294376" cy="307777"/>
              </a:xfrm>
              <a:prstGeom prst="rect">
                <a:avLst/>
              </a:prstGeom>
              <a:blipFill>
                <a:blip r:embed="rId19"/>
                <a:stretch>
                  <a:fillRect l="-8000" r="-4000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7"/>
            <a:ext cx="130003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393895" y="2207860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83294" y="2209438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0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2" y="77013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7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2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4" y="76888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7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3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7" y="1060982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89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4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1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5" y="76477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6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6" y="1062884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3037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7" y="1346761"/>
            <a:ext cx="1807623" cy="1272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19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7778" r="-11111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5381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5331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6713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562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85570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5882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1997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56127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blipFill>
                <a:blip r:embed="rId30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8" y="409814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8" y="4098140"/>
                <a:ext cx="324320" cy="338554"/>
              </a:xfrm>
              <a:prstGeom prst="rect">
                <a:avLst/>
              </a:prstGeom>
              <a:blipFill>
                <a:blip r:embed="rId31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0" y="440168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0" y="4401680"/>
                <a:ext cx="324320" cy="338554"/>
              </a:xfrm>
              <a:prstGeom prst="rect">
                <a:avLst/>
              </a:prstGeom>
              <a:blipFill>
                <a:blip r:embed="rId32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4835958"/>
                <a:ext cx="200375" cy="307777"/>
              </a:xfrm>
              <a:prstGeom prst="rect">
                <a:avLst/>
              </a:prstGeom>
              <a:blipFill>
                <a:blip r:embed="rId33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4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4" y="4835958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29412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4835958"/>
                <a:ext cx="200375" cy="307777"/>
              </a:xfrm>
              <a:prstGeom prst="rect">
                <a:avLst/>
              </a:prstGeom>
              <a:blipFill>
                <a:blip r:embed="rId35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73198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72500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3614948" y="3589287"/>
            <a:ext cx="1132563" cy="23750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b="1" dirty="0"/>
              <a:t>Scenario B:</a:t>
            </a:r>
            <a:r>
              <a:rPr lang="en-RU" sz="1500" b="1" dirty="0"/>
              <a:t>    </a:t>
            </a:r>
          </a:p>
        </p:txBody>
      </p: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578764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0" y="3856687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3853118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7" y="385768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719940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1" y="4156777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149065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8" y="4150211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15677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3861797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7" y="3860512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7" y="4159910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451294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448843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8" y="4446848"/>
            <a:ext cx="292527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>
            <a:off x="4811207" y="4444857"/>
            <a:ext cx="181993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596541" y="4459525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1" y="3865832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1" y="3865832"/>
                <a:ext cx="215636" cy="261610"/>
              </a:xfrm>
              <a:prstGeom prst="rect">
                <a:avLst/>
              </a:prstGeom>
              <a:blipFill>
                <a:blip r:embed="rId36"/>
                <a:stretch>
                  <a:fillRect l="-35294" r="-11765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1" y="414781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1" y="4147812"/>
                <a:ext cx="220701" cy="261610"/>
              </a:xfrm>
              <a:prstGeom prst="rect">
                <a:avLst/>
              </a:prstGeom>
              <a:blipFill>
                <a:blip r:embed="rId37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6" y="4454894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6" y="4454894"/>
                <a:ext cx="220701" cy="261610"/>
              </a:xfrm>
              <a:prstGeom prst="rect">
                <a:avLst/>
              </a:prstGeom>
              <a:blipFill>
                <a:blip r:embed="rId3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2974430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2974430"/>
                <a:ext cx="2264338" cy="276999"/>
              </a:xfrm>
              <a:prstGeom prst="rect">
                <a:avLst/>
              </a:prstGeom>
              <a:blipFill>
                <a:blip r:embed="rId39"/>
                <a:stretch>
                  <a:fillRect l="-6111" t="-27273" r="-2222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8" name="Straight Connector 387">
            <a:extLst>
              <a:ext uri="{FF2B5EF4-FFF2-40B4-BE49-F238E27FC236}">
                <a16:creationId xmlns:a16="http://schemas.microsoft.com/office/drawing/2014/main" id="{19B93D71-7E87-9211-14F1-8A554117894F}"/>
              </a:ext>
            </a:extLst>
          </p:cNvPr>
          <p:cNvCxnSpPr>
            <a:cxnSpLocks/>
          </p:cNvCxnSpPr>
          <p:nvPr/>
        </p:nvCxnSpPr>
        <p:spPr>
          <a:xfrm flipV="1">
            <a:off x="2828144" y="2582247"/>
            <a:ext cx="169889" cy="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7" name="Group 386">
            <a:extLst>
              <a:ext uri="{FF2B5EF4-FFF2-40B4-BE49-F238E27FC236}">
                <a16:creationId xmlns:a16="http://schemas.microsoft.com/office/drawing/2014/main" id="{472B1528-0BF3-750A-636A-F2E6C3599F8A}"/>
              </a:ext>
            </a:extLst>
          </p:cNvPr>
          <p:cNvGrpSpPr/>
          <p:nvPr/>
        </p:nvGrpSpPr>
        <p:grpSpPr>
          <a:xfrm>
            <a:off x="1946773" y="2446203"/>
            <a:ext cx="279600" cy="279990"/>
            <a:chOff x="9710295" y="2576141"/>
            <a:chExt cx="181383" cy="289752"/>
          </a:xfrm>
        </p:grpSpPr>
        <p:sp>
          <p:nvSpPr>
            <p:cNvPr id="386" name="Rectangle 385">
              <a:extLst>
                <a:ext uri="{FF2B5EF4-FFF2-40B4-BE49-F238E27FC236}">
                  <a16:creationId xmlns:a16="http://schemas.microsoft.com/office/drawing/2014/main" id="{5CD140FD-2796-114A-A353-E99A9F01F2FF}"/>
                </a:ext>
              </a:extLst>
            </p:cNvPr>
            <p:cNvSpPr/>
            <p:nvPr/>
          </p:nvSpPr>
          <p:spPr>
            <a:xfrm flipH="1">
              <a:off x="9710295" y="2576141"/>
              <a:ext cx="181383" cy="289752"/>
            </a:xfrm>
            <a:prstGeom prst="rect">
              <a:avLst/>
            </a:prstGeom>
            <a:noFill/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/>
            </a:p>
          </p:txBody>
        </p:sp>
        <p:grpSp>
          <p:nvGrpSpPr>
            <p:cNvPr id="385" name="Group 384">
              <a:extLst>
                <a:ext uri="{FF2B5EF4-FFF2-40B4-BE49-F238E27FC236}">
                  <a16:creationId xmlns:a16="http://schemas.microsoft.com/office/drawing/2014/main" id="{96A2CE66-4C0A-02C8-D4AB-14323B8D4471}"/>
                </a:ext>
              </a:extLst>
            </p:cNvPr>
            <p:cNvGrpSpPr/>
            <p:nvPr/>
          </p:nvGrpSpPr>
          <p:grpSpPr>
            <a:xfrm>
              <a:off x="9729192" y="2627437"/>
              <a:ext cx="123586" cy="187160"/>
              <a:chOff x="10105712" y="4024829"/>
              <a:chExt cx="295588" cy="385917"/>
            </a:xfrm>
          </p:grpSpPr>
          <p:cxnSp>
            <p:nvCxnSpPr>
              <p:cNvPr id="378" name="Straight Connector 377">
                <a:extLst>
                  <a:ext uri="{FF2B5EF4-FFF2-40B4-BE49-F238E27FC236}">
                    <a16:creationId xmlns:a16="http://schemas.microsoft.com/office/drawing/2014/main" id="{84F0707E-9951-B929-09B2-79806BB69D4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Straight Connector 379">
                <a:extLst>
                  <a:ext uri="{FF2B5EF4-FFF2-40B4-BE49-F238E27FC236}">
                    <a16:creationId xmlns:a16="http://schemas.microsoft.com/office/drawing/2014/main" id="{042A67FA-2F1F-F7E6-FF96-A65F3F11D0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blipFill>
                <a:blip r:embed="rId40"/>
                <a:stretch>
                  <a:fillRect l="-25000" r="-20000" b="-294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4" y="4752898"/>
            <a:ext cx="2319962" cy="2312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dirty="0">
                    <a:solidFill>
                      <a:schemeClr val="tx1"/>
                    </a:solidFill>
                  </a:rPr>
                  <a:t> violates interf</a:t>
                </a:r>
                <a:r>
                  <a:rPr lang="en-RU" dirty="0"/>
                  <a:t>erence</a:t>
                </a:r>
                <a:r>
                  <a:rPr lang="en-RU" dirty="0">
                    <a:solidFill>
                      <a:schemeClr val="tx1"/>
                    </a:solidFill>
                  </a:rPr>
                  <a:t> </a:t>
                </a:r>
                <a:r>
                  <a:rPr lang="en-GB" dirty="0"/>
                  <a:t>c</a:t>
                </a:r>
                <a:r>
                  <a:rPr lang="en-RU" dirty="0">
                    <a:solidFill>
                      <a:schemeClr val="tx1"/>
                    </a:solidFill>
                  </a:rPr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dirty="0"/>
                  <a:t>schedule is not examined further</a:t>
                </a:r>
                <a:endParaRPr lang="en-RU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blipFill>
                <a:blip r:embed="rId51"/>
                <a:stretch>
                  <a:fillRect l="-4365" t="-23684" r="-3571" b="-2894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7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031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>
            <a:extLst>
              <a:ext uri="{FF2B5EF4-FFF2-40B4-BE49-F238E27FC236}">
                <a16:creationId xmlns:a16="http://schemas.microsoft.com/office/drawing/2014/main" id="{61C51E6B-6620-86E4-FC68-0BBCA3E51E99}"/>
              </a:ext>
            </a:extLst>
          </p:cNvPr>
          <p:cNvSpPr/>
          <p:nvPr/>
        </p:nvSpPr>
        <p:spPr>
          <a:xfrm>
            <a:off x="6634400" y="1208015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6803938" y="233326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501C67A-2AE9-3510-A220-8E9F78893A29}"/>
              </a:ext>
            </a:extLst>
          </p:cNvPr>
          <p:cNvCxnSpPr>
            <a:cxnSpLocks/>
          </p:cNvCxnSpPr>
          <p:nvPr/>
        </p:nvCxnSpPr>
        <p:spPr>
          <a:xfrm flipV="1">
            <a:off x="6636334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>
            <a:extLst>
              <a:ext uri="{FF2B5EF4-FFF2-40B4-BE49-F238E27FC236}">
                <a16:creationId xmlns:a16="http://schemas.microsoft.com/office/drawing/2014/main" id="{56726D27-C3AA-E4A0-D0BD-E916AFB5EAB8}"/>
              </a:ext>
            </a:extLst>
          </p:cNvPr>
          <p:cNvSpPr/>
          <p:nvPr/>
        </p:nvSpPr>
        <p:spPr>
          <a:xfrm>
            <a:off x="6633101" y="4307488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6838" y="16155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6838" y="1615534"/>
                <a:ext cx="231602" cy="430887"/>
              </a:xfrm>
              <a:prstGeom prst="rect">
                <a:avLst/>
              </a:prstGeom>
              <a:blipFill>
                <a:blip r:embed="rId52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>
            <a:off x="1727595" y="1646146"/>
            <a:ext cx="5408496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65C2A5A-6C07-7AE2-9E09-8CEEA6143785}"/>
              </a:ext>
            </a:extLst>
          </p:cNvPr>
          <p:cNvSpPr txBox="1"/>
          <p:nvPr/>
        </p:nvSpPr>
        <p:spPr>
          <a:xfrm>
            <a:off x="6825408" y="547449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14CE618-05CA-5D60-D781-00B3831BA664}"/>
              </a:ext>
            </a:extLst>
          </p:cNvPr>
          <p:cNvSpPr/>
          <p:nvPr/>
        </p:nvSpPr>
        <p:spPr>
          <a:xfrm>
            <a:off x="4547699" y="5286244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/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blipFill>
                <a:blip r:embed="rId5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AC45222C-2EE1-B310-2D8E-2FF9F2342C31}"/>
              </a:ext>
            </a:extLst>
          </p:cNvPr>
          <p:cNvSpPr/>
          <p:nvPr/>
        </p:nvSpPr>
        <p:spPr>
          <a:xfrm>
            <a:off x="5321278" y="5285271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/>
              <p:nvPr/>
            </p:nvSpPr>
            <p:spPr>
              <a:xfrm>
                <a:off x="5311343" y="5292306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1343" y="5292306"/>
                <a:ext cx="560987" cy="736740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134DA4E9-EB84-A6B8-4C35-5583D8C1F992}"/>
              </a:ext>
            </a:extLst>
          </p:cNvPr>
          <p:cNvSpPr/>
          <p:nvPr/>
        </p:nvSpPr>
        <p:spPr>
          <a:xfrm>
            <a:off x="6094929" y="5284406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/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/>
              <p:nvPr/>
            </p:nvSpPr>
            <p:spPr>
              <a:xfrm>
                <a:off x="4063895" y="5217221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895" y="5217221"/>
                <a:ext cx="288412" cy="307777"/>
              </a:xfrm>
              <a:prstGeom prst="rect">
                <a:avLst/>
              </a:prstGeom>
              <a:blipFill>
                <a:blip r:embed="rId56"/>
                <a:stretch>
                  <a:fillRect l="-13043" r="-8696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/>
              <p:nvPr/>
            </p:nvSpPr>
            <p:spPr>
              <a:xfrm>
                <a:off x="4064378" y="5465635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4378" y="5465635"/>
                <a:ext cx="294376" cy="307777"/>
              </a:xfrm>
              <a:prstGeom prst="rect">
                <a:avLst/>
              </a:prstGeom>
              <a:blipFill>
                <a:blip r:embed="rId57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/>
              <p:nvPr/>
            </p:nvSpPr>
            <p:spPr>
              <a:xfrm>
                <a:off x="4063932" y="5717663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932" y="5717663"/>
                <a:ext cx="294376" cy="307777"/>
              </a:xfrm>
              <a:prstGeom prst="rect">
                <a:avLst/>
              </a:prstGeom>
              <a:blipFill>
                <a:blip r:embed="rId58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114836" y="3261473"/>
            <a:ext cx="1935281" cy="570536"/>
            <a:chOff x="1141271" y="5444206"/>
            <a:chExt cx="1935281" cy="570536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41271" y="5444206"/>
              <a:ext cx="1456809" cy="23750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i="1" dirty="0"/>
                <a:t>State Notation:</a:t>
              </a:r>
              <a:endParaRPr lang="en-RU" sz="1500" i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20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2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blipFill>
                  <a:blip r:embed="rId59"/>
                  <a:stretch>
                    <a:fillRect l="-1987" b="-24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47452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2047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3436710C-20D0-07E2-C14F-DE337DC2DB50}"/>
              </a:ext>
            </a:extLst>
          </p:cNvPr>
          <p:cNvCxnSpPr>
            <a:cxnSpLocks/>
          </p:cNvCxnSpPr>
          <p:nvPr/>
        </p:nvCxnSpPr>
        <p:spPr>
          <a:xfrm>
            <a:off x="717460" y="65497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30F443AF-EB9E-CA14-1417-55017F4B180D}"/>
              </a:ext>
            </a:extLst>
          </p:cNvPr>
          <p:cNvCxnSpPr>
            <a:cxnSpLocks/>
          </p:cNvCxnSpPr>
          <p:nvPr/>
        </p:nvCxnSpPr>
        <p:spPr>
          <a:xfrm>
            <a:off x="712709" y="579927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47D5A2E4-4608-9D99-777D-11E286ABF8E4}"/>
              </a:ext>
            </a:extLst>
          </p:cNvPr>
          <p:cNvCxnSpPr>
            <a:cxnSpLocks/>
          </p:cNvCxnSpPr>
          <p:nvPr/>
        </p:nvCxnSpPr>
        <p:spPr>
          <a:xfrm>
            <a:off x="712709" y="55430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0264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462519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468827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466443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469305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1188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843515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982119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2" y="1077911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>
            <a:cxnSpLocks/>
          </p:cNvCxnSpPr>
          <p:nvPr/>
        </p:nvCxnSpPr>
        <p:spPr>
          <a:xfrm>
            <a:off x="7131138" y="174901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>
            <a:cxnSpLocks/>
          </p:cNvCxnSpPr>
          <p:nvPr/>
        </p:nvCxnSpPr>
        <p:spPr>
          <a:xfrm>
            <a:off x="7902988" y="174901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07292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999514" y="10300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514" y="1030017"/>
                <a:ext cx="317779" cy="338554"/>
              </a:xfrm>
              <a:prstGeom prst="rect">
                <a:avLst/>
              </a:prstGeom>
              <a:blipFill>
                <a:blip r:embed="rId2"/>
                <a:stretch>
                  <a:fillRect l="-11538" r="-11538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995841" y="132789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41" y="1327893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998033" y="163143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033" y="1631433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2056186"/>
                <a:ext cx="200375" cy="307777"/>
              </a:xfrm>
              <a:prstGeom prst="rect">
                <a:avLst/>
              </a:prstGeom>
              <a:blipFill>
                <a:blip r:embed="rId5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2056186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2056186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2056186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2056186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476163"/>
                <a:ext cx="560987" cy="73674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476163"/>
                <a:ext cx="560987" cy="73674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476163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476163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995829" y="2406475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29" y="2406475"/>
                <a:ext cx="288412" cy="307777"/>
              </a:xfrm>
              <a:prstGeom prst="rect">
                <a:avLst/>
              </a:prstGeom>
              <a:blipFill>
                <a:blip r:embed="rId14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996312" y="265488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12" y="2654889"/>
                <a:ext cx="294376" cy="307777"/>
              </a:xfrm>
              <a:prstGeom prst="rect">
                <a:avLst/>
              </a:prstGeom>
              <a:blipFill>
                <a:blip r:embed="rId15"/>
                <a:stretch>
                  <a:fillRect l="-12500" r="-8333" b="-12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995866" y="2906917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66" y="2906917"/>
                <a:ext cx="294376" cy="307777"/>
              </a:xfrm>
              <a:prstGeom prst="rect">
                <a:avLst/>
              </a:prstGeom>
              <a:blipFill>
                <a:blip r:embed="rId16"/>
                <a:stretch>
                  <a:fillRect l="-12500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992850" y="642674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7585" y="2469128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650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650" y="2476163"/>
                <a:ext cx="560987" cy="73674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2056186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2056186"/>
                <a:ext cx="200376" cy="307777"/>
              </a:xfrm>
              <a:prstGeom prst="rect">
                <a:avLst/>
              </a:prstGeom>
              <a:blipFill>
                <a:blip r:embed="rId1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24155" y="2470706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5807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3,5,0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5807" y="2476163"/>
                <a:ext cx="560987" cy="736740"/>
              </a:xfrm>
              <a:prstGeom prst="rect">
                <a:avLst/>
              </a:prstGeom>
              <a:blipFill>
                <a:blip r:embed="rId19"/>
                <a:stretch>
                  <a:fillRect b="-169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1716855" y="1374263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1721624" y="1369982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3267078" y="1372925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2500969" y="1664254"/>
            <a:ext cx="15426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2497392" y="1674327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5214" y="1082621"/>
            <a:ext cx="73188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6207" y="1086137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04614" y="107310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53" y="1081780"/>
            <a:ext cx="76155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370439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0715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478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79038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12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625998" y="183854"/>
                <a:ext cx="3721596" cy="7668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marL="198000" indent="-198000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</a:t>
                </a:r>
                <a:r>
                  <a:rPr lang="en-RU" sz="1550" dirty="0" smtClean="0">
                    <a:solidFill>
                      <a:schemeClr val="tx1"/>
                    </a:solidFill>
                  </a:rPr>
                  <a:t>job </a:t>
                </a:r>
                <a:r>
                  <a:rPr lang="en-RU" sz="1550" dirty="0">
                    <a:solidFill>
                      <a:schemeClr val="tx1"/>
                    </a:solidFill>
                  </a:rPr>
                  <a:t>completed at </a:t>
                </a:r>
                <a14:m>
                  <m:oMath xmlns:m="http://schemas.openxmlformats.org/officeDocument/2006/math">
                    <m:r>
                      <a:rPr lang="en-US" sz="155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has not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interfered</a:t>
                </a:r>
                <a:r>
                  <a:rPr lang="en-RU" sz="1550" dirty="0"/>
                  <a:t> </a:t>
                </a:r>
                <a:r>
                  <a:rPr lang="en-RU" sz="1550" dirty="0">
                    <a:solidFill>
                      <a:schemeClr val="tx1"/>
                    </a:solidFill>
                  </a:rPr>
                  <a:t>with any </a:t>
                </a:r>
                <a:r>
                  <a:rPr lang="en-RU" sz="1550">
                    <a:solidFill>
                      <a:schemeClr val="tx1"/>
                    </a:solidFill>
                  </a:rPr>
                  <a:t>other </a:t>
                </a:r>
                <a:r>
                  <a:rPr lang="en-RU" sz="1550" smtClean="0">
                    <a:solidFill>
                      <a:schemeClr val="tx1"/>
                    </a:solidFill>
                  </a:rPr>
                  <a:t>job</a:t>
                </a:r>
                <a:r>
                  <a:rPr lang="en-RU" sz="1550" dirty="0">
                    <a:solidFill>
                      <a:schemeClr val="tx1"/>
                    </a:solidFill>
                  </a:rPr>
                  <a:t>;</a:t>
                </a:r>
              </a:p>
              <a:p>
                <a:pPr marL="198000" indent="-198000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:r>
                  <a:rPr lang="en-RU" sz="1550" dirty="0"/>
                  <a:t>no need to examine </a:t>
                </a:r>
                <a:r>
                  <a:rPr lang="en-RU" sz="1550"/>
                  <a:t>the </a:t>
                </a:r>
                <a:r>
                  <a:rPr lang="en-RU" sz="1550" smtClean="0"/>
                  <a:t>trajectory </a:t>
                </a:r>
                <a:r>
                  <a:rPr lang="en-RU" sz="1550" dirty="0"/>
                  <a:t>for </a:t>
                </a:r>
                <a14:m>
                  <m:oMath xmlns:m="http://schemas.openxmlformats.org/officeDocument/2006/math">
                    <m:r>
                      <a:rPr lang="en-US" sz="155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b="0" i="1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RU" sz="15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998" y="183854"/>
                <a:ext cx="3721596" cy="766877"/>
              </a:xfrm>
              <a:prstGeom prst="rect">
                <a:avLst/>
              </a:prstGeom>
              <a:blipFill>
                <a:blip r:embed="rId20"/>
                <a:stretch>
                  <a:fillRect l="-2721" t="-8197" r="-1020" b="-1475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3295495" y="1022459"/>
            <a:ext cx="168330" cy="499358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5998717" y="259452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blipFill>
                <a:blip r:embed="rId21"/>
                <a:stretch>
                  <a:fillRect l="-20000" r="-20000" b="-294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030494" y="3487496"/>
            <a:ext cx="2853086" cy="257997"/>
            <a:chOff x="1150602" y="5360033"/>
            <a:chExt cx="2853086" cy="257997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50602" y="5406882"/>
              <a:ext cx="1268168" cy="21114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sz="1600" i="1" dirty="0"/>
                <a:t>State Notation: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6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16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blipFill>
                  <a:blip r:embed="rId22"/>
                  <a:stretch>
                    <a:fillRect l="-1653" r="-826" b="-19048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54348FE2-F06B-8F1D-CD38-800F435613B2}"/>
              </a:ext>
            </a:extLst>
          </p:cNvPr>
          <p:cNvSpPr/>
          <p:nvPr/>
        </p:nvSpPr>
        <p:spPr>
          <a:xfrm flipH="1">
            <a:off x="4048832" y="1376940"/>
            <a:ext cx="156841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8075E3E-623E-5094-210E-5B357F8020F2}"/>
              </a:ext>
            </a:extLst>
          </p:cNvPr>
          <p:cNvCxnSpPr>
            <a:cxnSpLocks/>
          </p:cNvCxnSpPr>
          <p:nvPr/>
        </p:nvCxnSpPr>
        <p:spPr>
          <a:xfrm flipV="1">
            <a:off x="4053601" y="137265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655C8FB-C4FE-EF2B-26BD-4AB403919135}"/>
              </a:ext>
            </a:extLst>
          </p:cNvPr>
          <p:cNvCxnSpPr>
            <a:cxnSpLocks/>
          </p:cNvCxnSpPr>
          <p:nvPr/>
        </p:nvCxnSpPr>
        <p:spPr>
          <a:xfrm>
            <a:off x="5599055" y="137560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1DDFA309-3161-1DA0-8105-5356D5715C54}"/>
              </a:ext>
            </a:extLst>
          </p:cNvPr>
          <p:cNvSpPr/>
          <p:nvPr/>
        </p:nvSpPr>
        <p:spPr>
          <a:xfrm flipH="1">
            <a:off x="4063262" y="1678078"/>
            <a:ext cx="73383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DCEFED1-A7F1-2FFB-1FAC-21D350550A5F}"/>
              </a:ext>
            </a:extLst>
          </p:cNvPr>
          <p:cNvSpPr/>
          <p:nvPr/>
        </p:nvSpPr>
        <p:spPr>
          <a:xfrm flipH="1">
            <a:off x="4820133" y="1671291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5105" y="1674327"/>
            <a:ext cx="386233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32E0CAC-4401-A034-01A4-AA8CE3E0EBC1}"/>
              </a:ext>
            </a:extLst>
          </p:cNvPr>
          <p:cNvGrpSpPr/>
          <p:nvPr/>
        </p:nvGrpSpPr>
        <p:grpSpPr>
          <a:xfrm>
            <a:off x="3993897" y="1378314"/>
            <a:ext cx="45719" cy="296189"/>
            <a:chOff x="3509152" y="253612"/>
            <a:chExt cx="45719" cy="296189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B3D5A23-89B6-235E-8DF2-3915F91D66A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27A57C3-E3A1-0D5C-14A2-BEFAD97AE4C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E75A50C-7A88-5C58-C3E1-1C5505B3B0A3}"/>
              </a:ext>
            </a:extLst>
          </p:cNvPr>
          <p:cNvGrpSpPr/>
          <p:nvPr/>
        </p:nvGrpSpPr>
        <p:grpSpPr>
          <a:xfrm>
            <a:off x="5598161" y="1086028"/>
            <a:ext cx="45719" cy="296189"/>
            <a:chOff x="3509152" y="253612"/>
            <a:chExt cx="45719" cy="29618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DE09A0A-EE1B-941E-131A-6B3C2C8D794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95CA8E-E5AD-3476-F626-4DC3B42B8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D780F9C-F9A0-068B-6697-AF63DB048996}"/>
              </a:ext>
            </a:extLst>
          </p:cNvPr>
          <p:cNvCxnSpPr>
            <a:cxnSpLocks/>
          </p:cNvCxnSpPr>
          <p:nvPr/>
        </p:nvCxnSpPr>
        <p:spPr>
          <a:xfrm>
            <a:off x="4053804" y="1373116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E7595C1-8330-AFD3-6490-EFE10C199609}"/>
              </a:ext>
            </a:extLst>
          </p:cNvPr>
          <p:cNvGrpSpPr/>
          <p:nvPr/>
        </p:nvGrpSpPr>
        <p:grpSpPr>
          <a:xfrm>
            <a:off x="6312237" y="1676395"/>
            <a:ext cx="45719" cy="296189"/>
            <a:chOff x="3509152" y="253612"/>
            <a:chExt cx="45719" cy="29618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F977DB23-B041-64D4-1EBB-A6D010F024F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52B24209-B179-75DF-A736-75243181F6A5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5587266" y="1666447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954006"/>
            <a:ext cx="4631691" cy="9394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C9EA2FC-312C-5719-D455-50BEF289A76D}"/>
              </a:ext>
            </a:extLst>
          </p:cNvPr>
          <p:cNvGrpSpPr/>
          <p:nvPr/>
        </p:nvGrpSpPr>
        <p:grpSpPr>
          <a:xfrm>
            <a:off x="6310072" y="1373809"/>
            <a:ext cx="45719" cy="296189"/>
            <a:chOff x="3509152" y="253612"/>
            <a:chExt cx="45719" cy="296189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31196E3E-5D30-043A-4382-B2DBA9237E2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ACF72CE-EB10-E7AA-D185-93268830052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F8CF0E3-223F-4BAE-E8A0-2BEF48B3E4DF}"/>
              </a:ext>
            </a:extLst>
          </p:cNvPr>
          <p:cNvCxnSpPr>
            <a:cxnSpLocks/>
          </p:cNvCxnSpPr>
          <p:nvPr/>
        </p:nvCxnSpPr>
        <p:spPr>
          <a:xfrm>
            <a:off x="2772245" y="2844533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70D4EE7-357C-42DB-F156-E3003C15D5E5}"/>
              </a:ext>
            </a:extLst>
          </p:cNvPr>
          <p:cNvCxnSpPr>
            <a:cxnSpLocks/>
          </p:cNvCxnSpPr>
          <p:nvPr/>
        </p:nvCxnSpPr>
        <p:spPr>
          <a:xfrm>
            <a:off x="2001776" y="2847299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/>
              <p:nvPr/>
            </p:nvSpPr>
            <p:spPr>
              <a:xfrm>
                <a:off x="4127857" y="1061109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857" y="1061109"/>
                <a:ext cx="215636" cy="261610"/>
              </a:xfrm>
              <a:prstGeom prst="rect">
                <a:avLst/>
              </a:prstGeom>
              <a:blipFill>
                <a:blip r:embed="rId23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/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blipFill>
                <a:blip r:embed="rId24"/>
                <a:stretch>
                  <a:fillRect l="-26316" r="-526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/>
              <p:nvPr/>
            </p:nvSpPr>
            <p:spPr>
              <a:xfrm>
                <a:off x="2540817" y="165828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817" y="1658282"/>
                <a:ext cx="220701" cy="261610"/>
              </a:xfrm>
              <a:prstGeom prst="rect">
                <a:avLst/>
              </a:prstGeom>
              <a:blipFill>
                <a:blip r:embed="rId25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541C8ED1-3667-2FCB-5E78-87E5FF5607C3}"/>
              </a:ext>
            </a:extLst>
          </p:cNvPr>
          <p:cNvSpPr/>
          <p:nvPr/>
        </p:nvSpPr>
        <p:spPr>
          <a:xfrm>
            <a:off x="4537993" y="5798307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FA52DD4F-76F9-BB19-D2E5-5480752CCB5B}"/>
              </a:ext>
            </a:extLst>
          </p:cNvPr>
          <p:cNvSpPr/>
          <p:nvPr/>
        </p:nvSpPr>
        <p:spPr>
          <a:xfrm>
            <a:off x="3784621" y="5802231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AF1C8846-ED37-E4CE-0A62-48514ADD53B0}"/>
              </a:ext>
            </a:extLst>
          </p:cNvPr>
          <p:cNvSpPr/>
          <p:nvPr/>
        </p:nvSpPr>
        <p:spPr>
          <a:xfrm>
            <a:off x="2999357" y="5805093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C4CFED1-E6DA-CA18-EBC1-E0CA0361A415}"/>
              </a:ext>
            </a:extLst>
          </p:cNvPr>
          <p:cNvCxnSpPr>
            <a:cxnSpLocks/>
          </p:cNvCxnSpPr>
          <p:nvPr/>
        </p:nvCxnSpPr>
        <p:spPr>
          <a:xfrm>
            <a:off x="3539771" y="6179303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764E40C3-753D-5C75-E32B-C3624EF69940}"/>
              </a:ext>
            </a:extLst>
          </p:cNvPr>
          <p:cNvCxnSpPr>
            <a:cxnSpLocks/>
          </p:cNvCxnSpPr>
          <p:nvPr/>
        </p:nvCxnSpPr>
        <p:spPr>
          <a:xfrm>
            <a:off x="1725804" y="4124438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B189DE1-DE21-383F-61FD-382F5D0EBB89}"/>
              </a:ext>
            </a:extLst>
          </p:cNvPr>
          <p:cNvCxnSpPr/>
          <p:nvPr/>
        </p:nvCxnSpPr>
        <p:spPr>
          <a:xfrm flipV="1">
            <a:off x="2503581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B226BE52-7078-17C2-5178-0A0B7829558E}"/>
              </a:ext>
            </a:extLst>
          </p:cNvPr>
          <p:cNvCxnSpPr>
            <a:cxnSpLocks/>
          </p:cNvCxnSpPr>
          <p:nvPr/>
        </p:nvCxnSpPr>
        <p:spPr>
          <a:xfrm flipV="1">
            <a:off x="4051643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1F173E9-909C-7E4A-2FAB-0136ABDCA0E1}"/>
              </a:ext>
            </a:extLst>
          </p:cNvPr>
          <p:cNvCxnSpPr>
            <a:cxnSpLocks/>
          </p:cNvCxnSpPr>
          <p:nvPr/>
        </p:nvCxnSpPr>
        <p:spPr>
          <a:xfrm flipV="1">
            <a:off x="3277112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8FA13A1B-0452-EBA8-2277-11AF2FD3CBEB}"/>
              </a:ext>
            </a:extLst>
          </p:cNvPr>
          <p:cNvCxnSpPr>
            <a:cxnSpLocks/>
          </p:cNvCxnSpPr>
          <p:nvPr/>
        </p:nvCxnSpPr>
        <p:spPr>
          <a:xfrm flipV="1">
            <a:off x="4809384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/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blipFill>
                <a:blip r:embed="rId26"/>
                <a:stretch>
                  <a:fillRect l="-7692" r="-11538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/>
              <p:nvPr/>
            </p:nvSpPr>
            <p:spPr>
              <a:xfrm>
                <a:off x="997933" y="465435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33" y="4654350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/>
              <p:nvPr/>
            </p:nvSpPr>
            <p:spPr>
              <a:xfrm>
                <a:off x="1000125" y="495789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125" y="4957890"/>
                <a:ext cx="324320" cy="338554"/>
              </a:xfrm>
              <a:prstGeom prst="rect">
                <a:avLst/>
              </a:prstGeom>
              <a:blipFill>
                <a:blip r:embed="rId27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/>
              <p:nvPr/>
            </p:nvSpPr>
            <p:spPr>
              <a:xfrm>
                <a:off x="2398022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8022" y="5382643"/>
                <a:ext cx="200375" cy="307777"/>
              </a:xfrm>
              <a:prstGeom prst="rect">
                <a:avLst/>
              </a:prstGeom>
              <a:blipFill>
                <a:blip r:embed="rId28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/>
              <p:nvPr/>
            </p:nvSpPr>
            <p:spPr>
              <a:xfrm>
                <a:off x="3171942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1942" y="5382643"/>
                <a:ext cx="200375" cy="307777"/>
              </a:xfrm>
              <a:prstGeom prst="rect">
                <a:avLst/>
              </a:prstGeom>
              <a:blipFill>
                <a:blip r:embed="rId2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/>
              <p:nvPr/>
            </p:nvSpPr>
            <p:spPr>
              <a:xfrm>
                <a:off x="3933298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3298" y="5382643"/>
                <a:ext cx="200375" cy="307777"/>
              </a:xfrm>
              <a:prstGeom prst="rect">
                <a:avLst/>
              </a:prstGeom>
              <a:blipFill>
                <a:blip r:embed="rId30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/>
              <p:nvPr/>
            </p:nvSpPr>
            <p:spPr>
              <a:xfrm>
                <a:off x="4716586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586" y="5382643"/>
                <a:ext cx="200375" cy="307777"/>
              </a:xfrm>
              <a:prstGeom prst="rect">
                <a:avLst/>
              </a:prstGeom>
              <a:blipFill>
                <a:blip r:embed="rId31"/>
                <a:stretch>
                  <a:fillRect l="-29412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/>
              <p:nvPr/>
            </p:nvSpPr>
            <p:spPr>
              <a:xfrm>
                <a:off x="2991009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1009" y="5811951"/>
                <a:ext cx="560987" cy="73674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/>
              <p:nvPr/>
            </p:nvSpPr>
            <p:spPr>
              <a:xfrm>
                <a:off x="3775790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5790" y="5811951"/>
                <a:ext cx="560987" cy="73674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/>
              <p:nvPr/>
            </p:nvSpPr>
            <p:spPr>
              <a:xfrm>
                <a:off x="4531030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1030" y="5811951"/>
                <a:ext cx="560987" cy="73674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56092183-96C3-A2EA-C1CD-88ABEEA6804E}"/>
              </a:ext>
            </a:extLst>
          </p:cNvPr>
          <p:cNvCxnSpPr>
            <a:cxnSpLocks/>
          </p:cNvCxnSpPr>
          <p:nvPr/>
        </p:nvCxnSpPr>
        <p:spPr>
          <a:xfrm flipV="1">
            <a:off x="4335193" y="617930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6958714-5128-C77C-2F82-2B352CA4DC46}"/>
              </a:ext>
            </a:extLst>
          </p:cNvPr>
          <p:cNvCxnSpPr>
            <a:cxnSpLocks/>
          </p:cNvCxnSpPr>
          <p:nvPr/>
        </p:nvCxnSpPr>
        <p:spPr>
          <a:xfrm flipV="1">
            <a:off x="5115676" y="617930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/>
              <p:nvPr/>
            </p:nvSpPr>
            <p:spPr>
              <a:xfrm>
                <a:off x="997921" y="5742263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21" y="5742263"/>
                <a:ext cx="288412" cy="307777"/>
              </a:xfrm>
              <a:prstGeom prst="rect">
                <a:avLst/>
              </a:prstGeom>
              <a:blipFill>
                <a:blip r:embed="rId35"/>
                <a:stretch>
                  <a:fillRect l="-8333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/>
              <p:nvPr/>
            </p:nvSpPr>
            <p:spPr>
              <a:xfrm>
                <a:off x="998404" y="5990677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404" y="5990677"/>
                <a:ext cx="294376" cy="307777"/>
              </a:xfrm>
              <a:prstGeom prst="rect">
                <a:avLst/>
              </a:prstGeom>
              <a:blipFill>
                <a:blip r:embed="rId36"/>
                <a:stretch>
                  <a:fillRect l="-8333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/>
              <p:nvPr/>
            </p:nvSpPr>
            <p:spPr>
              <a:xfrm>
                <a:off x="997958" y="6242705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58" y="6242705"/>
                <a:ext cx="294376" cy="307777"/>
              </a:xfrm>
              <a:prstGeom prst="rect">
                <a:avLst/>
              </a:prstGeom>
              <a:blipFill>
                <a:blip r:embed="rId37"/>
                <a:stretch>
                  <a:fillRect l="-8333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3" name="TextBox 142">
            <a:extLst>
              <a:ext uri="{FF2B5EF4-FFF2-40B4-BE49-F238E27FC236}">
                <a16:creationId xmlns:a16="http://schemas.microsoft.com/office/drawing/2014/main" id="{69197699-8A6E-EDFD-31AF-0A6FADDA5948}"/>
              </a:ext>
            </a:extLst>
          </p:cNvPr>
          <p:cNvSpPr txBox="1"/>
          <p:nvPr/>
        </p:nvSpPr>
        <p:spPr>
          <a:xfrm>
            <a:off x="994942" y="4015799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B:    </a:t>
            </a:r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A3E29A71-2EA5-7C3C-A20E-C3907767FDBF}"/>
              </a:ext>
            </a:extLst>
          </p:cNvPr>
          <p:cNvSpPr/>
          <p:nvPr/>
        </p:nvSpPr>
        <p:spPr>
          <a:xfrm>
            <a:off x="1459677" y="5804916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/>
              <p:nvPr/>
            </p:nvSpPr>
            <p:spPr>
              <a:xfrm>
                <a:off x="1449742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3,5,0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9742" y="5811951"/>
                <a:ext cx="560987" cy="736740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/>
              <p:nvPr/>
            </p:nvSpPr>
            <p:spPr>
              <a:xfrm>
                <a:off x="1635776" y="5382643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776" y="5382643"/>
                <a:ext cx="200376" cy="307777"/>
              </a:xfrm>
              <a:prstGeom prst="rect">
                <a:avLst/>
              </a:prstGeom>
              <a:blipFill>
                <a:blip r:embed="rId3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0" name="Rounded Rectangle 149">
            <a:extLst>
              <a:ext uri="{FF2B5EF4-FFF2-40B4-BE49-F238E27FC236}">
                <a16:creationId xmlns:a16="http://schemas.microsoft.com/office/drawing/2014/main" id="{CB94B061-EB3F-1C33-2551-51F51EBD6711}"/>
              </a:ext>
            </a:extLst>
          </p:cNvPr>
          <p:cNvSpPr/>
          <p:nvPr/>
        </p:nvSpPr>
        <p:spPr>
          <a:xfrm>
            <a:off x="2226247" y="5806494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/>
              <p:nvPr/>
            </p:nvSpPr>
            <p:spPr>
              <a:xfrm>
                <a:off x="2217899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899" y="5811951"/>
                <a:ext cx="560987" cy="736740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0" name="Rectangle 159">
            <a:extLst>
              <a:ext uri="{FF2B5EF4-FFF2-40B4-BE49-F238E27FC236}">
                <a16:creationId xmlns:a16="http://schemas.microsoft.com/office/drawing/2014/main" id="{75BD360D-FEB2-C3C4-95EA-1CEC7734C37E}"/>
              </a:ext>
            </a:extLst>
          </p:cNvPr>
          <p:cNvSpPr/>
          <p:nvPr/>
        </p:nvSpPr>
        <p:spPr>
          <a:xfrm flipH="1">
            <a:off x="1732355" y="4998175"/>
            <a:ext cx="152039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8F9BCBD3-E9ED-51B0-FDCA-B6B9F2642613}"/>
              </a:ext>
            </a:extLst>
          </p:cNvPr>
          <p:cNvCxnSpPr>
            <a:cxnSpLocks/>
          </p:cNvCxnSpPr>
          <p:nvPr/>
        </p:nvCxnSpPr>
        <p:spPr>
          <a:xfrm flipV="1">
            <a:off x="1728778" y="5000784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12E2B53-C62B-4EFA-7959-04436B2F2FA8}"/>
              </a:ext>
            </a:extLst>
          </p:cNvPr>
          <p:cNvSpPr/>
          <p:nvPr/>
        </p:nvSpPr>
        <p:spPr>
          <a:xfrm flipH="1">
            <a:off x="3281671" y="4409078"/>
            <a:ext cx="76624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57FB57C2-39EB-7C03-C4B1-7807D6ED9CF2}"/>
              </a:ext>
            </a:extLst>
          </p:cNvPr>
          <p:cNvCxnSpPr>
            <a:cxnSpLocks/>
          </p:cNvCxnSpPr>
          <p:nvPr/>
        </p:nvCxnSpPr>
        <p:spPr>
          <a:xfrm flipV="1">
            <a:off x="3274011" y="4396899"/>
            <a:ext cx="0" cy="296886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55381A14-3055-8987-62AC-7FD83446DB7C}"/>
              </a:ext>
            </a:extLst>
          </p:cNvPr>
          <p:cNvCxnSpPr>
            <a:cxnSpLocks/>
          </p:cNvCxnSpPr>
          <p:nvPr/>
        </p:nvCxnSpPr>
        <p:spPr>
          <a:xfrm>
            <a:off x="4050928" y="439956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43F9C077-0537-0A97-D297-FD8B46A950E6}"/>
              </a:ext>
            </a:extLst>
          </p:cNvPr>
          <p:cNvCxnSpPr>
            <a:cxnSpLocks/>
          </p:cNvCxnSpPr>
          <p:nvPr/>
        </p:nvCxnSpPr>
        <p:spPr>
          <a:xfrm>
            <a:off x="3266111" y="4400773"/>
            <a:ext cx="790096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5986501C-EC69-075B-97CE-CEAA8AEEACC0}"/>
              </a:ext>
            </a:extLst>
          </p:cNvPr>
          <p:cNvSpPr txBox="1"/>
          <p:nvPr/>
        </p:nvSpPr>
        <p:spPr>
          <a:xfrm>
            <a:off x="5273020" y="593031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/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blipFill>
                <a:blip r:embed="rId41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Rectangle 182">
            <a:extLst>
              <a:ext uri="{FF2B5EF4-FFF2-40B4-BE49-F238E27FC236}">
                <a16:creationId xmlns:a16="http://schemas.microsoft.com/office/drawing/2014/main" id="{9EA3F6C5-7867-8B2A-290A-222F3D4C866F}"/>
              </a:ext>
            </a:extLst>
          </p:cNvPr>
          <p:cNvSpPr/>
          <p:nvPr/>
        </p:nvSpPr>
        <p:spPr>
          <a:xfrm flipH="1">
            <a:off x="3265290" y="4703397"/>
            <a:ext cx="1547236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59750AAE-A9E0-EA21-4E87-935D1D7E264F}"/>
              </a:ext>
            </a:extLst>
          </p:cNvPr>
          <p:cNvCxnSpPr>
            <a:cxnSpLocks/>
          </p:cNvCxnSpPr>
          <p:nvPr/>
        </p:nvCxnSpPr>
        <p:spPr>
          <a:xfrm flipV="1">
            <a:off x="3270059" y="469911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C17E008D-71CD-0487-2426-316D80BE3515}"/>
              </a:ext>
            </a:extLst>
          </p:cNvPr>
          <p:cNvCxnSpPr>
            <a:cxnSpLocks/>
          </p:cNvCxnSpPr>
          <p:nvPr/>
        </p:nvCxnSpPr>
        <p:spPr>
          <a:xfrm>
            <a:off x="4808049" y="4702059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FD22FCA6-210E-C1EE-41F1-3DEADD28C41A}"/>
              </a:ext>
            </a:extLst>
          </p:cNvPr>
          <p:cNvSpPr/>
          <p:nvPr/>
        </p:nvSpPr>
        <p:spPr>
          <a:xfrm flipH="1">
            <a:off x="3279719" y="5004535"/>
            <a:ext cx="76184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CD7F502-530B-828D-C022-713EF66B315A}"/>
              </a:ext>
            </a:extLst>
          </p:cNvPr>
          <p:cNvSpPr/>
          <p:nvPr/>
        </p:nvSpPr>
        <p:spPr>
          <a:xfrm flipH="1">
            <a:off x="4066447" y="4997748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283E8A78-329E-C6BA-08FE-E52294D129BC}"/>
              </a:ext>
            </a:extLst>
          </p:cNvPr>
          <p:cNvGrpSpPr/>
          <p:nvPr/>
        </p:nvGrpSpPr>
        <p:grpSpPr>
          <a:xfrm>
            <a:off x="4784763" y="4408753"/>
            <a:ext cx="45719" cy="296189"/>
            <a:chOff x="3509152" y="253612"/>
            <a:chExt cx="45719" cy="296189"/>
          </a:xfrm>
        </p:grpSpPr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A26D3ED9-D85C-0328-5AA5-5A414628BAA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DC3762A4-A929-2327-0F4E-BE323BE53D53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7CB6768-397E-EA6A-1143-2E3B601C06BB}"/>
              </a:ext>
            </a:extLst>
          </p:cNvPr>
          <p:cNvCxnSpPr>
            <a:cxnSpLocks/>
          </p:cNvCxnSpPr>
          <p:nvPr/>
        </p:nvCxnSpPr>
        <p:spPr>
          <a:xfrm>
            <a:off x="3270262" y="4699573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DE025E30-9FF4-C297-A887-75AD1FD7E5FD}"/>
              </a:ext>
            </a:extLst>
          </p:cNvPr>
          <p:cNvGrpSpPr/>
          <p:nvPr/>
        </p:nvGrpSpPr>
        <p:grpSpPr>
          <a:xfrm>
            <a:off x="5558551" y="5002852"/>
            <a:ext cx="45719" cy="296189"/>
            <a:chOff x="3509152" y="253612"/>
            <a:chExt cx="45719" cy="296189"/>
          </a:xfrm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C6726E76-D7F5-0C2D-829A-A6775D7CBCE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BD37EEAB-FB87-1D12-837C-75A0D5FD209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BCA32360-3A43-CEF8-F985-67E020DAC958}"/>
              </a:ext>
            </a:extLst>
          </p:cNvPr>
          <p:cNvCxnSpPr>
            <a:cxnSpLocks/>
          </p:cNvCxnSpPr>
          <p:nvPr/>
        </p:nvCxnSpPr>
        <p:spPr>
          <a:xfrm>
            <a:off x="4807456" y="4992904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436AD6C2-D8C2-A647-D328-30C7B6908FA3}"/>
              </a:ext>
            </a:extLst>
          </p:cNvPr>
          <p:cNvCxnSpPr>
            <a:cxnSpLocks/>
            <a:endCxn id="220" idx="2"/>
          </p:cNvCxnSpPr>
          <p:nvPr/>
        </p:nvCxnSpPr>
        <p:spPr>
          <a:xfrm>
            <a:off x="1729687" y="5289857"/>
            <a:ext cx="3851723" cy="2747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9069910F-3CB8-9329-9CF8-4A966A3A30F5}"/>
              </a:ext>
            </a:extLst>
          </p:cNvPr>
          <p:cNvGrpSpPr/>
          <p:nvPr/>
        </p:nvGrpSpPr>
        <p:grpSpPr>
          <a:xfrm>
            <a:off x="5556386" y="4700266"/>
            <a:ext cx="45719" cy="296189"/>
            <a:chOff x="3509152" y="253612"/>
            <a:chExt cx="45719" cy="296189"/>
          </a:xfrm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85B65121-2A18-CEF0-8E0F-50226B65DDC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B9441C5D-6412-800E-728A-0097C2148BFC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556142EB-D788-2E99-D00E-57273781CE19}"/>
              </a:ext>
            </a:extLst>
          </p:cNvPr>
          <p:cNvCxnSpPr>
            <a:cxnSpLocks/>
          </p:cNvCxnSpPr>
          <p:nvPr/>
        </p:nvCxnSpPr>
        <p:spPr>
          <a:xfrm>
            <a:off x="2774337" y="6180321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5252662B-1BA3-79FE-D244-17ABB539FAA3}"/>
              </a:ext>
            </a:extLst>
          </p:cNvPr>
          <p:cNvCxnSpPr>
            <a:cxnSpLocks/>
          </p:cNvCxnSpPr>
          <p:nvPr/>
        </p:nvCxnSpPr>
        <p:spPr>
          <a:xfrm>
            <a:off x="2003868" y="6183087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/>
              <p:nvPr/>
            </p:nvSpPr>
            <p:spPr>
              <a:xfrm>
                <a:off x="3344315" y="438756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315" y="4387566"/>
                <a:ext cx="215636" cy="261610"/>
              </a:xfrm>
              <a:prstGeom prst="rect">
                <a:avLst/>
              </a:prstGeom>
              <a:blipFill>
                <a:blip r:embed="rId42"/>
                <a:stretch>
                  <a:fillRect l="-27778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/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blipFill>
                <a:blip r:embed="rId43"/>
                <a:stretch>
                  <a:fillRect l="-27778" r="-11111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/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blipFill>
                <a:blip r:embed="rId44"/>
                <a:stretch>
                  <a:fillRect l="-27778" r="-11111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27A50D12-DAC3-E042-7531-BD05C4C1A7E1}"/>
              </a:ext>
            </a:extLst>
          </p:cNvPr>
          <p:cNvCxnSpPr>
            <a:cxnSpLocks/>
          </p:cNvCxnSpPr>
          <p:nvPr/>
        </p:nvCxnSpPr>
        <p:spPr>
          <a:xfrm>
            <a:off x="1728197" y="4999733"/>
            <a:ext cx="308301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195CCE94-B5DB-292F-90BC-A7177B3CF119}"/>
              </a:ext>
            </a:extLst>
          </p:cNvPr>
          <p:cNvCxnSpPr>
            <a:cxnSpLocks/>
          </p:cNvCxnSpPr>
          <p:nvPr/>
        </p:nvCxnSpPr>
        <p:spPr>
          <a:xfrm>
            <a:off x="716062" y="63091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107B5B94-3A58-52CA-67C0-DCA45A1D5281}"/>
              </a:ext>
            </a:extLst>
          </p:cNvPr>
          <p:cNvCxnSpPr>
            <a:cxnSpLocks/>
          </p:cNvCxnSpPr>
          <p:nvPr/>
        </p:nvCxnSpPr>
        <p:spPr>
          <a:xfrm>
            <a:off x="714384" y="606095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/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</a:t>
                </a:r>
                <a:r>
                  <a:rPr lang="en-RU" sz="1550" dirty="0" smtClean="0">
                    <a:solidFill>
                      <a:schemeClr val="tx1"/>
                    </a:solidFill>
                  </a:rPr>
                  <a:t>job </a:t>
                </a:r>
                <a:r>
                  <a:rPr lang="en-RU" sz="1550" dirty="0">
                    <a:solidFill>
                      <a:schemeClr val="tx1"/>
                    </a:solidFill>
                  </a:rPr>
                  <a:t>violates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the interference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condition at</a:t>
                </a:r>
                <a:r>
                  <a:rPr lang="en-RU" sz="1550" dirty="0"/>
                  <a:t> </a:t>
                </a:r>
                <a14:m>
                  <m:oMath xmlns:m="http://schemas.openxmlformats.org/officeDocument/2006/math">
                    <m:r>
                      <a:rPr lang="en-US" sz="155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endParaRPr lang="en-RU" sz="15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blipFill>
                <a:blip r:embed="rId45"/>
                <a:stretch>
                  <a:fillRect l="-8621" t="-8621" r="-3448" b="-1551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4" name="Freeform 283">
            <a:extLst>
              <a:ext uri="{FF2B5EF4-FFF2-40B4-BE49-F238E27FC236}">
                <a16:creationId xmlns:a16="http://schemas.microsoft.com/office/drawing/2014/main" id="{8AA31EA2-3804-A8AE-405B-9BF880A2925F}"/>
              </a:ext>
            </a:extLst>
          </p:cNvPr>
          <p:cNvSpPr/>
          <p:nvPr/>
        </p:nvSpPr>
        <p:spPr>
          <a:xfrm>
            <a:off x="4847725" y="4770987"/>
            <a:ext cx="256528" cy="402020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6" name="Freeform 285">
            <a:extLst>
              <a:ext uri="{FF2B5EF4-FFF2-40B4-BE49-F238E27FC236}">
                <a16:creationId xmlns:a16="http://schemas.microsoft.com/office/drawing/2014/main" id="{1EE4454A-4B64-141A-51C7-3E034DF6C6C0}"/>
              </a:ext>
            </a:extLst>
          </p:cNvPr>
          <p:cNvSpPr/>
          <p:nvPr/>
        </p:nvSpPr>
        <p:spPr>
          <a:xfrm>
            <a:off x="2839214" y="2353619"/>
            <a:ext cx="3327124" cy="969251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327124" h="969251">
                <a:moveTo>
                  <a:pt x="3303678" y="23821"/>
                </a:moveTo>
                <a:lnTo>
                  <a:pt x="2740971" y="19132"/>
                </a:lnTo>
                <a:lnTo>
                  <a:pt x="2046964" y="9753"/>
                </a:lnTo>
                <a:lnTo>
                  <a:pt x="1296688" y="5064"/>
                </a:lnTo>
                <a:lnTo>
                  <a:pt x="860589" y="375"/>
                </a:lnTo>
                <a:cubicBezTo>
                  <a:pt x="724601" y="375"/>
                  <a:pt x="594084" y="-1970"/>
                  <a:pt x="480761" y="5064"/>
                </a:cubicBezTo>
                <a:cubicBezTo>
                  <a:pt x="367438" y="12098"/>
                  <a:pt x="254897" y="6627"/>
                  <a:pt x="180651" y="42578"/>
                </a:cubicBezTo>
                <a:cubicBezTo>
                  <a:pt x="106405" y="78529"/>
                  <a:pt x="64982" y="144178"/>
                  <a:pt x="35284" y="220769"/>
                </a:cubicBezTo>
                <a:cubicBezTo>
                  <a:pt x="5585" y="297360"/>
                  <a:pt x="6368" y="413809"/>
                  <a:pt x="2460" y="502123"/>
                </a:cubicBezTo>
                <a:cubicBezTo>
                  <a:pt x="-1448" y="590437"/>
                  <a:pt x="-2230" y="682658"/>
                  <a:pt x="11838" y="750652"/>
                </a:cubicBezTo>
                <a:cubicBezTo>
                  <a:pt x="25906" y="818646"/>
                  <a:pt x="34503" y="874135"/>
                  <a:pt x="86866" y="910086"/>
                </a:cubicBezTo>
                <a:cubicBezTo>
                  <a:pt x="139229" y="946037"/>
                  <a:pt x="182996" y="957759"/>
                  <a:pt x="326017" y="966356"/>
                </a:cubicBezTo>
                <a:cubicBezTo>
                  <a:pt x="469038" y="974953"/>
                  <a:pt x="944995" y="961667"/>
                  <a:pt x="944995" y="961667"/>
                </a:cubicBezTo>
                <a:lnTo>
                  <a:pt x="1587420" y="952289"/>
                </a:lnTo>
                <a:cubicBezTo>
                  <a:pt x="1828915" y="952289"/>
                  <a:pt x="2166540" y="961667"/>
                  <a:pt x="2393968" y="961667"/>
                </a:cubicBezTo>
                <a:cubicBezTo>
                  <a:pt x="2621396" y="961667"/>
                  <a:pt x="2796460" y="951507"/>
                  <a:pt x="2951986" y="952289"/>
                </a:cubicBezTo>
                <a:cubicBezTo>
                  <a:pt x="3107512" y="953071"/>
                  <a:pt x="3217318" y="959713"/>
                  <a:pt x="3327124" y="966356"/>
                </a:cubicBez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48B116FA-C287-E312-95E3-0A74E4176F0F}"/>
              </a:ext>
            </a:extLst>
          </p:cNvPr>
          <p:cNvCxnSpPr>
            <a:cxnSpLocks noChangeAspect="1"/>
          </p:cNvCxnSpPr>
          <p:nvPr/>
        </p:nvCxnSpPr>
        <p:spPr>
          <a:xfrm>
            <a:off x="2848673" y="3088130"/>
            <a:ext cx="212738" cy="21289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464A193A-3048-4661-D518-B3B3A20530E0}"/>
              </a:ext>
            </a:extLst>
          </p:cNvPr>
          <p:cNvCxnSpPr>
            <a:cxnSpLocks noChangeAspect="1"/>
          </p:cNvCxnSpPr>
          <p:nvPr/>
        </p:nvCxnSpPr>
        <p:spPr>
          <a:xfrm>
            <a:off x="2841955" y="2926674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C4AFD4CE-A1E0-E979-82BB-7B57C763ED4E}"/>
              </a:ext>
            </a:extLst>
          </p:cNvPr>
          <p:cNvCxnSpPr>
            <a:cxnSpLocks noChangeAspect="1"/>
          </p:cNvCxnSpPr>
          <p:nvPr/>
        </p:nvCxnSpPr>
        <p:spPr>
          <a:xfrm>
            <a:off x="2849354" y="2772461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9E87DAE3-D0C7-E2BF-D1D0-697D7786F85A}"/>
              </a:ext>
            </a:extLst>
          </p:cNvPr>
          <p:cNvCxnSpPr>
            <a:cxnSpLocks noChangeAspect="1"/>
          </p:cNvCxnSpPr>
          <p:nvPr/>
        </p:nvCxnSpPr>
        <p:spPr>
          <a:xfrm>
            <a:off x="2865527" y="2640786"/>
            <a:ext cx="675558" cy="67606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4BE3220A-D460-5FB9-ACB3-9E3ABC934D34}"/>
              </a:ext>
            </a:extLst>
          </p:cNvPr>
          <p:cNvCxnSpPr>
            <a:cxnSpLocks noChangeAspect="1"/>
          </p:cNvCxnSpPr>
          <p:nvPr/>
        </p:nvCxnSpPr>
        <p:spPr>
          <a:xfrm>
            <a:off x="2909634" y="2516429"/>
            <a:ext cx="788200" cy="7887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1CEA3092-B27E-25AA-1F5F-B411B20462FB}"/>
              </a:ext>
            </a:extLst>
          </p:cNvPr>
          <p:cNvCxnSpPr>
            <a:cxnSpLocks noChangeAspect="1"/>
          </p:cNvCxnSpPr>
          <p:nvPr/>
        </p:nvCxnSpPr>
        <p:spPr>
          <a:xfrm>
            <a:off x="2963246" y="2435962"/>
            <a:ext cx="869919" cy="8705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97DD2B93-4F79-2CC0-6647-C184704C874A}"/>
              </a:ext>
            </a:extLst>
          </p:cNvPr>
          <p:cNvCxnSpPr>
            <a:cxnSpLocks noChangeAspect="1"/>
          </p:cNvCxnSpPr>
          <p:nvPr/>
        </p:nvCxnSpPr>
        <p:spPr>
          <a:xfrm>
            <a:off x="3046103" y="2384755"/>
            <a:ext cx="921029" cy="9217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75888A01-17B7-20E5-FDE6-B7D73BBC6261}"/>
              </a:ext>
            </a:extLst>
          </p:cNvPr>
          <p:cNvCxnSpPr>
            <a:cxnSpLocks noChangeAspect="1"/>
          </p:cNvCxnSpPr>
          <p:nvPr/>
        </p:nvCxnSpPr>
        <p:spPr>
          <a:xfrm>
            <a:off x="3185692" y="2362810"/>
            <a:ext cx="940081" cy="9407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C7350AFD-C39C-C41F-0134-F8306DC37504}"/>
              </a:ext>
            </a:extLst>
          </p:cNvPr>
          <p:cNvCxnSpPr>
            <a:cxnSpLocks noChangeAspect="1"/>
          </p:cNvCxnSpPr>
          <p:nvPr/>
        </p:nvCxnSpPr>
        <p:spPr>
          <a:xfrm>
            <a:off x="3333704" y="2366467"/>
            <a:ext cx="938373" cy="939069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D086D15C-53CC-4839-DF48-552398133D5B}"/>
              </a:ext>
            </a:extLst>
          </p:cNvPr>
          <p:cNvCxnSpPr>
            <a:cxnSpLocks noChangeAspect="1"/>
          </p:cNvCxnSpPr>
          <p:nvPr/>
        </p:nvCxnSpPr>
        <p:spPr>
          <a:xfrm>
            <a:off x="3469121" y="2350161"/>
            <a:ext cx="945602" cy="94630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Connector 317">
            <a:extLst>
              <a:ext uri="{FF2B5EF4-FFF2-40B4-BE49-F238E27FC236}">
                <a16:creationId xmlns:a16="http://schemas.microsoft.com/office/drawing/2014/main" id="{EC6FFA9A-3B35-AA9E-A9A1-8EA183C56839}"/>
              </a:ext>
            </a:extLst>
          </p:cNvPr>
          <p:cNvCxnSpPr>
            <a:cxnSpLocks noChangeAspect="1"/>
          </p:cNvCxnSpPr>
          <p:nvPr/>
        </p:nvCxnSpPr>
        <p:spPr>
          <a:xfrm>
            <a:off x="3635968" y="2355494"/>
            <a:ext cx="950269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E8274D0D-8865-5A4A-F40F-FEB439B2CC74}"/>
              </a:ext>
            </a:extLst>
          </p:cNvPr>
          <p:cNvCxnSpPr>
            <a:cxnSpLocks noChangeAspect="1"/>
          </p:cNvCxnSpPr>
          <p:nvPr/>
        </p:nvCxnSpPr>
        <p:spPr>
          <a:xfrm>
            <a:off x="3780325" y="2355494"/>
            <a:ext cx="950272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926E17D-F956-E0B8-C161-BE6EE8B83893}"/>
              </a:ext>
            </a:extLst>
          </p:cNvPr>
          <p:cNvCxnSpPr>
            <a:cxnSpLocks noChangeAspect="1"/>
          </p:cNvCxnSpPr>
          <p:nvPr/>
        </p:nvCxnSpPr>
        <p:spPr>
          <a:xfrm>
            <a:off x="3933631" y="2350539"/>
            <a:ext cx="969840" cy="97056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Connector 323">
            <a:extLst>
              <a:ext uri="{FF2B5EF4-FFF2-40B4-BE49-F238E27FC236}">
                <a16:creationId xmlns:a16="http://schemas.microsoft.com/office/drawing/2014/main" id="{B440E159-B282-49D0-E5BD-4F9EEA2456CE}"/>
              </a:ext>
            </a:extLst>
          </p:cNvPr>
          <p:cNvCxnSpPr>
            <a:cxnSpLocks noChangeAspect="1"/>
          </p:cNvCxnSpPr>
          <p:nvPr/>
        </p:nvCxnSpPr>
        <p:spPr>
          <a:xfrm>
            <a:off x="4103755" y="2359152"/>
            <a:ext cx="951048" cy="95175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58C52475-FA80-24F5-21DD-77806B4E6228}"/>
              </a:ext>
            </a:extLst>
          </p:cNvPr>
          <p:cNvCxnSpPr>
            <a:cxnSpLocks noChangeAspect="1"/>
          </p:cNvCxnSpPr>
          <p:nvPr/>
        </p:nvCxnSpPr>
        <p:spPr>
          <a:xfrm>
            <a:off x="4248113" y="2359152"/>
            <a:ext cx="953927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EAC5783D-5C18-A892-F650-5E48507126C9}"/>
              </a:ext>
            </a:extLst>
          </p:cNvPr>
          <p:cNvCxnSpPr>
            <a:cxnSpLocks noChangeAspect="1"/>
          </p:cNvCxnSpPr>
          <p:nvPr/>
        </p:nvCxnSpPr>
        <p:spPr>
          <a:xfrm>
            <a:off x="4400093" y="2359421"/>
            <a:ext cx="943661" cy="9443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B6757B03-B107-E03A-4F5D-5AD48FC10185}"/>
              </a:ext>
            </a:extLst>
          </p:cNvPr>
          <p:cNvCxnSpPr>
            <a:cxnSpLocks noChangeAspect="1"/>
          </p:cNvCxnSpPr>
          <p:nvPr/>
        </p:nvCxnSpPr>
        <p:spPr>
          <a:xfrm>
            <a:off x="4561342" y="2359152"/>
            <a:ext cx="953924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8C050E8C-E3AD-D2E2-534A-246CEAE810C7}"/>
              </a:ext>
            </a:extLst>
          </p:cNvPr>
          <p:cNvCxnSpPr>
            <a:cxnSpLocks noChangeAspect="1"/>
          </p:cNvCxnSpPr>
          <p:nvPr/>
        </p:nvCxnSpPr>
        <p:spPr>
          <a:xfrm>
            <a:off x="4705699" y="2359152"/>
            <a:ext cx="937978" cy="9386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B654B08C-3286-81B2-BF8B-A06C451F2FA5}"/>
              </a:ext>
            </a:extLst>
          </p:cNvPr>
          <p:cNvCxnSpPr>
            <a:cxnSpLocks noChangeAspect="1"/>
          </p:cNvCxnSpPr>
          <p:nvPr/>
        </p:nvCxnSpPr>
        <p:spPr>
          <a:xfrm>
            <a:off x="4864092" y="2359761"/>
            <a:ext cx="944177" cy="9448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B654A08B-3A8F-DA8E-DAEB-BF148EA5A294}"/>
              </a:ext>
            </a:extLst>
          </p:cNvPr>
          <p:cNvCxnSpPr>
            <a:cxnSpLocks noChangeAspect="1"/>
          </p:cNvCxnSpPr>
          <p:nvPr/>
        </p:nvCxnSpPr>
        <p:spPr>
          <a:xfrm>
            <a:off x="5028656" y="2362810"/>
            <a:ext cx="950270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6B79633C-FB1F-20A7-B859-BBC05849FD81}"/>
              </a:ext>
            </a:extLst>
          </p:cNvPr>
          <p:cNvCxnSpPr>
            <a:cxnSpLocks noChangeAspect="1"/>
          </p:cNvCxnSpPr>
          <p:nvPr/>
        </p:nvCxnSpPr>
        <p:spPr>
          <a:xfrm>
            <a:off x="5173014" y="2362810"/>
            <a:ext cx="953466" cy="9541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0ECCF4BA-C0DD-5E24-841B-25D9E6A0515D}"/>
              </a:ext>
            </a:extLst>
          </p:cNvPr>
          <p:cNvCxnSpPr>
            <a:cxnSpLocks noChangeAspect="1"/>
          </p:cNvCxnSpPr>
          <p:nvPr/>
        </p:nvCxnSpPr>
        <p:spPr>
          <a:xfrm>
            <a:off x="5328379" y="2366467"/>
            <a:ext cx="879760" cy="8804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77AC1250-2AA4-6CE0-35CF-E022B32EF747}"/>
              </a:ext>
            </a:extLst>
          </p:cNvPr>
          <p:cNvCxnSpPr>
            <a:cxnSpLocks noChangeAspect="1"/>
          </p:cNvCxnSpPr>
          <p:nvPr/>
        </p:nvCxnSpPr>
        <p:spPr>
          <a:xfrm>
            <a:off x="5493715" y="2370288"/>
            <a:ext cx="702259" cy="70278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6FEF3E9F-6BD8-2C02-DB35-0916AD223538}"/>
              </a:ext>
            </a:extLst>
          </p:cNvPr>
          <p:cNvCxnSpPr>
            <a:cxnSpLocks noChangeAspect="1"/>
          </p:cNvCxnSpPr>
          <p:nvPr/>
        </p:nvCxnSpPr>
        <p:spPr>
          <a:xfrm>
            <a:off x="5637910" y="2370125"/>
            <a:ext cx="558064" cy="55847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4775D38C-2175-2E45-DBCD-BF33136EE5FD}"/>
              </a:ext>
            </a:extLst>
          </p:cNvPr>
          <p:cNvCxnSpPr>
            <a:cxnSpLocks noChangeAspect="1"/>
          </p:cNvCxnSpPr>
          <p:nvPr/>
        </p:nvCxnSpPr>
        <p:spPr>
          <a:xfrm>
            <a:off x="5791849" y="2370428"/>
            <a:ext cx="387115" cy="38740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6381A25B-8572-0C9C-ACCD-D78ABF36F8A0}"/>
              </a:ext>
            </a:extLst>
          </p:cNvPr>
          <p:cNvCxnSpPr>
            <a:cxnSpLocks noChangeAspect="1"/>
          </p:cNvCxnSpPr>
          <p:nvPr/>
        </p:nvCxnSpPr>
        <p:spPr>
          <a:xfrm>
            <a:off x="5947258" y="2374129"/>
            <a:ext cx="226771" cy="22694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Connector 341">
            <a:extLst>
              <a:ext uri="{FF2B5EF4-FFF2-40B4-BE49-F238E27FC236}">
                <a16:creationId xmlns:a16="http://schemas.microsoft.com/office/drawing/2014/main" id="{427A3A3A-7E13-0452-5665-CE030086C5F3}"/>
              </a:ext>
            </a:extLst>
          </p:cNvPr>
          <p:cNvCxnSpPr>
            <a:cxnSpLocks noChangeAspect="1"/>
          </p:cNvCxnSpPr>
          <p:nvPr/>
        </p:nvCxnSpPr>
        <p:spPr>
          <a:xfrm>
            <a:off x="6115507" y="2380865"/>
            <a:ext cx="65837" cy="658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Freeform 419">
            <a:extLst>
              <a:ext uri="{FF2B5EF4-FFF2-40B4-BE49-F238E27FC236}">
                <a16:creationId xmlns:a16="http://schemas.microsoft.com/office/drawing/2014/main" id="{B120AD64-B37A-D7DD-83A0-B46791AFB8FD}"/>
              </a:ext>
            </a:extLst>
          </p:cNvPr>
          <p:cNvSpPr/>
          <p:nvPr/>
        </p:nvSpPr>
        <p:spPr>
          <a:xfrm>
            <a:off x="4392485" y="5695362"/>
            <a:ext cx="1072046" cy="979164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  <a:gd name="connsiteX0" fmla="*/ 3313602 w 3337048"/>
              <a:gd name="connsiteY0" fmla="*/ 36393 h 981823"/>
              <a:gd name="connsiteX1" fmla="*/ 2750895 w 3337048"/>
              <a:gd name="connsiteY1" fmla="*/ 31704 h 981823"/>
              <a:gd name="connsiteX2" fmla="*/ 2056888 w 3337048"/>
              <a:gd name="connsiteY2" fmla="*/ 22325 h 981823"/>
              <a:gd name="connsiteX3" fmla="*/ 1306612 w 3337048"/>
              <a:gd name="connsiteY3" fmla="*/ 17636 h 981823"/>
              <a:gd name="connsiteX4" fmla="*/ 870513 w 3337048"/>
              <a:gd name="connsiteY4" fmla="*/ 12947 h 981823"/>
              <a:gd name="connsiteX5" fmla="*/ 490685 w 3337048"/>
              <a:gd name="connsiteY5" fmla="*/ 17636 h 981823"/>
              <a:gd name="connsiteX6" fmla="*/ 45208 w 3337048"/>
              <a:gd name="connsiteY6" fmla="*/ 233341 h 981823"/>
              <a:gd name="connsiteX7" fmla="*/ 12384 w 3337048"/>
              <a:gd name="connsiteY7" fmla="*/ 514695 h 981823"/>
              <a:gd name="connsiteX8" fmla="*/ 21762 w 3337048"/>
              <a:gd name="connsiteY8" fmla="*/ 763224 h 981823"/>
              <a:gd name="connsiteX9" fmla="*/ 96790 w 3337048"/>
              <a:gd name="connsiteY9" fmla="*/ 922658 h 981823"/>
              <a:gd name="connsiteX10" fmla="*/ 335941 w 3337048"/>
              <a:gd name="connsiteY10" fmla="*/ 978928 h 981823"/>
              <a:gd name="connsiteX11" fmla="*/ 954919 w 3337048"/>
              <a:gd name="connsiteY11" fmla="*/ 974239 h 981823"/>
              <a:gd name="connsiteX12" fmla="*/ 1597344 w 3337048"/>
              <a:gd name="connsiteY12" fmla="*/ 964861 h 981823"/>
              <a:gd name="connsiteX13" fmla="*/ 2403892 w 3337048"/>
              <a:gd name="connsiteY13" fmla="*/ 974239 h 981823"/>
              <a:gd name="connsiteX14" fmla="*/ 2961910 w 3337048"/>
              <a:gd name="connsiteY14" fmla="*/ 964861 h 981823"/>
              <a:gd name="connsiteX15" fmla="*/ 3337048 w 3337048"/>
              <a:gd name="connsiteY15" fmla="*/ 978928 h 981823"/>
              <a:gd name="connsiteX0" fmla="*/ 3304964 w 3328410"/>
              <a:gd name="connsiteY0" fmla="*/ 23446 h 968876"/>
              <a:gd name="connsiteX1" fmla="*/ 2742257 w 3328410"/>
              <a:gd name="connsiteY1" fmla="*/ 18757 h 968876"/>
              <a:gd name="connsiteX2" fmla="*/ 2048250 w 3328410"/>
              <a:gd name="connsiteY2" fmla="*/ 9378 h 968876"/>
              <a:gd name="connsiteX3" fmla="*/ 1297974 w 3328410"/>
              <a:gd name="connsiteY3" fmla="*/ 4689 h 968876"/>
              <a:gd name="connsiteX4" fmla="*/ 861875 w 3328410"/>
              <a:gd name="connsiteY4" fmla="*/ 0 h 968876"/>
              <a:gd name="connsiteX5" fmla="*/ 349221 w 3328410"/>
              <a:gd name="connsiteY5" fmla="*/ 69387 h 968876"/>
              <a:gd name="connsiteX6" fmla="*/ 36570 w 3328410"/>
              <a:gd name="connsiteY6" fmla="*/ 220394 h 968876"/>
              <a:gd name="connsiteX7" fmla="*/ 3746 w 3328410"/>
              <a:gd name="connsiteY7" fmla="*/ 501748 h 968876"/>
              <a:gd name="connsiteX8" fmla="*/ 13124 w 3328410"/>
              <a:gd name="connsiteY8" fmla="*/ 750277 h 968876"/>
              <a:gd name="connsiteX9" fmla="*/ 88152 w 3328410"/>
              <a:gd name="connsiteY9" fmla="*/ 909711 h 968876"/>
              <a:gd name="connsiteX10" fmla="*/ 327303 w 3328410"/>
              <a:gd name="connsiteY10" fmla="*/ 965981 h 968876"/>
              <a:gd name="connsiteX11" fmla="*/ 946281 w 3328410"/>
              <a:gd name="connsiteY11" fmla="*/ 961292 h 968876"/>
              <a:gd name="connsiteX12" fmla="*/ 1588706 w 3328410"/>
              <a:gd name="connsiteY12" fmla="*/ 951914 h 968876"/>
              <a:gd name="connsiteX13" fmla="*/ 2395254 w 3328410"/>
              <a:gd name="connsiteY13" fmla="*/ 961292 h 968876"/>
              <a:gd name="connsiteX14" fmla="*/ 2953272 w 3328410"/>
              <a:gd name="connsiteY14" fmla="*/ 951914 h 968876"/>
              <a:gd name="connsiteX15" fmla="*/ 3328410 w 3328410"/>
              <a:gd name="connsiteY15" fmla="*/ 965981 h 968876"/>
              <a:gd name="connsiteX0" fmla="*/ 3319572 w 3343018"/>
              <a:gd name="connsiteY0" fmla="*/ 23446 h 968876"/>
              <a:gd name="connsiteX1" fmla="*/ 2756865 w 3343018"/>
              <a:gd name="connsiteY1" fmla="*/ 18757 h 968876"/>
              <a:gd name="connsiteX2" fmla="*/ 2062858 w 3343018"/>
              <a:gd name="connsiteY2" fmla="*/ 9378 h 968876"/>
              <a:gd name="connsiteX3" fmla="*/ 1312582 w 3343018"/>
              <a:gd name="connsiteY3" fmla="*/ 4689 h 968876"/>
              <a:gd name="connsiteX4" fmla="*/ 876483 w 3343018"/>
              <a:gd name="connsiteY4" fmla="*/ 0 h 968876"/>
              <a:gd name="connsiteX5" fmla="*/ 363829 w 3343018"/>
              <a:gd name="connsiteY5" fmla="*/ 69387 h 968876"/>
              <a:gd name="connsiteX6" fmla="*/ 51178 w 3343018"/>
              <a:gd name="connsiteY6" fmla="*/ 220394 h 968876"/>
              <a:gd name="connsiteX7" fmla="*/ 18354 w 3343018"/>
              <a:gd name="connsiteY7" fmla="*/ 501748 h 968876"/>
              <a:gd name="connsiteX8" fmla="*/ 27732 w 3343018"/>
              <a:gd name="connsiteY8" fmla="*/ 750277 h 968876"/>
              <a:gd name="connsiteX9" fmla="*/ 341911 w 3343018"/>
              <a:gd name="connsiteY9" fmla="*/ 965981 h 968876"/>
              <a:gd name="connsiteX10" fmla="*/ 960889 w 3343018"/>
              <a:gd name="connsiteY10" fmla="*/ 961292 h 968876"/>
              <a:gd name="connsiteX11" fmla="*/ 1603314 w 3343018"/>
              <a:gd name="connsiteY11" fmla="*/ 951914 h 968876"/>
              <a:gd name="connsiteX12" fmla="*/ 2409862 w 3343018"/>
              <a:gd name="connsiteY12" fmla="*/ 961292 h 968876"/>
              <a:gd name="connsiteX13" fmla="*/ 2967880 w 3343018"/>
              <a:gd name="connsiteY13" fmla="*/ 951914 h 968876"/>
              <a:gd name="connsiteX14" fmla="*/ 3343018 w 3343018"/>
              <a:gd name="connsiteY14" fmla="*/ 965981 h 968876"/>
              <a:gd name="connsiteX0" fmla="*/ 3365106 w 3388552"/>
              <a:gd name="connsiteY0" fmla="*/ 23446 h 965981"/>
              <a:gd name="connsiteX1" fmla="*/ 2802399 w 3388552"/>
              <a:gd name="connsiteY1" fmla="*/ 18757 h 965981"/>
              <a:gd name="connsiteX2" fmla="*/ 2108392 w 3388552"/>
              <a:gd name="connsiteY2" fmla="*/ 9378 h 965981"/>
              <a:gd name="connsiteX3" fmla="*/ 1358116 w 3388552"/>
              <a:gd name="connsiteY3" fmla="*/ 4689 h 965981"/>
              <a:gd name="connsiteX4" fmla="*/ 922017 w 3388552"/>
              <a:gd name="connsiteY4" fmla="*/ 0 h 965981"/>
              <a:gd name="connsiteX5" fmla="*/ 409363 w 3388552"/>
              <a:gd name="connsiteY5" fmla="*/ 69387 h 965981"/>
              <a:gd name="connsiteX6" fmla="*/ 96712 w 3388552"/>
              <a:gd name="connsiteY6" fmla="*/ 220394 h 965981"/>
              <a:gd name="connsiteX7" fmla="*/ 63888 w 3388552"/>
              <a:gd name="connsiteY7" fmla="*/ 501748 h 965981"/>
              <a:gd name="connsiteX8" fmla="*/ 73266 w 3388552"/>
              <a:gd name="connsiteY8" fmla="*/ 750277 h 965981"/>
              <a:gd name="connsiteX9" fmla="*/ 1006423 w 3388552"/>
              <a:gd name="connsiteY9" fmla="*/ 961292 h 965981"/>
              <a:gd name="connsiteX10" fmla="*/ 1648848 w 3388552"/>
              <a:gd name="connsiteY10" fmla="*/ 951914 h 965981"/>
              <a:gd name="connsiteX11" fmla="*/ 2455396 w 3388552"/>
              <a:gd name="connsiteY11" fmla="*/ 961292 h 965981"/>
              <a:gd name="connsiteX12" fmla="*/ 3013414 w 3388552"/>
              <a:gd name="connsiteY12" fmla="*/ 951914 h 965981"/>
              <a:gd name="connsiteX13" fmla="*/ 3388552 w 3388552"/>
              <a:gd name="connsiteY13" fmla="*/ 965981 h 965981"/>
              <a:gd name="connsiteX0" fmla="*/ 3314128 w 3337574"/>
              <a:gd name="connsiteY0" fmla="*/ 23446 h 965981"/>
              <a:gd name="connsiteX1" fmla="*/ 2751421 w 3337574"/>
              <a:gd name="connsiteY1" fmla="*/ 18757 h 965981"/>
              <a:gd name="connsiteX2" fmla="*/ 2057414 w 3337574"/>
              <a:gd name="connsiteY2" fmla="*/ 9378 h 965981"/>
              <a:gd name="connsiteX3" fmla="*/ 1307138 w 3337574"/>
              <a:gd name="connsiteY3" fmla="*/ 4689 h 965981"/>
              <a:gd name="connsiteX4" fmla="*/ 871039 w 3337574"/>
              <a:gd name="connsiteY4" fmla="*/ 0 h 965981"/>
              <a:gd name="connsiteX5" fmla="*/ 358385 w 3337574"/>
              <a:gd name="connsiteY5" fmla="*/ 69387 h 965981"/>
              <a:gd name="connsiteX6" fmla="*/ 45734 w 3337574"/>
              <a:gd name="connsiteY6" fmla="*/ 220394 h 965981"/>
              <a:gd name="connsiteX7" fmla="*/ 12910 w 3337574"/>
              <a:gd name="connsiteY7" fmla="*/ 501748 h 965981"/>
              <a:gd name="connsiteX8" fmla="*/ 155115 w 3337574"/>
              <a:gd name="connsiteY8" fmla="*/ 836542 h 965981"/>
              <a:gd name="connsiteX9" fmla="*/ 955445 w 3337574"/>
              <a:gd name="connsiteY9" fmla="*/ 961292 h 965981"/>
              <a:gd name="connsiteX10" fmla="*/ 1597870 w 3337574"/>
              <a:gd name="connsiteY10" fmla="*/ 951914 h 965981"/>
              <a:gd name="connsiteX11" fmla="*/ 2404418 w 3337574"/>
              <a:gd name="connsiteY11" fmla="*/ 961292 h 965981"/>
              <a:gd name="connsiteX12" fmla="*/ 2962436 w 3337574"/>
              <a:gd name="connsiteY12" fmla="*/ 951914 h 965981"/>
              <a:gd name="connsiteX13" fmla="*/ 3337574 w 3337574"/>
              <a:gd name="connsiteY13" fmla="*/ 965981 h 965981"/>
              <a:gd name="connsiteX0" fmla="*/ 3314128 w 3337574"/>
              <a:gd name="connsiteY0" fmla="*/ 18757 h 961292"/>
              <a:gd name="connsiteX1" fmla="*/ 2751421 w 3337574"/>
              <a:gd name="connsiteY1" fmla="*/ 14068 h 961292"/>
              <a:gd name="connsiteX2" fmla="*/ 2057414 w 3337574"/>
              <a:gd name="connsiteY2" fmla="*/ 4689 h 961292"/>
              <a:gd name="connsiteX3" fmla="*/ 1307138 w 3337574"/>
              <a:gd name="connsiteY3" fmla="*/ 0 h 961292"/>
              <a:gd name="connsiteX4" fmla="*/ 358385 w 3337574"/>
              <a:gd name="connsiteY4" fmla="*/ 64698 h 961292"/>
              <a:gd name="connsiteX5" fmla="*/ 45734 w 3337574"/>
              <a:gd name="connsiteY5" fmla="*/ 215705 h 961292"/>
              <a:gd name="connsiteX6" fmla="*/ 12910 w 3337574"/>
              <a:gd name="connsiteY6" fmla="*/ 497059 h 961292"/>
              <a:gd name="connsiteX7" fmla="*/ 155115 w 3337574"/>
              <a:gd name="connsiteY7" fmla="*/ 831853 h 961292"/>
              <a:gd name="connsiteX8" fmla="*/ 955445 w 3337574"/>
              <a:gd name="connsiteY8" fmla="*/ 956603 h 961292"/>
              <a:gd name="connsiteX9" fmla="*/ 1597870 w 3337574"/>
              <a:gd name="connsiteY9" fmla="*/ 947225 h 961292"/>
              <a:gd name="connsiteX10" fmla="*/ 2404418 w 3337574"/>
              <a:gd name="connsiteY10" fmla="*/ 956603 h 961292"/>
              <a:gd name="connsiteX11" fmla="*/ 2962436 w 3337574"/>
              <a:gd name="connsiteY11" fmla="*/ 947225 h 961292"/>
              <a:gd name="connsiteX12" fmla="*/ 3337574 w 3337574"/>
              <a:gd name="connsiteY12" fmla="*/ 961292 h 96129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95544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41997 w 3337574"/>
              <a:gd name="connsiteY10" fmla="*/ 966365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2962436 w 3801045"/>
              <a:gd name="connsiteY11" fmla="*/ 947225 h 976512"/>
              <a:gd name="connsiteX12" fmla="*/ 3801045 w 3801045"/>
              <a:gd name="connsiteY12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057414 w 3801045"/>
              <a:gd name="connsiteY1" fmla="*/ 0 h 971823"/>
              <a:gd name="connsiteX2" fmla="*/ 1307139 w 3801045"/>
              <a:gd name="connsiteY2" fmla="*/ 5073 h 971823"/>
              <a:gd name="connsiteX3" fmla="*/ 358385 w 3801045"/>
              <a:gd name="connsiteY3" fmla="*/ 60009 h 971823"/>
              <a:gd name="connsiteX4" fmla="*/ 45734 w 3801045"/>
              <a:gd name="connsiteY4" fmla="*/ 211016 h 971823"/>
              <a:gd name="connsiteX5" fmla="*/ 12910 w 3801045"/>
              <a:gd name="connsiteY5" fmla="*/ 492370 h 971823"/>
              <a:gd name="connsiteX6" fmla="*/ 155115 w 3801045"/>
              <a:gd name="connsiteY6" fmla="*/ 827164 h 971823"/>
              <a:gd name="connsiteX7" fmla="*/ 792605 w 3801045"/>
              <a:gd name="connsiteY7" fmla="*/ 951914 h 971823"/>
              <a:gd name="connsiteX8" fmla="*/ 1685553 w 3801045"/>
              <a:gd name="connsiteY8" fmla="*/ 971823 h 971823"/>
              <a:gd name="connsiteX9" fmla="*/ 2441997 w 3801045"/>
              <a:gd name="connsiteY9" fmla="*/ 961676 h 971823"/>
              <a:gd name="connsiteX10" fmla="*/ 3801045 w 3801045"/>
              <a:gd name="connsiteY10" fmla="*/ 943587 h 971823"/>
              <a:gd name="connsiteX0" fmla="*/ 3314128 w 3801045"/>
              <a:gd name="connsiteY0" fmla="*/ 10814 h 968569"/>
              <a:gd name="connsiteX1" fmla="*/ 2270361 w 3801045"/>
              <a:gd name="connsiteY1" fmla="*/ 0 h 968569"/>
              <a:gd name="connsiteX2" fmla="*/ 1307139 w 3801045"/>
              <a:gd name="connsiteY2" fmla="*/ 1819 h 968569"/>
              <a:gd name="connsiteX3" fmla="*/ 358385 w 3801045"/>
              <a:gd name="connsiteY3" fmla="*/ 56755 h 968569"/>
              <a:gd name="connsiteX4" fmla="*/ 45734 w 3801045"/>
              <a:gd name="connsiteY4" fmla="*/ 207762 h 968569"/>
              <a:gd name="connsiteX5" fmla="*/ 12910 w 3801045"/>
              <a:gd name="connsiteY5" fmla="*/ 489116 h 968569"/>
              <a:gd name="connsiteX6" fmla="*/ 155115 w 3801045"/>
              <a:gd name="connsiteY6" fmla="*/ 823910 h 968569"/>
              <a:gd name="connsiteX7" fmla="*/ 792605 w 3801045"/>
              <a:gd name="connsiteY7" fmla="*/ 948660 h 968569"/>
              <a:gd name="connsiteX8" fmla="*/ 1685553 w 3801045"/>
              <a:gd name="connsiteY8" fmla="*/ 968569 h 968569"/>
              <a:gd name="connsiteX9" fmla="*/ 2441997 w 3801045"/>
              <a:gd name="connsiteY9" fmla="*/ 958422 h 968569"/>
              <a:gd name="connsiteX10" fmla="*/ 3801045 w 3801045"/>
              <a:gd name="connsiteY10" fmla="*/ 940333 h 968569"/>
              <a:gd name="connsiteX0" fmla="*/ 3314128 w 3801045"/>
              <a:gd name="connsiteY0" fmla="*/ 18757 h 976512"/>
              <a:gd name="connsiteX1" fmla="*/ 2270361 w 3801045"/>
              <a:gd name="connsiteY1" fmla="*/ 7943 h 976512"/>
              <a:gd name="connsiteX2" fmla="*/ 1269557 w 3801045"/>
              <a:gd name="connsiteY2" fmla="*/ 0 h 976512"/>
              <a:gd name="connsiteX3" fmla="*/ 358385 w 3801045"/>
              <a:gd name="connsiteY3" fmla="*/ 64698 h 976512"/>
              <a:gd name="connsiteX4" fmla="*/ 45734 w 3801045"/>
              <a:gd name="connsiteY4" fmla="*/ 215705 h 976512"/>
              <a:gd name="connsiteX5" fmla="*/ 12910 w 3801045"/>
              <a:gd name="connsiteY5" fmla="*/ 497059 h 976512"/>
              <a:gd name="connsiteX6" fmla="*/ 155115 w 3801045"/>
              <a:gd name="connsiteY6" fmla="*/ 831853 h 976512"/>
              <a:gd name="connsiteX7" fmla="*/ 792605 w 3801045"/>
              <a:gd name="connsiteY7" fmla="*/ 956603 h 976512"/>
              <a:gd name="connsiteX8" fmla="*/ 1685553 w 3801045"/>
              <a:gd name="connsiteY8" fmla="*/ 976512 h 976512"/>
              <a:gd name="connsiteX9" fmla="*/ 2441997 w 3801045"/>
              <a:gd name="connsiteY9" fmla="*/ 966365 h 976512"/>
              <a:gd name="connsiteX10" fmla="*/ 3801045 w 3801045"/>
              <a:gd name="connsiteY10" fmla="*/ 948276 h 976512"/>
              <a:gd name="connsiteX0" fmla="*/ 3314128 w 3801045"/>
              <a:gd name="connsiteY0" fmla="*/ 20929 h 978684"/>
              <a:gd name="connsiteX1" fmla="*/ 2270361 w 3801045"/>
              <a:gd name="connsiteY1" fmla="*/ 10115 h 978684"/>
              <a:gd name="connsiteX2" fmla="*/ 1269557 w 3801045"/>
              <a:gd name="connsiteY2" fmla="*/ 2172 h 978684"/>
              <a:gd name="connsiteX3" fmla="*/ 358385 w 3801045"/>
              <a:gd name="connsiteY3" fmla="*/ 66870 h 978684"/>
              <a:gd name="connsiteX4" fmla="*/ 45734 w 3801045"/>
              <a:gd name="connsiteY4" fmla="*/ 217877 h 978684"/>
              <a:gd name="connsiteX5" fmla="*/ 12910 w 3801045"/>
              <a:gd name="connsiteY5" fmla="*/ 499231 h 978684"/>
              <a:gd name="connsiteX6" fmla="*/ 155115 w 3801045"/>
              <a:gd name="connsiteY6" fmla="*/ 834025 h 978684"/>
              <a:gd name="connsiteX7" fmla="*/ 792605 w 3801045"/>
              <a:gd name="connsiteY7" fmla="*/ 958775 h 978684"/>
              <a:gd name="connsiteX8" fmla="*/ 1685553 w 3801045"/>
              <a:gd name="connsiteY8" fmla="*/ 978684 h 978684"/>
              <a:gd name="connsiteX9" fmla="*/ 2441997 w 3801045"/>
              <a:gd name="connsiteY9" fmla="*/ 968537 h 978684"/>
              <a:gd name="connsiteX10" fmla="*/ 3801045 w 3801045"/>
              <a:gd name="connsiteY10" fmla="*/ 950448 h 978684"/>
              <a:gd name="connsiteX0" fmla="*/ 3314128 w 3801045"/>
              <a:gd name="connsiteY0" fmla="*/ 21409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339179 w 3801045"/>
              <a:gd name="connsiteY0" fmla="*/ 14901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940439 w 3940439"/>
              <a:gd name="connsiteY0" fmla="*/ 21409 h 979164"/>
              <a:gd name="connsiteX1" fmla="*/ 2395620 w 3940439"/>
              <a:gd name="connsiteY1" fmla="*/ 7341 h 979164"/>
              <a:gd name="connsiteX2" fmla="*/ 1269557 w 3940439"/>
              <a:gd name="connsiteY2" fmla="*/ 2652 h 979164"/>
              <a:gd name="connsiteX3" fmla="*/ 358385 w 3940439"/>
              <a:gd name="connsiteY3" fmla="*/ 67350 h 979164"/>
              <a:gd name="connsiteX4" fmla="*/ 45734 w 3940439"/>
              <a:gd name="connsiteY4" fmla="*/ 218357 h 979164"/>
              <a:gd name="connsiteX5" fmla="*/ 12910 w 3940439"/>
              <a:gd name="connsiteY5" fmla="*/ 499711 h 979164"/>
              <a:gd name="connsiteX6" fmla="*/ 155115 w 3940439"/>
              <a:gd name="connsiteY6" fmla="*/ 834505 h 979164"/>
              <a:gd name="connsiteX7" fmla="*/ 792605 w 3940439"/>
              <a:gd name="connsiteY7" fmla="*/ 959255 h 979164"/>
              <a:gd name="connsiteX8" fmla="*/ 1685553 w 3940439"/>
              <a:gd name="connsiteY8" fmla="*/ 979164 h 979164"/>
              <a:gd name="connsiteX9" fmla="*/ 2441997 w 3940439"/>
              <a:gd name="connsiteY9" fmla="*/ 969017 h 979164"/>
              <a:gd name="connsiteX10" fmla="*/ 3801045 w 3940439"/>
              <a:gd name="connsiteY10" fmla="*/ 950928 h 979164"/>
              <a:gd name="connsiteX0" fmla="*/ 3940439 w 4126727"/>
              <a:gd name="connsiteY0" fmla="*/ 21409 h 979164"/>
              <a:gd name="connsiteX1" fmla="*/ 2395620 w 4126727"/>
              <a:gd name="connsiteY1" fmla="*/ 7341 h 979164"/>
              <a:gd name="connsiteX2" fmla="*/ 1269557 w 4126727"/>
              <a:gd name="connsiteY2" fmla="*/ 2652 h 979164"/>
              <a:gd name="connsiteX3" fmla="*/ 358385 w 4126727"/>
              <a:gd name="connsiteY3" fmla="*/ 67350 h 979164"/>
              <a:gd name="connsiteX4" fmla="*/ 45734 w 4126727"/>
              <a:gd name="connsiteY4" fmla="*/ 218357 h 979164"/>
              <a:gd name="connsiteX5" fmla="*/ 12910 w 4126727"/>
              <a:gd name="connsiteY5" fmla="*/ 499711 h 979164"/>
              <a:gd name="connsiteX6" fmla="*/ 155115 w 4126727"/>
              <a:gd name="connsiteY6" fmla="*/ 834505 h 979164"/>
              <a:gd name="connsiteX7" fmla="*/ 792605 w 4126727"/>
              <a:gd name="connsiteY7" fmla="*/ 959255 h 979164"/>
              <a:gd name="connsiteX8" fmla="*/ 1685553 w 4126727"/>
              <a:gd name="connsiteY8" fmla="*/ 979164 h 979164"/>
              <a:gd name="connsiteX9" fmla="*/ 2441997 w 4126727"/>
              <a:gd name="connsiteY9" fmla="*/ 969017 h 979164"/>
              <a:gd name="connsiteX10" fmla="*/ 4126727 w 4126727"/>
              <a:gd name="connsiteY10" fmla="*/ 947674 h 979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126727" h="979164">
                <a:moveTo>
                  <a:pt x="3940439" y="21409"/>
                </a:moveTo>
                <a:lnTo>
                  <a:pt x="2395620" y="7341"/>
                </a:lnTo>
                <a:cubicBezTo>
                  <a:pt x="2062019" y="4693"/>
                  <a:pt x="1703364" y="-4462"/>
                  <a:pt x="1269557" y="2652"/>
                </a:cubicBezTo>
                <a:cubicBezTo>
                  <a:pt x="965832" y="7947"/>
                  <a:pt x="562356" y="31399"/>
                  <a:pt x="358385" y="67350"/>
                </a:cubicBezTo>
                <a:cubicBezTo>
                  <a:pt x="154414" y="103301"/>
                  <a:pt x="103313" y="146297"/>
                  <a:pt x="45734" y="218357"/>
                </a:cubicBezTo>
                <a:cubicBezTo>
                  <a:pt x="-11845" y="290417"/>
                  <a:pt x="-5320" y="397020"/>
                  <a:pt x="12910" y="499711"/>
                </a:cubicBezTo>
                <a:cubicBezTo>
                  <a:pt x="31140" y="602402"/>
                  <a:pt x="25166" y="757914"/>
                  <a:pt x="155115" y="834505"/>
                </a:cubicBezTo>
                <a:cubicBezTo>
                  <a:pt x="285064" y="911096"/>
                  <a:pt x="530008" y="925649"/>
                  <a:pt x="792605" y="959255"/>
                </a:cubicBezTo>
                <a:lnTo>
                  <a:pt x="1685553" y="979164"/>
                </a:lnTo>
                <a:cubicBezTo>
                  <a:pt x="1927048" y="979164"/>
                  <a:pt x="2035135" y="974265"/>
                  <a:pt x="2441997" y="969017"/>
                </a:cubicBezTo>
                <a:lnTo>
                  <a:pt x="4126727" y="947674"/>
                </a:ln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50" name="Straight Connector 449">
            <a:extLst>
              <a:ext uri="{FF2B5EF4-FFF2-40B4-BE49-F238E27FC236}">
                <a16:creationId xmlns:a16="http://schemas.microsoft.com/office/drawing/2014/main" id="{B656BD4B-6A5A-1052-8093-FA78819C9E59}"/>
              </a:ext>
            </a:extLst>
          </p:cNvPr>
          <p:cNvCxnSpPr>
            <a:cxnSpLocks noChangeAspect="1"/>
          </p:cNvCxnSpPr>
          <p:nvPr/>
        </p:nvCxnSpPr>
        <p:spPr>
          <a:xfrm>
            <a:off x="4409295" y="6444684"/>
            <a:ext cx="199652" cy="1998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Connector 450">
            <a:extLst>
              <a:ext uri="{FF2B5EF4-FFF2-40B4-BE49-F238E27FC236}">
                <a16:creationId xmlns:a16="http://schemas.microsoft.com/office/drawing/2014/main" id="{4BCB94A6-3AF7-A063-F7B1-ACC6DC580E4E}"/>
              </a:ext>
            </a:extLst>
          </p:cNvPr>
          <p:cNvCxnSpPr>
            <a:cxnSpLocks noChangeAspect="1"/>
          </p:cNvCxnSpPr>
          <p:nvPr/>
        </p:nvCxnSpPr>
        <p:spPr>
          <a:xfrm>
            <a:off x="4389491" y="6270132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BB57FAB8-E6BA-65C0-831F-6B62BD49CBC8}"/>
              </a:ext>
            </a:extLst>
          </p:cNvPr>
          <p:cNvCxnSpPr>
            <a:cxnSpLocks noChangeAspect="1"/>
          </p:cNvCxnSpPr>
          <p:nvPr/>
        </p:nvCxnSpPr>
        <p:spPr>
          <a:xfrm>
            <a:off x="4396890" y="6115919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Straight Connector 452">
            <a:extLst>
              <a:ext uri="{FF2B5EF4-FFF2-40B4-BE49-F238E27FC236}">
                <a16:creationId xmlns:a16="http://schemas.microsoft.com/office/drawing/2014/main" id="{0844F807-D397-324E-C5F0-D0F64AEBB61A}"/>
              </a:ext>
            </a:extLst>
          </p:cNvPr>
          <p:cNvCxnSpPr>
            <a:cxnSpLocks noChangeAspect="1"/>
          </p:cNvCxnSpPr>
          <p:nvPr/>
        </p:nvCxnSpPr>
        <p:spPr>
          <a:xfrm>
            <a:off x="4399533" y="5970704"/>
            <a:ext cx="689088" cy="6896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9A8BD752-AA85-5521-60B5-662D6565BBF1}"/>
              </a:ext>
            </a:extLst>
          </p:cNvPr>
          <p:cNvCxnSpPr>
            <a:cxnSpLocks noChangeAspect="1"/>
          </p:cNvCxnSpPr>
          <p:nvPr/>
        </p:nvCxnSpPr>
        <p:spPr>
          <a:xfrm>
            <a:off x="4425566" y="5838029"/>
            <a:ext cx="810042" cy="81064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Straight Connector 454">
            <a:extLst>
              <a:ext uri="{FF2B5EF4-FFF2-40B4-BE49-F238E27FC236}">
                <a16:creationId xmlns:a16="http://schemas.microsoft.com/office/drawing/2014/main" id="{3EBD133C-E37A-D97E-53BD-EA28F1D83BCC}"/>
              </a:ext>
            </a:extLst>
          </p:cNvPr>
          <p:cNvCxnSpPr>
            <a:cxnSpLocks noChangeAspect="1"/>
          </p:cNvCxnSpPr>
          <p:nvPr/>
        </p:nvCxnSpPr>
        <p:spPr>
          <a:xfrm>
            <a:off x="4494372" y="5762998"/>
            <a:ext cx="886329" cy="8869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EBEF6192-8373-BBD6-5356-C19F48208ABF}"/>
              </a:ext>
            </a:extLst>
          </p:cNvPr>
          <p:cNvCxnSpPr>
            <a:cxnSpLocks noChangeAspect="1"/>
          </p:cNvCxnSpPr>
          <p:nvPr/>
        </p:nvCxnSpPr>
        <p:spPr>
          <a:xfrm>
            <a:off x="4593639" y="5728213"/>
            <a:ext cx="860220" cy="86086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Connector 456">
            <a:extLst>
              <a:ext uri="{FF2B5EF4-FFF2-40B4-BE49-F238E27FC236}">
                <a16:creationId xmlns:a16="http://schemas.microsoft.com/office/drawing/2014/main" id="{538D50E9-EBF6-FF04-2CBD-877878B5B5DD}"/>
              </a:ext>
            </a:extLst>
          </p:cNvPr>
          <p:cNvCxnSpPr>
            <a:cxnSpLocks noChangeAspect="1"/>
          </p:cNvCxnSpPr>
          <p:nvPr/>
        </p:nvCxnSpPr>
        <p:spPr>
          <a:xfrm>
            <a:off x="4733228" y="5706268"/>
            <a:ext cx="717377" cy="7179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BDD2A78B-4093-173E-A4E7-3F7106C0B797}"/>
              </a:ext>
            </a:extLst>
          </p:cNvPr>
          <p:cNvCxnSpPr>
            <a:cxnSpLocks noChangeAspect="1"/>
          </p:cNvCxnSpPr>
          <p:nvPr/>
        </p:nvCxnSpPr>
        <p:spPr>
          <a:xfrm>
            <a:off x="4881240" y="5709925"/>
            <a:ext cx="557043" cy="557457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C0D3CE12-F8CC-2D77-BB43-BE2AAD689AD8}"/>
              </a:ext>
            </a:extLst>
          </p:cNvPr>
          <p:cNvCxnSpPr>
            <a:cxnSpLocks noChangeAspect="1"/>
          </p:cNvCxnSpPr>
          <p:nvPr/>
        </p:nvCxnSpPr>
        <p:spPr>
          <a:xfrm>
            <a:off x="5016657" y="5693619"/>
            <a:ext cx="440456" cy="44078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8DF1CB98-8AFE-D1F8-3DC3-B2627A716AB7}"/>
              </a:ext>
            </a:extLst>
          </p:cNvPr>
          <p:cNvCxnSpPr>
            <a:cxnSpLocks noChangeAspect="1"/>
          </p:cNvCxnSpPr>
          <p:nvPr/>
        </p:nvCxnSpPr>
        <p:spPr>
          <a:xfrm>
            <a:off x="5183504" y="5698952"/>
            <a:ext cx="250831" cy="25101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Straight Connector 496">
            <a:extLst>
              <a:ext uri="{FF2B5EF4-FFF2-40B4-BE49-F238E27FC236}">
                <a16:creationId xmlns:a16="http://schemas.microsoft.com/office/drawing/2014/main" id="{119B4B62-36B2-08C9-3BDE-9B2415928CF7}"/>
              </a:ext>
            </a:extLst>
          </p:cNvPr>
          <p:cNvCxnSpPr>
            <a:cxnSpLocks noChangeAspect="1"/>
          </p:cNvCxnSpPr>
          <p:nvPr/>
        </p:nvCxnSpPr>
        <p:spPr>
          <a:xfrm>
            <a:off x="5320879" y="5717698"/>
            <a:ext cx="94041" cy="941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61237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11502442" y="3431656"/>
            <a:ext cx="51090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019965" y="194373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blipFill>
                <a:blip r:embed="rId3"/>
                <a:stretch>
                  <a:fillRect l="-136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/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127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4286" r="-1428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3529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3019371" y="1334084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B5D9B9AA-53C7-41A2-F80B-37CA4D79ACE3}"/>
              </a:ext>
            </a:extLst>
          </p:cNvPr>
          <p:cNvCxnSpPr>
            <a:cxnSpLocks/>
          </p:cNvCxnSpPr>
          <p:nvPr/>
        </p:nvCxnSpPr>
        <p:spPr>
          <a:xfrm flipV="1">
            <a:off x="3028425" y="1620065"/>
            <a:ext cx="8979091" cy="17758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0942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smtClean="0"/>
              <a:t>Jobs </a:t>
            </a:r>
            <a:r>
              <a:rPr lang="en-RU" sz="1500" b="1" dirty="0"/>
              <a:t>Arrival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blipFill>
                <a:blip r:embed="rId16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F335AD57-CAF5-859A-BBD9-CB642DC6453A}"/>
              </a:ext>
            </a:extLst>
          </p:cNvPr>
          <p:cNvCxnSpPr>
            <a:cxnSpLocks/>
          </p:cNvCxnSpPr>
          <p:nvPr/>
        </p:nvCxnSpPr>
        <p:spPr>
          <a:xfrm flipH="1" flipV="1">
            <a:off x="3809379" y="107633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77F0D6E8-2562-D475-A54D-33A1D6BE58D8}"/>
              </a:ext>
            </a:extLst>
          </p:cNvPr>
          <p:cNvCxnSpPr>
            <a:cxnSpLocks/>
          </p:cNvCxnSpPr>
          <p:nvPr/>
        </p:nvCxnSpPr>
        <p:spPr>
          <a:xfrm flipH="1" flipV="1">
            <a:off x="3415084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1BAE0068-7CBE-B3E1-29D1-492D4BAF9243}"/>
              </a:ext>
            </a:extLst>
          </p:cNvPr>
          <p:cNvCxnSpPr>
            <a:cxnSpLocks/>
          </p:cNvCxnSpPr>
          <p:nvPr/>
        </p:nvCxnSpPr>
        <p:spPr>
          <a:xfrm flipH="1" flipV="1">
            <a:off x="4196870" y="106611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289BB0BF-E519-276E-E540-D687F2CB9F09}"/>
              </a:ext>
            </a:extLst>
          </p:cNvPr>
          <p:cNvCxnSpPr>
            <a:cxnSpLocks/>
          </p:cNvCxnSpPr>
          <p:nvPr/>
        </p:nvCxnSpPr>
        <p:spPr>
          <a:xfrm flipH="1" flipV="1">
            <a:off x="5355472" y="10494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5006014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D872C7E1-F572-F4B2-3368-9E11859CED4F}"/>
              </a:ext>
            </a:extLst>
          </p:cNvPr>
          <p:cNvCxnSpPr>
            <a:cxnSpLocks/>
          </p:cNvCxnSpPr>
          <p:nvPr/>
        </p:nvCxnSpPr>
        <p:spPr>
          <a:xfrm flipH="1" flipV="1">
            <a:off x="5748788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6A6C5796-7922-D62C-EDF1-7FA89B0C678A}"/>
              </a:ext>
            </a:extLst>
          </p:cNvPr>
          <p:cNvCxnSpPr>
            <a:cxnSpLocks/>
          </p:cNvCxnSpPr>
          <p:nvPr/>
        </p:nvCxnSpPr>
        <p:spPr>
          <a:xfrm flipH="1" flipV="1">
            <a:off x="6888399" y="106123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7B02E0D9-E20D-B9F0-B34D-1BC883F040E6}"/>
              </a:ext>
            </a:extLst>
          </p:cNvPr>
          <p:cNvCxnSpPr>
            <a:cxnSpLocks/>
          </p:cNvCxnSpPr>
          <p:nvPr/>
        </p:nvCxnSpPr>
        <p:spPr>
          <a:xfrm flipH="1" flipV="1">
            <a:off x="7277850" y="10562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B5482CB2-4AC3-462F-FBD3-D40E60372C48}"/>
              </a:ext>
            </a:extLst>
          </p:cNvPr>
          <p:cNvCxnSpPr>
            <a:cxnSpLocks/>
          </p:cNvCxnSpPr>
          <p:nvPr/>
        </p:nvCxnSpPr>
        <p:spPr>
          <a:xfrm flipH="1" flipV="1">
            <a:off x="8051582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83C8DDD4-710D-7E7B-A667-AABB2E0161DC}"/>
              </a:ext>
            </a:extLst>
          </p:cNvPr>
          <p:cNvCxnSpPr>
            <a:cxnSpLocks/>
          </p:cNvCxnSpPr>
          <p:nvPr/>
        </p:nvCxnSpPr>
        <p:spPr>
          <a:xfrm flipH="1" flipV="1">
            <a:off x="8445654" y="105786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CAD12B6E-B817-686F-5F2A-91614B8BD1C0}"/>
              </a:ext>
            </a:extLst>
          </p:cNvPr>
          <p:cNvCxnSpPr>
            <a:cxnSpLocks/>
          </p:cNvCxnSpPr>
          <p:nvPr/>
        </p:nvCxnSpPr>
        <p:spPr>
          <a:xfrm flipH="1" flipV="1">
            <a:off x="8836171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D837940E-793A-2256-9BDF-6261CFF30BF8}"/>
              </a:ext>
            </a:extLst>
          </p:cNvPr>
          <p:cNvCxnSpPr>
            <a:cxnSpLocks/>
          </p:cNvCxnSpPr>
          <p:nvPr/>
        </p:nvCxnSpPr>
        <p:spPr>
          <a:xfrm flipH="1" flipV="1">
            <a:off x="9811993" y="105644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0E6A0CDA-C33E-6F8A-B178-125968DD2C1E}"/>
              </a:ext>
            </a:extLst>
          </p:cNvPr>
          <p:cNvCxnSpPr>
            <a:cxnSpLocks/>
          </p:cNvCxnSpPr>
          <p:nvPr/>
        </p:nvCxnSpPr>
        <p:spPr>
          <a:xfrm flipH="1" flipV="1">
            <a:off x="10960792" y="104546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0AA71F88-7FD7-407F-47A3-E5E078E66390}"/>
              </a:ext>
            </a:extLst>
          </p:cNvPr>
          <p:cNvCxnSpPr>
            <a:cxnSpLocks/>
          </p:cNvCxnSpPr>
          <p:nvPr/>
        </p:nvCxnSpPr>
        <p:spPr>
          <a:xfrm flipH="1" flipV="1">
            <a:off x="10203759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97D4C600-F5B2-76BA-186C-144F70F6503A}"/>
              </a:ext>
            </a:extLst>
          </p:cNvPr>
          <p:cNvCxnSpPr>
            <a:cxnSpLocks/>
          </p:cNvCxnSpPr>
          <p:nvPr/>
        </p:nvCxnSpPr>
        <p:spPr>
          <a:xfrm flipH="1" flipV="1">
            <a:off x="9521907" y="105828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</p:cNvCxnSpPr>
          <p:nvPr/>
        </p:nvCxnSpPr>
        <p:spPr>
          <a:xfrm>
            <a:off x="3020580" y="22449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02AA6738-7FE6-5A6F-DE3F-D0CF69CFA7F4}"/>
              </a:ext>
            </a:extLst>
          </p:cNvPr>
          <p:cNvCxnSpPr>
            <a:cxnSpLocks/>
          </p:cNvCxnSpPr>
          <p:nvPr/>
        </p:nvCxnSpPr>
        <p:spPr>
          <a:xfrm>
            <a:off x="2019965" y="402822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>
            <a:off x="2378482" y="2251066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</p:cNvCxnSpPr>
          <p:nvPr/>
        </p:nvCxnSpPr>
        <p:spPr>
          <a:xfrm flipH="1">
            <a:off x="4569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 flipH="1">
            <a:off x="6107604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/>
          <p:nvPr/>
        </p:nvCxnSpPr>
        <p:spPr>
          <a:xfrm>
            <a:off x="7660116" y="22510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blipFill>
                <a:blip r:embed="rId18"/>
                <a:stretch>
                  <a:fillRect l="-1826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/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blipFill>
                <a:blip r:embed="rId19"/>
                <a:stretch>
                  <a:fillRect l="-1274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4286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blipFill>
                <a:blip r:embed="rId24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blipFill>
                <a:blip r:embed="rId25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/>
          <p:nvPr/>
        </p:nvCxnSpPr>
        <p:spPr>
          <a:xfrm>
            <a:off x="9203818" y="22417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blipFill>
                <a:blip r:embed="rId27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blipFill>
                <a:blip r:embed="rId28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3028425" y="3722311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CA859CC3-4988-F069-30F1-8E16AF812C94}"/>
              </a:ext>
            </a:extLst>
          </p:cNvPr>
          <p:cNvCxnSpPr/>
          <p:nvPr/>
        </p:nvCxnSpPr>
        <p:spPr>
          <a:xfrm>
            <a:off x="9813744" y="2251066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21618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A: No opt.    </a:t>
            </a:r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/>
          <p:nvPr/>
        </p:nvCxnSpPr>
        <p:spPr>
          <a:xfrm>
            <a:off x="10597279" y="223268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0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8" y="284070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blipFill>
                <a:blip r:embed="rId47"/>
                <a:stretch>
                  <a:fillRect l="-25000" r="-16667" b="-3846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blipFill>
                <a:blip r:embed="rId48"/>
                <a:stretch>
                  <a:fillRect l="-33333" r="-833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blipFill>
                <a:blip r:embed="rId49"/>
                <a:stretch>
                  <a:fillRect l="-25000" t="-7692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/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blipFill>
                <a:blip r:embed="rId50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/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blipFill>
                <a:blip r:embed="rId51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/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blipFill>
                <a:blip r:embed="rId5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blipFill>
                <a:blip r:embed="rId53"/>
                <a:stretch>
                  <a:fillRect l="-34783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0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3807777" y="313220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3896983" y="3427895"/>
            <a:ext cx="151791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blipFill>
                <a:blip r:embed="rId60"/>
                <a:stretch>
                  <a:fillRect l="-34783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/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blipFill>
                <a:blip r:embed="rId61"/>
                <a:stretch>
                  <a:fillRect l="-25806" t="-384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blipFill>
                <a:blip r:embed="rId62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blipFill>
                <a:blip r:embed="rId63"/>
                <a:stretch>
                  <a:fillRect l="-30435" t="-3846" r="-4348" b="-269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blipFill>
                <a:blip r:embed="rId64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blipFill>
                <a:blip r:embed="rId65"/>
                <a:stretch>
                  <a:fillRect l="-3043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blipFill>
                <a:blip r:embed="rId66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blipFill>
                <a:blip r:embed="rId67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blipFill>
                <a:blip r:embed="rId68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blipFill>
                <a:blip r:embed="rId69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blipFill>
                <a:blip r:embed="rId70"/>
                <a:stretch>
                  <a:fillRect l="-21875" t="-3704" r="-6250" b="-296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blipFill>
                <a:blip r:embed="rId71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blipFill>
                <a:blip r:embed="rId72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blipFill>
                <a:blip r:embed="rId73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blipFill>
                <a:blip r:embed="rId74"/>
                <a:stretch>
                  <a:fillRect l="-22581" t="-3846" r="-322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blipFill>
                <a:blip r:embed="rId75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blipFill>
                <a:blip r:embed="rId76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blipFill>
                <a:blip r:embed="rId77"/>
                <a:stretch>
                  <a:fillRect l="-25000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8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4994186" y="74400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blipFill>
                <a:blip r:embed="rId78"/>
                <a:stretch>
                  <a:fillRect l="-29167" t="-4000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8833299" y="77659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blipFill>
                <a:blip r:embed="rId79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blipFill>
                <a:blip r:embed="rId80"/>
                <a:stretch>
                  <a:fillRect l="-34783" t="-7692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blipFill>
                <a:blip r:embed="rId81"/>
                <a:stretch>
                  <a:fillRect l="-29167" t="-384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4" y="74022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10602258" y="1312505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6" y="103192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415009" y="2841724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1113391C-0733-5D37-D2E6-B5301F28E37D}"/>
              </a:ext>
            </a:extLst>
          </p:cNvPr>
          <p:cNvCxnSpPr>
            <a:cxnSpLocks/>
          </p:cNvCxnSpPr>
          <p:nvPr/>
        </p:nvCxnSpPr>
        <p:spPr>
          <a:xfrm flipH="1" flipV="1">
            <a:off x="6484469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9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891848" y="2845120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56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8080681" y="3141542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837764" y="284609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9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10018130" y="3142513"/>
            <a:ext cx="1225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10596855" y="2834073"/>
            <a:ext cx="772275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4" name="Rectangle 769">
            <a:extLst>
              <a:ext uri="{FF2B5EF4-FFF2-40B4-BE49-F238E27FC236}">
                <a16:creationId xmlns:a16="http://schemas.microsoft.com/office/drawing/2014/main" id="{A7D757EE-5B4D-653C-AB31-2A7B3872AE4A}"/>
              </a:ext>
            </a:extLst>
          </p:cNvPr>
          <p:cNvSpPr/>
          <p:nvPr/>
        </p:nvSpPr>
        <p:spPr>
          <a:xfrm flipH="1">
            <a:off x="6207601" y="314295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5" name="Rectangle 769">
            <a:extLst>
              <a:ext uri="{FF2B5EF4-FFF2-40B4-BE49-F238E27FC236}">
                <a16:creationId xmlns:a16="http://schemas.microsoft.com/office/drawing/2014/main" id="{506AB6E3-781C-FF4B-6019-3E709255B41E}"/>
              </a:ext>
            </a:extLst>
          </p:cNvPr>
          <p:cNvSpPr/>
          <p:nvPr/>
        </p:nvSpPr>
        <p:spPr>
          <a:xfrm flipH="1">
            <a:off x="6520256" y="3142271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Rectangle 769">
            <a:extLst>
              <a:ext uri="{FF2B5EF4-FFF2-40B4-BE49-F238E27FC236}">
                <a16:creationId xmlns:a16="http://schemas.microsoft.com/office/drawing/2014/main" id="{2071F591-0C9C-6F63-DB11-CE47FA154D67}"/>
              </a:ext>
            </a:extLst>
          </p:cNvPr>
          <p:cNvSpPr/>
          <p:nvPr/>
        </p:nvSpPr>
        <p:spPr>
          <a:xfrm flipH="1">
            <a:off x="7664599" y="314348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4" name="Rectangle 769">
            <a:extLst>
              <a:ext uri="{FF2B5EF4-FFF2-40B4-BE49-F238E27FC236}">
                <a16:creationId xmlns:a16="http://schemas.microsoft.com/office/drawing/2014/main" id="{92623FBB-E55C-CE31-9705-F01A04B49254}"/>
              </a:ext>
            </a:extLst>
          </p:cNvPr>
          <p:cNvSpPr/>
          <p:nvPr/>
        </p:nvSpPr>
        <p:spPr>
          <a:xfrm flipH="1">
            <a:off x="8433965" y="3149904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5" name="Rectangle 769">
            <a:extLst>
              <a:ext uri="{FF2B5EF4-FFF2-40B4-BE49-F238E27FC236}">
                <a16:creationId xmlns:a16="http://schemas.microsoft.com/office/drawing/2014/main" id="{1579237B-3312-E467-E580-22B6C3AC1A6B}"/>
              </a:ext>
            </a:extLst>
          </p:cNvPr>
          <p:cNvSpPr/>
          <p:nvPr/>
        </p:nvSpPr>
        <p:spPr>
          <a:xfrm flipH="1">
            <a:off x="9606260" y="3143858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6" name="Rectangle 769">
            <a:extLst>
              <a:ext uri="{FF2B5EF4-FFF2-40B4-BE49-F238E27FC236}">
                <a16:creationId xmlns:a16="http://schemas.microsoft.com/office/drawing/2014/main" id="{B5B51617-0F1C-A37A-A9DC-8238AA8CF509}"/>
              </a:ext>
            </a:extLst>
          </p:cNvPr>
          <p:cNvSpPr/>
          <p:nvPr/>
        </p:nvSpPr>
        <p:spPr>
          <a:xfrm flipH="1">
            <a:off x="10377222" y="3145160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Rectangle 769">
            <a:extLst>
              <a:ext uri="{FF2B5EF4-FFF2-40B4-BE49-F238E27FC236}">
                <a16:creationId xmlns:a16="http://schemas.microsoft.com/office/drawing/2014/main" id="{E9590FB4-E6EC-5836-1479-AEEAA8A84854}"/>
              </a:ext>
            </a:extLst>
          </p:cNvPr>
          <p:cNvSpPr/>
          <p:nvPr/>
        </p:nvSpPr>
        <p:spPr>
          <a:xfrm flipH="1">
            <a:off x="11369131" y="314990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088844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3807777" y="313220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97" name="Rectangle 769">
            <a:extLst>
              <a:ext uri="{FF2B5EF4-FFF2-40B4-BE49-F238E27FC236}">
                <a16:creationId xmlns:a16="http://schemas.microsoft.com/office/drawing/2014/main" id="{C1FAA664-3BBA-3123-D700-FD11814BD2AC}"/>
              </a:ext>
            </a:extLst>
          </p:cNvPr>
          <p:cNvSpPr/>
          <p:nvPr/>
        </p:nvSpPr>
        <p:spPr>
          <a:xfrm flipH="1">
            <a:off x="8080681" y="3141542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00" name="Rectangle 769">
            <a:extLst>
              <a:ext uri="{FF2B5EF4-FFF2-40B4-BE49-F238E27FC236}">
                <a16:creationId xmlns:a16="http://schemas.microsoft.com/office/drawing/2014/main" id="{9454763A-31B0-84E0-306C-F67348BEC228}"/>
              </a:ext>
            </a:extLst>
          </p:cNvPr>
          <p:cNvSpPr/>
          <p:nvPr/>
        </p:nvSpPr>
        <p:spPr>
          <a:xfrm flipH="1">
            <a:off x="10026597" y="3142513"/>
            <a:ext cx="1225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03" name="Rectangle 769">
            <a:extLst>
              <a:ext uri="{FF2B5EF4-FFF2-40B4-BE49-F238E27FC236}">
                <a16:creationId xmlns:a16="http://schemas.microsoft.com/office/drawing/2014/main" id="{7506A867-11CD-BBE3-4D78-32FCCEE0E8CA}"/>
              </a:ext>
            </a:extLst>
          </p:cNvPr>
          <p:cNvSpPr/>
          <p:nvPr/>
        </p:nvSpPr>
        <p:spPr>
          <a:xfrm flipH="1">
            <a:off x="6225649" y="314295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06" name="Rectangle 769">
            <a:extLst>
              <a:ext uri="{FF2B5EF4-FFF2-40B4-BE49-F238E27FC236}">
                <a16:creationId xmlns:a16="http://schemas.microsoft.com/office/drawing/2014/main" id="{1FE6A76B-84EF-680A-B42D-2AD3F1124855}"/>
              </a:ext>
            </a:extLst>
          </p:cNvPr>
          <p:cNvSpPr/>
          <p:nvPr/>
        </p:nvSpPr>
        <p:spPr>
          <a:xfrm flipH="1">
            <a:off x="6520256" y="3142271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09" name="Rectangle 769">
            <a:extLst>
              <a:ext uri="{FF2B5EF4-FFF2-40B4-BE49-F238E27FC236}">
                <a16:creationId xmlns:a16="http://schemas.microsoft.com/office/drawing/2014/main" id="{C0A04971-6460-32F9-A80D-FA6D203739F6}"/>
              </a:ext>
            </a:extLst>
          </p:cNvPr>
          <p:cNvSpPr/>
          <p:nvPr/>
        </p:nvSpPr>
        <p:spPr>
          <a:xfrm flipH="1">
            <a:off x="7664599" y="314348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12" name="Rectangle 769">
            <a:extLst>
              <a:ext uri="{FF2B5EF4-FFF2-40B4-BE49-F238E27FC236}">
                <a16:creationId xmlns:a16="http://schemas.microsoft.com/office/drawing/2014/main" id="{85D65EE8-77DC-90D4-40D4-EBD0C44C59F9}"/>
              </a:ext>
            </a:extLst>
          </p:cNvPr>
          <p:cNvSpPr/>
          <p:nvPr/>
        </p:nvSpPr>
        <p:spPr>
          <a:xfrm flipH="1">
            <a:off x="8433965" y="3149904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16" name="Rectangle 769">
            <a:extLst>
              <a:ext uri="{FF2B5EF4-FFF2-40B4-BE49-F238E27FC236}">
                <a16:creationId xmlns:a16="http://schemas.microsoft.com/office/drawing/2014/main" id="{62A1E072-6560-5942-EDA7-7B10A2167B02}"/>
              </a:ext>
            </a:extLst>
          </p:cNvPr>
          <p:cNvSpPr/>
          <p:nvPr/>
        </p:nvSpPr>
        <p:spPr>
          <a:xfrm flipH="1">
            <a:off x="9606260" y="3152325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21" name="Rectangle 769">
            <a:extLst>
              <a:ext uri="{FF2B5EF4-FFF2-40B4-BE49-F238E27FC236}">
                <a16:creationId xmlns:a16="http://schemas.microsoft.com/office/drawing/2014/main" id="{6157DFE8-FC4B-F0A8-076F-D850A6B001E1}"/>
              </a:ext>
            </a:extLst>
          </p:cNvPr>
          <p:cNvSpPr/>
          <p:nvPr/>
        </p:nvSpPr>
        <p:spPr>
          <a:xfrm flipH="1">
            <a:off x="10377222" y="3145160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22" name="Rectangle 769">
            <a:extLst>
              <a:ext uri="{FF2B5EF4-FFF2-40B4-BE49-F238E27FC236}">
                <a16:creationId xmlns:a16="http://schemas.microsoft.com/office/drawing/2014/main" id="{09228239-EC9F-3E8D-E09D-7E55D71A424D}"/>
              </a:ext>
            </a:extLst>
          </p:cNvPr>
          <p:cNvSpPr/>
          <p:nvPr/>
        </p:nvSpPr>
        <p:spPr>
          <a:xfrm flipH="1">
            <a:off x="11369131" y="314990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80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11497242" y="3430848"/>
            <a:ext cx="51090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019965" y="194373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953727" y="1055739"/>
                <a:ext cx="1337994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727" y="1055739"/>
                <a:ext cx="1337994" cy="257186"/>
              </a:xfrm>
              <a:prstGeom prst="rect">
                <a:avLst/>
              </a:prstGeom>
              <a:blipFill>
                <a:blip r:embed="rId3"/>
                <a:stretch>
                  <a:fillRect l="-1364" b="-285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/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127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4286" r="-1428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3529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3019371" y="1334084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B5D9B9AA-53C7-41A2-F80B-37CA4D79ACE3}"/>
              </a:ext>
            </a:extLst>
          </p:cNvPr>
          <p:cNvCxnSpPr>
            <a:cxnSpLocks/>
          </p:cNvCxnSpPr>
          <p:nvPr/>
        </p:nvCxnSpPr>
        <p:spPr>
          <a:xfrm flipV="1">
            <a:off x="3028425" y="1620065"/>
            <a:ext cx="8979091" cy="17758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smtClean="0"/>
              <a:t>Jobs </a:t>
            </a:r>
            <a:r>
              <a:rPr lang="en-US" sz="1500" b="1" dirty="0" smtClean="0"/>
              <a:t>Release</a:t>
            </a:r>
            <a:r>
              <a:rPr lang="en-RU" sz="1500" b="1" dirty="0" smtClean="0"/>
              <a:t>    </a:t>
            </a:r>
            <a:endParaRPr lang="en-RU" sz="1500" b="1" dirty="0"/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blipFill>
                <a:blip r:embed="rId16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F335AD57-CAF5-859A-BBD9-CB642DC6453A}"/>
              </a:ext>
            </a:extLst>
          </p:cNvPr>
          <p:cNvCxnSpPr>
            <a:cxnSpLocks/>
          </p:cNvCxnSpPr>
          <p:nvPr/>
        </p:nvCxnSpPr>
        <p:spPr>
          <a:xfrm flipH="1" flipV="1">
            <a:off x="3809379" y="107633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77F0D6E8-2562-D475-A54D-33A1D6BE58D8}"/>
              </a:ext>
            </a:extLst>
          </p:cNvPr>
          <p:cNvCxnSpPr>
            <a:cxnSpLocks/>
          </p:cNvCxnSpPr>
          <p:nvPr/>
        </p:nvCxnSpPr>
        <p:spPr>
          <a:xfrm flipH="1" flipV="1">
            <a:off x="3415084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1BAE0068-7CBE-B3E1-29D1-492D4BAF9243}"/>
              </a:ext>
            </a:extLst>
          </p:cNvPr>
          <p:cNvCxnSpPr>
            <a:cxnSpLocks/>
          </p:cNvCxnSpPr>
          <p:nvPr/>
        </p:nvCxnSpPr>
        <p:spPr>
          <a:xfrm flipH="1" flipV="1">
            <a:off x="4196870" y="106611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289BB0BF-E519-276E-E540-D687F2CB9F09}"/>
              </a:ext>
            </a:extLst>
          </p:cNvPr>
          <p:cNvCxnSpPr>
            <a:cxnSpLocks/>
          </p:cNvCxnSpPr>
          <p:nvPr/>
        </p:nvCxnSpPr>
        <p:spPr>
          <a:xfrm flipH="1" flipV="1">
            <a:off x="5355472" y="10494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5006014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D872C7E1-F572-F4B2-3368-9E11859CED4F}"/>
              </a:ext>
            </a:extLst>
          </p:cNvPr>
          <p:cNvCxnSpPr>
            <a:cxnSpLocks/>
          </p:cNvCxnSpPr>
          <p:nvPr/>
        </p:nvCxnSpPr>
        <p:spPr>
          <a:xfrm flipH="1" flipV="1">
            <a:off x="5748788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6A6C5796-7922-D62C-EDF1-7FA89B0C678A}"/>
              </a:ext>
            </a:extLst>
          </p:cNvPr>
          <p:cNvCxnSpPr>
            <a:cxnSpLocks/>
          </p:cNvCxnSpPr>
          <p:nvPr/>
        </p:nvCxnSpPr>
        <p:spPr>
          <a:xfrm flipH="1" flipV="1">
            <a:off x="6888399" y="106123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7B02E0D9-E20D-B9F0-B34D-1BC883F040E6}"/>
              </a:ext>
            </a:extLst>
          </p:cNvPr>
          <p:cNvCxnSpPr>
            <a:cxnSpLocks/>
          </p:cNvCxnSpPr>
          <p:nvPr/>
        </p:nvCxnSpPr>
        <p:spPr>
          <a:xfrm flipH="1" flipV="1">
            <a:off x="7277850" y="10562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B5482CB2-4AC3-462F-FBD3-D40E60372C48}"/>
              </a:ext>
            </a:extLst>
          </p:cNvPr>
          <p:cNvCxnSpPr>
            <a:cxnSpLocks/>
          </p:cNvCxnSpPr>
          <p:nvPr/>
        </p:nvCxnSpPr>
        <p:spPr>
          <a:xfrm flipH="1" flipV="1">
            <a:off x="8051582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83C8DDD4-710D-7E7B-A667-AABB2E0161DC}"/>
              </a:ext>
            </a:extLst>
          </p:cNvPr>
          <p:cNvCxnSpPr>
            <a:cxnSpLocks/>
          </p:cNvCxnSpPr>
          <p:nvPr/>
        </p:nvCxnSpPr>
        <p:spPr>
          <a:xfrm flipH="1" flipV="1">
            <a:off x="8445654" y="105786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CAD12B6E-B817-686F-5F2A-91614B8BD1C0}"/>
              </a:ext>
            </a:extLst>
          </p:cNvPr>
          <p:cNvCxnSpPr>
            <a:cxnSpLocks/>
          </p:cNvCxnSpPr>
          <p:nvPr/>
        </p:nvCxnSpPr>
        <p:spPr>
          <a:xfrm flipH="1" flipV="1">
            <a:off x="8836171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D837940E-793A-2256-9BDF-6261CFF30BF8}"/>
              </a:ext>
            </a:extLst>
          </p:cNvPr>
          <p:cNvCxnSpPr>
            <a:cxnSpLocks/>
          </p:cNvCxnSpPr>
          <p:nvPr/>
        </p:nvCxnSpPr>
        <p:spPr>
          <a:xfrm flipH="1" flipV="1">
            <a:off x="9811993" y="105644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0E6A0CDA-C33E-6F8A-B178-125968DD2C1E}"/>
              </a:ext>
            </a:extLst>
          </p:cNvPr>
          <p:cNvCxnSpPr>
            <a:cxnSpLocks/>
          </p:cNvCxnSpPr>
          <p:nvPr/>
        </p:nvCxnSpPr>
        <p:spPr>
          <a:xfrm flipH="1" flipV="1">
            <a:off x="10960792" y="104546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0AA71F88-7FD7-407F-47A3-E5E078E66390}"/>
              </a:ext>
            </a:extLst>
          </p:cNvPr>
          <p:cNvCxnSpPr>
            <a:cxnSpLocks/>
          </p:cNvCxnSpPr>
          <p:nvPr/>
        </p:nvCxnSpPr>
        <p:spPr>
          <a:xfrm flipH="1" flipV="1">
            <a:off x="10203759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97D4C600-F5B2-76BA-186C-144F70F6503A}"/>
              </a:ext>
            </a:extLst>
          </p:cNvPr>
          <p:cNvCxnSpPr>
            <a:cxnSpLocks/>
          </p:cNvCxnSpPr>
          <p:nvPr/>
        </p:nvCxnSpPr>
        <p:spPr>
          <a:xfrm flipH="1" flipV="1">
            <a:off x="9521907" y="105828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</p:cNvCxnSpPr>
          <p:nvPr/>
        </p:nvCxnSpPr>
        <p:spPr>
          <a:xfrm>
            <a:off x="3020580" y="22449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02AA6738-7FE6-5A6F-DE3F-D0CF69CFA7F4}"/>
              </a:ext>
            </a:extLst>
          </p:cNvPr>
          <p:cNvCxnSpPr>
            <a:cxnSpLocks/>
          </p:cNvCxnSpPr>
          <p:nvPr/>
        </p:nvCxnSpPr>
        <p:spPr>
          <a:xfrm>
            <a:off x="2019965" y="402822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  <a:endCxn id="322" idx="2"/>
          </p:cNvCxnSpPr>
          <p:nvPr/>
        </p:nvCxnSpPr>
        <p:spPr>
          <a:xfrm>
            <a:off x="207818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>
            <a:off x="2378482" y="2251066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</p:cNvCxnSpPr>
          <p:nvPr/>
        </p:nvCxnSpPr>
        <p:spPr>
          <a:xfrm flipH="1">
            <a:off x="4569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 flipH="1">
            <a:off x="6107604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/>
          <p:nvPr/>
        </p:nvCxnSpPr>
        <p:spPr>
          <a:xfrm>
            <a:off x="7660116" y="22510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949527" y="3142224"/>
                <a:ext cx="1337994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27" y="3142224"/>
                <a:ext cx="1337994" cy="257186"/>
              </a:xfrm>
              <a:prstGeom prst="rect">
                <a:avLst/>
              </a:prstGeom>
              <a:blipFill>
                <a:blip r:embed="rId18"/>
                <a:stretch>
                  <a:fillRect l="-1826" b="-255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/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blipFill>
                <a:blip r:embed="rId19"/>
                <a:stretch>
                  <a:fillRect l="-1274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4286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blipFill>
                <a:blip r:embed="rId24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blipFill>
                <a:blip r:embed="rId25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/>
          <p:nvPr/>
        </p:nvCxnSpPr>
        <p:spPr>
          <a:xfrm>
            <a:off x="9203818" y="22417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blipFill>
                <a:blip r:embed="rId27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blipFill>
                <a:blip r:embed="rId28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3028425" y="3722311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CA859CC3-4988-F069-30F1-8E16AF812C94}"/>
              </a:ext>
            </a:extLst>
          </p:cNvPr>
          <p:cNvCxnSpPr/>
          <p:nvPr/>
        </p:nvCxnSpPr>
        <p:spPr>
          <a:xfrm>
            <a:off x="9813744" y="2251066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315188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 A: No Queue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/>
          <p:nvPr/>
        </p:nvCxnSpPr>
        <p:spPr>
          <a:xfrm>
            <a:off x="10597279" y="223268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0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blipFill>
                <a:blip r:embed="rId47"/>
                <a:stretch>
                  <a:fillRect l="-25000" r="-16667" b="-3846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blipFill>
                <a:blip r:embed="rId48"/>
                <a:stretch>
                  <a:fillRect l="-33333" r="-833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blipFill>
                <a:blip r:embed="rId49"/>
                <a:stretch>
                  <a:fillRect l="-25000" t="-7692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/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blipFill>
                <a:blip r:embed="rId50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/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blipFill>
                <a:blip r:embed="rId51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/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blipFill>
                <a:blip r:embed="rId5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blipFill>
                <a:blip r:embed="rId53"/>
                <a:stretch>
                  <a:fillRect l="-34783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3837148" y="3192553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7148" y="3192553"/>
                <a:ext cx="138115" cy="155620"/>
              </a:xfrm>
              <a:prstGeom prst="rect">
                <a:avLst/>
              </a:prstGeom>
              <a:blipFill>
                <a:blip r:embed="rId54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2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3932817" y="3427661"/>
            <a:ext cx="151791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73" name="TextBox 772">
                <a:extLst>
                  <a:ext uri="{FF2B5EF4-FFF2-40B4-BE49-F238E27FC236}">
                    <a16:creationId xmlns:a16="http://schemas.microsoft.com/office/drawing/2014/main" id="{06B9911D-2EA3-C7AE-3194-DDC2A7893A55}"/>
                  </a:ext>
                </a:extLst>
              </p:cNvPr>
              <p:cNvSpPr txBox="1"/>
              <p:nvPr/>
            </p:nvSpPr>
            <p:spPr>
              <a:xfrm>
                <a:off x="4504086" y="3494098"/>
                <a:ext cx="138115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73" name="TextBox 772">
                <a:extLst>
                  <a:ext uri="{FF2B5EF4-FFF2-40B4-BE49-F238E27FC236}">
                    <a16:creationId xmlns:a16="http://schemas.microsoft.com/office/drawing/2014/main" id="{06B9911D-2EA3-C7AE-3194-DDC2A7893A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4086" y="3494098"/>
                <a:ext cx="138115" cy="156389"/>
              </a:xfrm>
              <a:prstGeom prst="rect">
                <a:avLst/>
              </a:prstGeom>
              <a:blipFill>
                <a:blip r:embed="rId55"/>
                <a:stretch>
                  <a:fillRect l="-34783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blipFill>
                <a:blip r:embed="rId60"/>
                <a:stretch>
                  <a:fillRect l="-34783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/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blipFill>
                <a:blip r:embed="rId61"/>
                <a:stretch>
                  <a:fillRect l="-25806" t="-384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blipFill>
                <a:blip r:embed="rId62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blipFill>
                <a:blip r:embed="rId63"/>
                <a:stretch>
                  <a:fillRect l="-30435" t="-3846" r="-4348" b="-269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blipFill>
                <a:blip r:embed="rId64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blipFill>
                <a:blip r:embed="rId65"/>
                <a:stretch>
                  <a:fillRect l="-3043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blipFill>
                <a:blip r:embed="rId66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blipFill>
                <a:blip r:embed="rId67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blipFill>
                <a:blip r:embed="rId68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blipFill>
                <a:blip r:embed="rId69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blipFill>
                <a:blip r:embed="rId70"/>
                <a:stretch>
                  <a:fillRect l="-21875" t="-3704" r="-6250" b="-296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blipFill>
                <a:blip r:embed="rId71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blipFill>
                <a:blip r:embed="rId72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blipFill>
                <a:blip r:embed="rId73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blipFill>
                <a:blip r:embed="rId74"/>
                <a:stretch>
                  <a:fillRect l="-22581" t="-3846" r="-322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blipFill>
                <a:blip r:embed="rId75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blipFill>
                <a:blip r:embed="rId76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blipFill>
                <a:blip r:embed="rId77"/>
                <a:stretch>
                  <a:fillRect l="-25000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8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4994186" y="74400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blipFill>
                <a:blip r:embed="rId78"/>
                <a:stretch>
                  <a:fillRect l="-29167" t="-4000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8833299" y="77659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blipFill>
                <a:blip r:embed="rId79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blipFill>
                <a:blip r:embed="rId80"/>
                <a:stretch>
                  <a:fillRect l="-34783" t="-7692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blipFill>
                <a:blip r:embed="rId81"/>
                <a:stretch>
                  <a:fillRect l="-29167" t="-384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4" y="74022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10602258" y="1312505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6" y="103192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434370" y="2843564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8" name="TextBox 32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5748788" y="2921122"/>
                <a:ext cx="140872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28" name="TextBox 32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8788" y="2921122"/>
                <a:ext cx="140872" cy="155620"/>
              </a:xfrm>
              <a:prstGeom prst="rect">
                <a:avLst/>
              </a:prstGeom>
              <a:blipFill>
                <a:blip r:embed="rId82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9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5428982" y="283416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330" name="Straight Connector 283">
            <a:extLst>
              <a:ext uri="{FF2B5EF4-FFF2-40B4-BE49-F238E27FC236}">
                <a16:creationId xmlns:a16="http://schemas.microsoft.com/office/drawing/2014/main" id="{1BAE0068-7CBE-B3E1-29D1-492D4BAF9243}"/>
              </a:ext>
            </a:extLst>
          </p:cNvPr>
          <p:cNvCxnSpPr>
            <a:cxnSpLocks/>
          </p:cNvCxnSpPr>
          <p:nvPr/>
        </p:nvCxnSpPr>
        <p:spPr>
          <a:xfrm flipH="1" flipV="1">
            <a:off x="6214149" y="3137361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6238626" y="3188419"/>
                <a:ext cx="140872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8626" y="3188419"/>
                <a:ext cx="140872" cy="155299"/>
              </a:xfrm>
              <a:prstGeom prst="rect">
                <a:avLst/>
              </a:prstGeom>
              <a:blipFill>
                <a:blip r:embed="rId83"/>
                <a:stretch>
                  <a:fillRect l="-29167" t="-384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1113391C-0733-5D37-D2E6-B5301F28E37D}"/>
              </a:ext>
            </a:extLst>
          </p:cNvPr>
          <p:cNvCxnSpPr>
            <a:cxnSpLocks/>
          </p:cNvCxnSpPr>
          <p:nvPr/>
        </p:nvCxnSpPr>
        <p:spPr>
          <a:xfrm flipH="1" flipV="1">
            <a:off x="6484469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335" name="Straight Connector 300">
            <a:extLst>
              <a:ext uri="{FF2B5EF4-FFF2-40B4-BE49-F238E27FC236}">
                <a16:creationId xmlns:a16="http://schemas.microsoft.com/office/drawing/2014/main" id="{1113391C-0733-5D37-D2E6-B5301F28E37D}"/>
              </a:ext>
            </a:extLst>
          </p:cNvPr>
          <p:cNvCxnSpPr>
            <a:cxnSpLocks/>
          </p:cNvCxnSpPr>
          <p:nvPr/>
        </p:nvCxnSpPr>
        <p:spPr>
          <a:xfrm flipH="1" flipV="1">
            <a:off x="6516460" y="314054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6583390" y="3195933"/>
                <a:ext cx="192617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390" y="3195933"/>
                <a:ext cx="192617" cy="156902"/>
              </a:xfrm>
              <a:prstGeom prst="rect">
                <a:avLst/>
              </a:prstGeom>
              <a:blipFill>
                <a:blip r:embed="rId84"/>
                <a:stretch>
                  <a:fillRect l="-25000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9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891848" y="2845120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40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038" y="284388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7198193" y="2926563"/>
                <a:ext cx="140872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8193" y="2926563"/>
                <a:ext cx="140872" cy="156389"/>
              </a:xfrm>
              <a:prstGeom prst="rect">
                <a:avLst/>
              </a:prstGeom>
              <a:blipFill>
                <a:blip r:embed="rId85"/>
                <a:stretch>
                  <a:fillRect l="-34783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4" name="Straight Connector 301">
            <a:extLst>
              <a:ext uri="{FF2B5EF4-FFF2-40B4-BE49-F238E27FC236}">
                <a16:creationId xmlns:a16="http://schemas.microsoft.com/office/drawing/2014/main" id="{6A6C5796-7922-D62C-EDF1-7FA89B0C678A}"/>
              </a:ext>
            </a:extLst>
          </p:cNvPr>
          <p:cNvCxnSpPr>
            <a:cxnSpLocks/>
          </p:cNvCxnSpPr>
          <p:nvPr/>
        </p:nvCxnSpPr>
        <p:spPr>
          <a:xfrm flipH="1" flipV="1">
            <a:off x="7652411" y="3126861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7697732" y="3186737"/>
                <a:ext cx="19261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7732" y="3186737"/>
                <a:ext cx="192617" cy="155620"/>
              </a:xfrm>
              <a:prstGeom prst="rect">
                <a:avLst/>
              </a:prstGeom>
              <a:blipFill>
                <a:blip r:embed="rId86"/>
                <a:stretch>
                  <a:fillRect l="-25806" t="-4000" r="-6452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7" name="Straight Connector 306">
            <a:extLst>
              <a:ext uri="{FF2B5EF4-FFF2-40B4-BE49-F238E27FC236}">
                <a16:creationId xmlns:a16="http://schemas.microsoft.com/office/drawing/2014/main" id="{B5482CB2-4AC3-462F-FBD3-D40E60372C48}"/>
              </a:ext>
            </a:extLst>
          </p:cNvPr>
          <p:cNvCxnSpPr>
            <a:cxnSpLocks/>
          </p:cNvCxnSpPr>
          <p:nvPr/>
        </p:nvCxnSpPr>
        <p:spPr>
          <a:xfrm flipH="1" flipV="1">
            <a:off x="8083105" y="3128826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9" name="TextBox 358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8137250" y="3176709"/>
                <a:ext cx="158305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59" name="TextBox 358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7250" y="3176709"/>
                <a:ext cx="158305" cy="156902"/>
              </a:xfrm>
              <a:prstGeom prst="rect">
                <a:avLst/>
              </a:prstGeom>
              <a:blipFill>
                <a:blip r:embed="rId87"/>
                <a:stretch>
                  <a:fillRect l="-38462" t="-3846" r="-19231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1" name="Straight Connector 307">
            <a:extLst>
              <a:ext uri="{FF2B5EF4-FFF2-40B4-BE49-F238E27FC236}">
                <a16:creationId xmlns:a16="http://schemas.microsoft.com/office/drawing/2014/main" id="{83C8DDD4-710D-7E7B-A667-AABB2E0161DC}"/>
              </a:ext>
            </a:extLst>
          </p:cNvPr>
          <p:cNvCxnSpPr>
            <a:cxnSpLocks/>
          </p:cNvCxnSpPr>
          <p:nvPr/>
        </p:nvCxnSpPr>
        <p:spPr>
          <a:xfrm flipH="1" flipV="1">
            <a:off x="8428922" y="3111846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2" name="TextBox 361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8481721" y="3160097"/>
                <a:ext cx="158305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62" name="TextBox 361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1721" y="3160097"/>
                <a:ext cx="158305" cy="159083"/>
              </a:xfrm>
              <a:prstGeom prst="rect">
                <a:avLst/>
              </a:prstGeom>
              <a:blipFill>
                <a:blip r:embed="rId88"/>
                <a:stretch>
                  <a:fillRect l="-34615" t="-3846" r="-23077" b="-346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837764" y="284609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4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8832954" y="284485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5" name="TextBox 364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9144109" y="2927534"/>
                <a:ext cx="140872" cy="15497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65" name="TextBox 364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109" y="2927534"/>
                <a:ext cx="140872" cy="154979"/>
              </a:xfrm>
              <a:prstGeom prst="rect">
                <a:avLst/>
              </a:prstGeom>
              <a:blipFill>
                <a:blip r:embed="rId89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7" name="Straight Connector 301">
            <a:extLst>
              <a:ext uri="{FF2B5EF4-FFF2-40B4-BE49-F238E27FC236}">
                <a16:creationId xmlns:a16="http://schemas.microsoft.com/office/drawing/2014/main" id="{6A6C5796-7922-D62C-EDF1-7FA89B0C678A}"/>
              </a:ext>
            </a:extLst>
          </p:cNvPr>
          <p:cNvCxnSpPr>
            <a:cxnSpLocks/>
          </p:cNvCxnSpPr>
          <p:nvPr/>
        </p:nvCxnSpPr>
        <p:spPr>
          <a:xfrm flipH="1" flipV="1">
            <a:off x="9598327" y="312783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9643648" y="3187708"/>
                <a:ext cx="192617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3648" y="3187708"/>
                <a:ext cx="192617" cy="156902"/>
              </a:xfrm>
              <a:prstGeom prst="rect">
                <a:avLst/>
              </a:prstGeom>
              <a:blipFill>
                <a:blip r:embed="rId90"/>
                <a:stretch>
                  <a:fillRect l="-25000" t="-3846" r="-3125" b="-269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0" name="Straight Connector 306">
            <a:extLst>
              <a:ext uri="{FF2B5EF4-FFF2-40B4-BE49-F238E27FC236}">
                <a16:creationId xmlns:a16="http://schemas.microsoft.com/office/drawing/2014/main" id="{B5482CB2-4AC3-462F-FBD3-D40E60372C48}"/>
              </a:ext>
            </a:extLst>
          </p:cNvPr>
          <p:cNvCxnSpPr>
            <a:cxnSpLocks/>
          </p:cNvCxnSpPr>
          <p:nvPr/>
        </p:nvCxnSpPr>
        <p:spPr>
          <a:xfrm flipH="1" flipV="1">
            <a:off x="10029021" y="312979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1" name="TextBox 3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10083166" y="3177680"/>
                <a:ext cx="158305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71" name="TextBox 3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3166" y="3177680"/>
                <a:ext cx="158305" cy="156902"/>
              </a:xfrm>
              <a:prstGeom prst="rect">
                <a:avLst/>
              </a:prstGeom>
              <a:blipFill>
                <a:blip r:embed="rId91"/>
                <a:stretch>
                  <a:fillRect l="-34615" r="-1538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3" name="Straight Connector 307">
            <a:extLst>
              <a:ext uri="{FF2B5EF4-FFF2-40B4-BE49-F238E27FC236}">
                <a16:creationId xmlns:a16="http://schemas.microsoft.com/office/drawing/2014/main" id="{83C8DDD4-710D-7E7B-A667-AABB2E0161DC}"/>
              </a:ext>
            </a:extLst>
          </p:cNvPr>
          <p:cNvCxnSpPr>
            <a:cxnSpLocks/>
          </p:cNvCxnSpPr>
          <p:nvPr/>
        </p:nvCxnSpPr>
        <p:spPr>
          <a:xfrm flipH="1" flipV="1">
            <a:off x="10374838" y="311281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4" name="TextBox 37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10425957" y="3185812"/>
                <a:ext cx="158305" cy="15594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74" name="TextBox 37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25957" y="3185812"/>
                <a:ext cx="158305" cy="155940"/>
              </a:xfrm>
              <a:prstGeom prst="rect">
                <a:avLst/>
              </a:prstGeom>
              <a:blipFill>
                <a:blip r:embed="rId92"/>
                <a:stretch>
                  <a:fillRect l="-34615" t="-4000" r="-19231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9" name="TextBox 378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11399822" y="3189269"/>
                <a:ext cx="135104" cy="15594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79" name="TextBox 378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99822" y="3189269"/>
                <a:ext cx="135104" cy="155940"/>
              </a:xfrm>
              <a:prstGeom prst="rect">
                <a:avLst/>
              </a:prstGeom>
              <a:blipFill>
                <a:blip r:embed="rId93"/>
                <a:stretch>
                  <a:fillRect l="-40909" t="-3846" r="-40909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1" name="TextBox 380">
                <a:extLst>
                  <a:ext uri="{FF2B5EF4-FFF2-40B4-BE49-F238E27FC236}">
                    <a16:creationId xmlns:a16="http://schemas.microsoft.com/office/drawing/2014/main" id="{06B9911D-2EA3-C7AE-3194-DDC2A7893A55}"/>
                  </a:ext>
                </a:extLst>
              </p:cNvPr>
              <p:cNvSpPr txBox="1"/>
              <p:nvPr/>
            </p:nvSpPr>
            <p:spPr>
              <a:xfrm>
                <a:off x="11593524" y="3502629"/>
                <a:ext cx="135104" cy="1567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81" name="TextBox 380">
                <a:extLst>
                  <a:ext uri="{FF2B5EF4-FFF2-40B4-BE49-F238E27FC236}">
                    <a16:creationId xmlns:a16="http://schemas.microsoft.com/office/drawing/2014/main" id="{06B9911D-2EA3-C7AE-3194-DDC2A7893A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93524" y="3502629"/>
                <a:ext cx="135104" cy="156710"/>
              </a:xfrm>
              <a:prstGeom prst="rect">
                <a:avLst/>
              </a:prstGeom>
              <a:blipFill>
                <a:blip r:embed="rId94"/>
                <a:stretch>
                  <a:fillRect l="-36364" t="-4000" r="-9091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5" name="TextBox 204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4454256" y="4468657"/>
            <a:ext cx="535819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Only the latest ready release is handled; older releases are </a:t>
            </a:r>
            <a:r>
              <a:rPr lang="en-US" sz="1500" b="1" dirty="0" smtClean="0"/>
              <a:t>skipped</a:t>
            </a:r>
            <a:endParaRPr lang="en-RU" sz="1500" b="1" dirty="0"/>
          </a:p>
        </p:txBody>
      </p:sp>
      <p:sp>
        <p:nvSpPr>
          <p:cNvPr id="37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10596856" y="2837638"/>
            <a:ext cx="766345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8" y="284070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378492" y="2882428"/>
                <a:ext cx="138115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8492" y="2882428"/>
                <a:ext cx="138115" cy="155299"/>
              </a:xfrm>
              <a:prstGeom prst="rect">
                <a:avLst/>
              </a:prstGeom>
              <a:blipFill>
                <a:blip r:embed="rId95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10965022" y="2904039"/>
                <a:ext cx="135104" cy="15876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5022" y="2904039"/>
                <a:ext cx="135104" cy="158761"/>
              </a:xfrm>
              <a:prstGeom prst="rect">
                <a:avLst/>
              </a:prstGeom>
              <a:blipFill>
                <a:blip r:embed="rId96"/>
                <a:stretch>
                  <a:fillRect l="-36364" t="-7692" r="-9091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3302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F2A8C-7B47-4B2A-0BC9-C3E6E3E98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771">
            <a:extLst>
              <a:ext uri="{FF2B5EF4-FFF2-40B4-BE49-F238E27FC236}">
                <a16:creationId xmlns:a16="http://schemas.microsoft.com/office/drawing/2014/main" id="{FF7687A2-2573-7D45-B2DF-13FDA52575EB}"/>
              </a:ext>
            </a:extLst>
          </p:cNvPr>
          <p:cNvSpPr/>
          <p:nvPr/>
        </p:nvSpPr>
        <p:spPr>
          <a:xfrm flipH="1">
            <a:off x="11502442" y="3431656"/>
            <a:ext cx="51090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A9170AE8-DCB5-62C0-464F-C830ECC9368F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584DCA95-5514-5836-D965-E8E64DD84F25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69F0706-FB46-644B-4815-C306C7CC41D4}"/>
              </a:ext>
            </a:extLst>
          </p:cNvPr>
          <p:cNvCxnSpPr>
            <a:cxnSpLocks/>
          </p:cNvCxnSpPr>
          <p:nvPr/>
        </p:nvCxnSpPr>
        <p:spPr>
          <a:xfrm>
            <a:off x="2019965" y="194373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04FAB8A1-C730-1004-703E-ADE07425DC5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9A911F5-D21D-8E7F-21CC-0DE3FD9A2816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87E6E73E-CC19-B337-2768-F1F571F0665E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C50705E-8215-DAD0-22DD-C81CF184B6A1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0DC8EA47-DCE3-E873-0DCB-A2A56A47B58B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DD572843-D5E9-7A9D-1023-57D2CA953CAC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DE5CDD2-D244-A825-1748-02413EDE846C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15241C92-C84F-9AAF-B581-97397B752A18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EF9515D1-7179-2ABB-9C39-438A0141AC28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AD57DE0C-07E9-0813-06A6-024F91F3467B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653FF0CF-6ED6-0734-1070-47C082082012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D754A168-F66E-B713-6DF1-638400DC27BC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6E66EDA8-811E-6C9B-2F9B-18081BDD77AE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1D6ED0BF-A64B-FCCD-9D47-49D935A7C637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179AE8C-DC82-1D46-F723-EF39AF7AE880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93C1B85-59AE-2BCA-3005-9210004A62EE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58A71F6-1992-F8E2-4B01-B9B81342C523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DD8F7D2-70B9-DA5B-6A09-D6CB5A4506FB}"/>
                  </a:ext>
                </a:extLst>
              </p:cNvPr>
              <p:cNvSpPr txBox="1"/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B18BC59-D347-3353-CEC2-F068B93F4BD6}"/>
                  </a:ext>
                </a:extLst>
              </p:cNvPr>
              <p:cNvSpPr txBox="1"/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B18BC59-D347-3353-CEC2-F068B93F4B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blipFill>
                <a:blip r:embed="rId3"/>
                <a:stretch>
                  <a:fillRect l="-136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64D050-A4FA-60CE-CD5B-EEEDE7E9A973}"/>
                  </a:ext>
                </a:extLst>
              </p:cNvPr>
              <p:cNvSpPr txBox="1"/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127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EEA776F-F872-A9D7-048C-39C6F9FFE334}"/>
                  </a:ext>
                </a:extLst>
              </p:cNvPr>
              <p:cNvSpPr txBox="1"/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4FDE613-9FDF-C258-758A-4195D3BEA620}"/>
                  </a:ext>
                </a:extLst>
              </p:cNvPr>
              <p:cNvSpPr txBox="1"/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EB9A1FD-BB7C-A0D6-5FF3-436518E1AF54}"/>
                  </a:ext>
                </a:extLst>
              </p:cNvPr>
              <p:cNvSpPr txBox="1"/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103E626-6B44-3A7A-7580-54803379C31C}"/>
                  </a:ext>
                </a:extLst>
              </p:cNvPr>
              <p:cNvSpPr txBox="1"/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4286" r="-1428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8EA6E04-1EA6-BCCE-FC1C-E86B642FFB39}"/>
                  </a:ext>
                </a:extLst>
              </p:cNvPr>
              <p:cNvSpPr txBox="1"/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8831E62-A21D-F929-7A94-B7EC315DD377}"/>
                  </a:ext>
                </a:extLst>
              </p:cNvPr>
              <p:cNvSpPr txBox="1"/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AC23A88D-0BA1-9E09-B5EB-BAD7906636D6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2E9A995E-CB2D-CB21-0C91-55BD3C6872B8}"/>
                  </a:ext>
                </a:extLst>
              </p:cNvPr>
              <p:cNvSpPr txBox="1"/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3529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77A9042-B215-2FF8-ED3B-237FB83DBE35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47C03849-FC85-323D-1FD6-5058F01F6BEB}"/>
              </a:ext>
            </a:extLst>
          </p:cNvPr>
          <p:cNvCxnSpPr>
            <a:cxnSpLocks/>
          </p:cNvCxnSpPr>
          <p:nvPr/>
        </p:nvCxnSpPr>
        <p:spPr>
          <a:xfrm flipV="1">
            <a:off x="3019371" y="1334084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8914361B-AE66-941E-1E40-466ECD654083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C2CBEC61-FB3F-DEFE-012C-121CD1EF0812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CAFA51A1-9990-1F48-6247-F270F3594207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D8F35ED9-C04C-2EA7-800A-BC80E72A705C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EF876835-5509-696E-3975-8D3E43034040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B198123A-582E-7935-6CD1-039601DD81EC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42B4ACFF-A1D4-566F-4047-5C735F0957DC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48EC1EB-D2B6-2185-C711-2787FFB5949A}"/>
                  </a:ext>
                </a:extLst>
              </p:cNvPr>
              <p:cNvSpPr txBox="1"/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CDB2573C-A87F-50E1-3996-B0BDD045F274}"/>
                  </a:ext>
                </a:extLst>
              </p:cNvPr>
              <p:cNvSpPr txBox="1"/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BA18D5AD-D361-9D6D-5CF0-625A107D22A3}"/>
              </a:ext>
            </a:extLst>
          </p:cNvPr>
          <p:cNvCxnSpPr>
            <a:cxnSpLocks/>
          </p:cNvCxnSpPr>
          <p:nvPr/>
        </p:nvCxnSpPr>
        <p:spPr>
          <a:xfrm flipV="1">
            <a:off x="3028425" y="1620065"/>
            <a:ext cx="8979091" cy="17758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52602B71-CB21-7491-39FB-323E91F40218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A1F84F2-A01F-B8D4-BA7E-8659CE21D1F7}"/>
              </a:ext>
            </a:extLst>
          </p:cNvPr>
          <p:cNvSpPr txBox="1"/>
          <p:nvPr/>
        </p:nvSpPr>
        <p:spPr>
          <a:xfrm>
            <a:off x="2187514" y="314173"/>
            <a:ext cx="10942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smtClean="0"/>
              <a:t>Jobs </a:t>
            </a:r>
            <a:r>
              <a:rPr lang="en-RU" sz="1500" b="1" dirty="0"/>
              <a:t>Arrival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56EFE387-2939-5417-B9B4-04E948CEEA99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F3971C4-0AE3-3025-C9AE-B9EF250F859E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A97C0EA-B3CB-B1F2-C176-4E7A92097810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94CDEB6-BC4F-592C-036D-EA644E20812A}"/>
                  </a:ext>
                </a:extLst>
              </p:cNvPr>
              <p:cNvSpPr txBox="1"/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71BB47AC-0D3F-5630-CC42-545164A9502E}"/>
                  </a:ext>
                </a:extLst>
              </p:cNvPr>
              <p:cNvSpPr txBox="1"/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7D3DD825-1DCA-66E9-0E6B-9007044415A8}"/>
                  </a:ext>
                </a:extLst>
              </p:cNvPr>
              <p:cNvSpPr txBox="1"/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blipFill>
                <a:blip r:embed="rId16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B644E55F-BDA2-DDA4-DEAF-A3CCD221A577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1880ECA9-B2CA-0519-E6FB-1264F3C2E1E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7BAA3A26-BA15-AF81-9B56-3092DC7ED901}"/>
              </a:ext>
            </a:extLst>
          </p:cNvPr>
          <p:cNvCxnSpPr>
            <a:cxnSpLocks/>
          </p:cNvCxnSpPr>
          <p:nvPr/>
        </p:nvCxnSpPr>
        <p:spPr>
          <a:xfrm flipH="1" flipV="1">
            <a:off x="3809379" y="107633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832E2295-1F31-2776-F468-4F253BD919B7}"/>
              </a:ext>
            </a:extLst>
          </p:cNvPr>
          <p:cNvCxnSpPr>
            <a:cxnSpLocks/>
          </p:cNvCxnSpPr>
          <p:nvPr/>
        </p:nvCxnSpPr>
        <p:spPr>
          <a:xfrm flipH="1" flipV="1">
            <a:off x="3415084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B9BB7348-8D58-04A0-CA25-5B81B36A2A05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9AA7BACE-A963-566B-4BD2-68355AFEBA07}"/>
              </a:ext>
            </a:extLst>
          </p:cNvPr>
          <p:cNvCxnSpPr>
            <a:cxnSpLocks/>
          </p:cNvCxnSpPr>
          <p:nvPr/>
        </p:nvCxnSpPr>
        <p:spPr>
          <a:xfrm flipH="1" flipV="1">
            <a:off x="4196870" y="106611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BBF06E15-B701-433E-2EF2-E683DE6A2B9F}"/>
              </a:ext>
            </a:extLst>
          </p:cNvPr>
          <p:cNvCxnSpPr>
            <a:cxnSpLocks/>
          </p:cNvCxnSpPr>
          <p:nvPr/>
        </p:nvCxnSpPr>
        <p:spPr>
          <a:xfrm flipH="1" flipV="1">
            <a:off x="5355472" y="10494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1D9CA2DE-3CCA-EF78-CBA7-36F6FC5C6F77}"/>
              </a:ext>
            </a:extLst>
          </p:cNvPr>
          <p:cNvCxnSpPr>
            <a:cxnSpLocks/>
          </p:cNvCxnSpPr>
          <p:nvPr/>
        </p:nvCxnSpPr>
        <p:spPr>
          <a:xfrm flipH="1" flipV="1">
            <a:off x="5006014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76F7C83F-46CC-4834-0B80-4381CBFDF9BB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AA8E8FFE-683D-A9B8-9E78-08304A77A146}"/>
              </a:ext>
            </a:extLst>
          </p:cNvPr>
          <p:cNvCxnSpPr>
            <a:cxnSpLocks/>
          </p:cNvCxnSpPr>
          <p:nvPr/>
        </p:nvCxnSpPr>
        <p:spPr>
          <a:xfrm flipH="1" flipV="1">
            <a:off x="5748788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4A4F08AA-4D48-5494-FBA2-6641BD084379}"/>
              </a:ext>
            </a:extLst>
          </p:cNvPr>
          <p:cNvCxnSpPr>
            <a:cxnSpLocks/>
          </p:cNvCxnSpPr>
          <p:nvPr/>
        </p:nvCxnSpPr>
        <p:spPr>
          <a:xfrm flipH="1" flipV="1">
            <a:off x="6888399" y="106123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945EB049-555D-D9BB-C087-D3534F7C1016}"/>
              </a:ext>
            </a:extLst>
          </p:cNvPr>
          <p:cNvCxnSpPr>
            <a:cxnSpLocks/>
          </p:cNvCxnSpPr>
          <p:nvPr/>
        </p:nvCxnSpPr>
        <p:spPr>
          <a:xfrm flipH="1" flipV="1">
            <a:off x="7277850" y="10562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B6D688A6-68E1-1CB2-84FE-9864A956EA76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AFA1EC9D-A3E8-92D1-9DBA-6F13086B05C8}"/>
              </a:ext>
            </a:extLst>
          </p:cNvPr>
          <p:cNvCxnSpPr>
            <a:cxnSpLocks/>
          </p:cNvCxnSpPr>
          <p:nvPr/>
        </p:nvCxnSpPr>
        <p:spPr>
          <a:xfrm flipH="1" flipV="1">
            <a:off x="8051582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E6564E1B-CC9F-C18E-98DD-396CF129B412}"/>
              </a:ext>
            </a:extLst>
          </p:cNvPr>
          <p:cNvCxnSpPr>
            <a:cxnSpLocks/>
          </p:cNvCxnSpPr>
          <p:nvPr/>
        </p:nvCxnSpPr>
        <p:spPr>
          <a:xfrm flipH="1" flipV="1">
            <a:off x="8445654" y="105786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01B16ABB-83A5-97ED-C109-87A0D1EE4592}"/>
              </a:ext>
            </a:extLst>
          </p:cNvPr>
          <p:cNvCxnSpPr>
            <a:cxnSpLocks/>
          </p:cNvCxnSpPr>
          <p:nvPr/>
        </p:nvCxnSpPr>
        <p:spPr>
          <a:xfrm flipH="1" flipV="1">
            <a:off x="8836171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1279DD0-3268-07D2-297B-D1151D07763C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087B8F15-F9ED-C0F0-312A-D1BF6821465F}"/>
              </a:ext>
            </a:extLst>
          </p:cNvPr>
          <p:cNvCxnSpPr>
            <a:cxnSpLocks/>
          </p:cNvCxnSpPr>
          <p:nvPr/>
        </p:nvCxnSpPr>
        <p:spPr>
          <a:xfrm flipH="1" flipV="1">
            <a:off x="9811993" y="105644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A5E190D0-CCBF-EE73-F5DA-224C2A6F2AD9}"/>
              </a:ext>
            </a:extLst>
          </p:cNvPr>
          <p:cNvCxnSpPr>
            <a:cxnSpLocks/>
          </p:cNvCxnSpPr>
          <p:nvPr/>
        </p:nvCxnSpPr>
        <p:spPr>
          <a:xfrm flipH="1" flipV="1">
            <a:off x="10960792" y="104546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D2D84A4E-2EBF-7F9D-4398-BFE24ACD65BA}"/>
              </a:ext>
            </a:extLst>
          </p:cNvPr>
          <p:cNvCxnSpPr>
            <a:cxnSpLocks/>
          </p:cNvCxnSpPr>
          <p:nvPr/>
        </p:nvCxnSpPr>
        <p:spPr>
          <a:xfrm flipH="1" flipV="1">
            <a:off x="10203759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B14AB786-47E0-EB93-4554-4D0701DF8189}"/>
              </a:ext>
            </a:extLst>
          </p:cNvPr>
          <p:cNvCxnSpPr>
            <a:cxnSpLocks/>
          </p:cNvCxnSpPr>
          <p:nvPr/>
        </p:nvCxnSpPr>
        <p:spPr>
          <a:xfrm flipH="1" flipV="1">
            <a:off x="9521907" y="105828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04DE1FF4-14FB-2D0F-FAE0-3194B53DA0A4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762247A3-804C-246A-EA1D-382FDAB6D531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A6A7E55E-518B-4707-71F2-88FF40629F44}"/>
              </a:ext>
            </a:extLst>
          </p:cNvPr>
          <p:cNvCxnSpPr>
            <a:cxnSpLocks/>
          </p:cNvCxnSpPr>
          <p:nvPr/>
        </p:nvCxnSpPr>
        <p:spPr>
          <a:xfrm>
            <a:off x="3020580" y="22449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146A3EEF-D027-EF80-866F-1F1D33A891C9}"/>
              </a:ext>
            </a:extLst>
          </p:cNvPr>
          <p:cNvCxnSpPr>
            <a:cxnSpLocks/>
          </p:cNvCxnSpPr>
          <p:nvPr/>
        </p:nvCxnSpPr>
        <p:spPr>
          <a:xfrm>
            <a:off x="2019965" y="402822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B22D2BB7-09F1-E38E-BF87-14DC03CF38DB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82DFBE3-A3B6-4F73-25F7-AB1B4F8DF03E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E08A6748-0F1D-E27D-4766-5CCD5053CA0B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63030577-39CD-D1DF-3326-CFC47D86CA16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DDE1BB14-E674-9EB9-1B21-99F8DB10BB9E}"/>
              </a:ext>
            </a:extLst>
          </p:cNvPr>
          <p:cNvCxnSpPr>
            <a:cxnSpLocks/>
          </p:cNvCxnSpPr>
          <p:nvPr/>
        </p:nvCxnSpPr>
        <p:spPr>
          <a:xfrm>
            <a:off x="2378482" y="2251066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4E8806FC-B9A3-BC50-9182-1D6A85D695BD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29103D63-3FF6-72DD-F048-008D8C9533CA}"/>
              </a:ext>
            </a:extLst>
          </p:cNvPr>
          <p:cNvCxnSpPr>
            <a:cxnSpLocks/>
          </p:cNvCxnSpPr>
          <p:nvPr/>
        </p:nvCxnSpPr>
        <p:spPr>
          <a:xfrm flipH="1">
            <a:off x="4569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BE3772E0-926D-E8B3-CF88-62060F235544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9430C7BD-EE17-BB64-A04E-F2A72DB6E026}"/>
              </a:ext>
            </a:extLst>
          </p:cNvPr>
          <p:cNvCxnSpPr>
            <a:cxnSpLocks/>
          </p:cNvCxnSpPr>
          <p:nvPr/>
        </p:nvCxnSpPr>
        <p:spPr>
          <a:xfrm flipH="1">
            <a:off x="6107604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C1370C71-BCC6-C5C7-C53B-016D5F0BD701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A930EF01-B290-51E1-90F8-0CFCCBBF25B9}"/>
              </a:ext>
            </a:extLst>
          </p:cNvPr>
          <p:cNvCxnSpPr/>
          <p:nvPr/>
        </p:nvCxnSpPr>
        <p:spPr>
          <a:xfrm>
            <a:off x="7660116" y="22510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657549B9-B54E-F807-5EE7-4CF6C6176744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A2C199BC-CF63-D7DB-AB1F-FD547C0B6AC9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0EB9B5E7-1329-7C65-BDC7-3A01F18FED70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87FFDF2B-E190-2FAF-9774-9EF0A5D87485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6F6BC50D-D0BD-AC20-8BDD-C51A2F82A638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E415E3B7-BC2A-A1D2-A9F1-8590B7F8C0EC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8CEF3F75-AAD0-A538-D575-AE8CC382E817}"/>
                  </a:ext>
                </a:extLst>
              </p:cNvPr>
              <p:cNvSpPr txBox="1"/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29424E0F-C330-5C39-9432-9D61B112E50D}"/>
                  </a:ext>
                </a:extLst>
              </p:cNvPr>
              <p:cNvSpPr txBox="1"/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29424E0F-C330-5C39-9432-9D61B112E5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blipFill>
                <a:blip r:embed="rId18"/>
                <a:stretch>
                  <a:fillRect l="-1826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27A00F79-FCBB-E616-FF0F-2FCA8C8957BA}"/>
                  </a:ext>
                </a:extLst>
              </p:cNvPr>
              <p:cNvSpPr txBox="1"/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blipFill>
                <a:blip r:embed="rId19"/>
                <a:stretch>
                  <a:fillRect l="-1274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BA1D3543-EA69-A816-D940-6A8BE726C840}"/>
                  </a:ext>
                </a:extLst>
              </p:cNvPr>
              <p:cNvSpPr txBox="1"/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95847ED5-588A-98B4-11F2-2BAD05771166}"/>
                  </a:ext>
                </a:extLst>
              </p:cNvPr>
              <p:cNvSpPr txBox="1"/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8A37C2ED-E289-3FFC-A74E-0275CE272C60}"/>
                  </a:ext>
                </a:extLst>
              </p:cNvPr>
              <p:cNvSpPr txBox="1"/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432AC5B9-F2CF-81D7-D218-1C0DAA5EF147}"/>
                  </a:ext>
                </a:extLst>
              </p:cNvPr>
              <p:cNvSpPr txBox="1"/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4286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7EEE693D-9A0A-A260-24AC-D7108B9259A0}"/>
                  </a:ext>
                </a:extLst>
              </p:cNvPr>
              <p:cNvSpPr txBox="1"/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blipFill>
                <a:blip r:embed="rId24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D1E69EDF-5CC0-8E61-D391-AD8C7FC47E37}"/>
                  </a:ext>
                </a:extLst>
              </p:cNvPr>
              <p:cNvSpPr txBox="1"/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blipFill>
                <a:blip r:embed="rId25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AF05D7FE-97D0-355E-6985-A757F3B98167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ECDABBB1-1E1D-8D63-4F9B-673B4A6529AF}"/>
                  </a:ext>
                </a:extLst>
              </p:cNvPr>
              <p:cNvSpPr txBox="1"/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8C8517C4-9307-CB51-94F3-1E781583884C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7A87783D-BB9A-1F4A-582B-B27DE7243C7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E9AE5063-1C6D-D920-BE8B-768B55879205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442ED938-497A-F59B-E4ED-0B4ED7993649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7E9DCA83-A7C8-1213-59D8-C624C72F101A}"/>
              </a:ext>
            </a:extLst>
          </p:cNvPr>
          <p:cNvCxnSpPr/>
          <p:nvPr/>
        </p:nvCxnSpPr>
        <p:spPr>
          <a:xfrm>
            <a:off x="9203818" y="22417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9E2FD408-5A0A-196A-BE65-8806DE5045BC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44E869B7-A3DB-7B7D-489E-70D0B3EFC237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F0F49D82-0C1D-0623-BE5E-FEBB47F16069}"/>
                  </a:ext>
                </a:extLst>
              </p:cNvPr>
              <p:cNvSpPr txBox="1"/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blipFill>
                <a:blip r:embed="rId27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B2587B25-FB06-425F-BA13-334C8D7C7660}"/>
                  </a:ext>
                </a:extLst>
              </p:cNvPr>
              <p:cNvSpPr txBox="1"/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blipFill>
                <a:blip r:embed="rId28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EBE6953C-1D30-45F5-1250-0247576537AB}"/>
              </a:ext>
            </a:extLst>
          </p:cNvPr>
          <p:cNvCxnSpPr>
            <a:cxnSpLocks/>
          </p:cNvCxnSpPr>
          <p:nvPr/>
        </p:nvCxnSpPr>
        <p:spPr>
          <a:xfrm>
            <a:off x="3028425" y="3722311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8F0835C7-0394-4C19-0004-C421A1414A9F}"/>
              </a:ext>
            </a:extLst>
          </p:cNvPr>
          <p:cNvCxnSpPr/>
          <p:nvPr/>
        </p:nvCxnSpPr>
        <p:spPr>
          <a:xfrm>
            <a:off x="9813744" y="2251066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B7FA430B-D612-F694-2138-F21EDDD7540C}"/>
              </a:ext>
            </a:extLst>
          </p:cNvPr>
          <p:cNvSpPr txBox="1"/>
          <p:nvPr/>
        </p:nvSpPr>
        <p:spPr>
          <a:xfrm>
            <a:off x="2187514" y="2481786"/>
            <a:ext cx="21618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A: No opt.    </a:t>
            </a:r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DE722E30-8447-1E11-FF96-6B679A929CC7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A05E85EA-355B-E11B-468F-CA88D7A7E2F3}"/>
              </a:ext>
            </a:extLst>
          </p:cNvPr>
          <p:cNvCxnSpPr/>
          <p:nvPr/>
        </p:nvCxnSpPr>
        <p:spPr>
          <a:xfrm>
            <a:off x="10597279" y="223268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265895C5-2977-F723-8723-29B45BDCE13D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8E89326C-F64D-C5BF-2F70-BB1486D0A67C}"/>
                  </a:ext>
                </a:extLst>
              </p:cNvPr>
              <p:cNvSpPr txBox="1"/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CAD0D72F-7AC7-8249-A99A-7D946E09E8D6}"/>
                  </a:ext>
                </a:extLst>
              </p:cNvPr>
              <p:cNvSpPr txBox="1"/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8F3F19C6-4159-BE71-D7D4-F7D4D43BF909}"/>
                  </a:ext>
                </a:extLst>
              </p:cNvPr>
              <p:cNvSpPr txBox="1"/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4DBC8BA-C682-BEE2-5681-681FB3511D99}"/>
              </a:ext>
            </a:extLst>
          </p:cNvPr>
          <p:cNvSpPr/>
          <p:nvPr/>
        </p:nvSpPr>
        <p:spPr>
          <a:xfrm>
            <a:off x="2755988" y="2776250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AB0A3D50-C0EA-FD03-51E4-AE7982CA83E4}"/>
              </a:ext>
            </a:extLst>
          </p:cNvPr>
          <p:cNvSpPr/>
          <p:nvPr/>
        </p:nvSpPr>
        <p:spPr>
          <a:xfrm flipH="1">
            <a:off x="3020658" y="284070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665" name="Group 664">
            <a:extLst>
              <a:ext uri="{FF2B5EF4-FFF2-40B4-BE49-F238E27FC236}">
                <a16:creationId xmlns:a16="http://schemas.microsoft.com/office/drawing/2014/main" id="{727FDCF5-5C3B-C298-0E09-64B190F25306}"/>
              </a:ext>
            </a:extLst>
          </p:cNvPr>
          <p:cNvGrpSpPr/>
          <p:nvPr/>
        </p:nvGrpSpPr>
        <p:grpSpPr>
          <a:xfrm>
            <a:off x="166256" y="4370809"/>
            <a:ext cx="11594364" cy="2189611"/>
            <a:chOff x="193964" y="831603"/>
            <a:chExt cx="11594364" cy="2189611"/>
          </a:xfrm>
        </p:grpSpPr>
        <p:sp>
          <p:nvSpPr>
            <p:cNvPr id="666" name="Rectangle 665">
              <a:extLst>
                <a:ext uri="{FF2B5EF4-FFF2-40B4-BE49-F238E27FC236}">
                  <a16:creationId xmlns:a16="http://schemas.microsoft.com/office/drawing/2014/main" id="{1498B624-C97F-96F7-5901-E3BB0961D2BB}"/>
                </a:ext>
              </a:extLst>
            </p:cNvPr>
            <p:cNvSpPr/>
            <p:nvPr/>
          </p:nvSpPr>
          <p:spPr>
            <a:xfrm flipH="1">
              <a:off x="3054653" y="1747974"/>
              <a:ext cx="45719" cy="2897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667" name="Rectangle 666">
              <a:extLst>
                <a:ext uri="{FF2B5EF4-FFF2-40B4-BE49-F238E27FC236}">
                  <a16:creationId xmlns:a16="http://schemas.microsoft.com/office/drawing/2014/main" id="{E5D54C73-E57F-5A06-25A7-16D290F4ECA9}"/>
                </a:ext>
              </a:extLst>
            </p:cNvPr>
            <p:cNvSpPr/>
            <p:nvPr/>
          </p:nvSpPr>
          <p:spPr>
            <a:xfrm flipH="1">
              <a:off x="3048368" y="1444511"/>
              <a:ext cx="767178" cy="2897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8" name="Straight Connector 667">
              <a:extLst>
                <a:ext uri="{FF2B5EF4-FFF2-40B4-BE49-F238E27FC236}">
                  <a16:creationId xmlns:a16="http://schemas.microsoft.com/office/drawing/2014/main" id="{109A2C46-53B2-9D51-4A88-4223CFD7D872}"/>
                </a:ext>
              </a:extLst>
            </p:cNvPr>
            <p:cNvCxnSpPr>
              <a:cxnSpLocks/>
            </p:cNvCxnSpPr>
            <p:nvPr/>
          </p:nvCxnSpPr>
          <p:spPr>
            <a:xfrm>
              <a:off x="221673" y="2330560"/>
              <a:ext cx="9955188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9" name="Straight Connector 668">
              <a:extLst>
                <a:ext uri="{FF2B5EF4-FFF2-40B4-BE49-F238E27FC236}">
                  <a16:creationId xmlns:a16="http://schemas.microsoft.com/office/drawing/2014/main" id="{134C5B3A-AC10-C3C1-BE84-1348DFB80E23}"/>
                </a:ext>
              </a:extLst>
            </p:cNvPr>
            <p:cNvCxnSpPr>
              <a:cxnSpLocks/>
            </p:cNvCxnSpPr>
            <p:nvPr/>
          </p:nvCxnSpPr>
          <p:spPr>
            <a:xfrm>
              <a:off x="3048289" y="8532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0" name="Straight Connector 669">
              <a:extLst>
                <a:ext uri="{FF2B5EF4-FFF2-40B4-BE49-F238E27FC236}">
                  <a16:creationId xmlns:a16="http://schemas.microsoft.com/office/drawing/2014/main" id="{CF7BF001-A358-9822-AAEE-4EFC5F95CAA9}"/>
                </a:ext>
              </a:extLst>
            </p:cNvPr>
            <p:cNvCxnSpPr>
              <a:cxnSpLocks/>
            </p:cNvCxnSpPr>
            <p:nvPr/>
          </p:nvCxnSpPr>
          <p:spPr>
            <a:xfrm>
              <a:off x="2047674" y="2636473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1" name="Straight Connector 670">
              <a:extLst>
                <a:ext uri="{FF2B5EF4-FFF2-40B4-BE49-F238E27FC236}">
                  <a16:creationId xmlns:a16="http://schemas.microsoft.com/office/drawing/2014/main" id="{D35154F8-1378-82DD-6223-D22F6E421650}"/>
                </a:ext>
              </a:extLst>
            </p:cNvPr>
            <p:cNvCxnSpPr>
              <a:cxnSpLocks/>
            </p:cNvCxnSpPr>
            <p:nvPr/>
          </p:nvCxnSpPr>
          <p:spPr>
            <a:xfrm>
              <a:off x="2068328" y="1149796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2" name="Straight Connector 671">
              <a:extLst>
                <a:ext uri="{FF2B5EF4-FFF2-40B4-BE49-F238E27FC236}">
                  <a16:creationId xmlns:a16="http://schemas.microsoft.com/office/drawing/2014/main" id="{D82931D6-5076-0704-3AF7-4E9BEFA6AF11}"/>
                </a:ext>
              </a:extLst>
            </p:cNvPr>
            <p:cNvCxnSpPr>
              <a:cxnSpLocks/>
            </p:cNvCxnSpPr>
            <p:nvPr/>
          </p:nvCxnSpPr>
          <p:spPr>
            <a:xfrm>
              <a:off x="207818" y="1445290"/>
              <a:ext cx="11526982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3" name="Straight Connector 672">
              <a:extLst>
                <a:ext uri="{FF2B5EF4-FFF2-40B4-BE49-F238E27FC236}">
                  <a16:creationId xmlns:a16="http://schemas.microsoft.com/office/drawing/2014/main" id="{00EC9010-BEDE-C208-8457-B1210677905D}"/>
                </a:ext>
              </a:extLst>
            </p:cNvPr>
            <p:cNvCxnSpPr>
              <a:cxnSpLocks/>
            </p:cNvCxnSpPr>
            <p:nvPr/>
          </p:nvCxnSpPr>
          <p:spPr>
            <a:xfrm>
              <a:off x="193964" y="1738364"/>
              <a:ext cx="11526981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4" name="Straight Connector 673">
              <a:extLst>
                <a:ext uri="{FF2B5EF4-FFF2-40B4-BE49-F238E27FC236}">
                  <a16:creationId xmlns:a16="http://schemas.microsoft.com/office/drawing/2014/main" id="{56FEE031-76EF-ABC7-39A1-654E32BD0EC8}"/>
                </a:ext>
              </a:extLst>
            </p:cNvPr>
            <p:cNvCxnSpPr>
              <a:cxnSpLocks/>
            </p:cNvCxnSpPr>
            <p:nvPr/>
          </p:nvCxnSpPr>
          <p:spPr>
            <a:xfrm>
              <a:off x="235527" y="2041488"/>
              <a:ext cx="11402291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5" name="Straight Connector 674">
              <a:extLst>
                <a:ext uri="{FF2B5EF4-FFF2-40B4-BE49-F238E27FC236}">
                  <a16:creationId xmlns:a16="http://schemas.microsoft.com/office/drawing/2014/main" id="{DA5BCDCE-18EA-CD80-53A2-FFACEDAE30A7}"/>
                </a:ext>
              </a:extLst>
            </p:cNvPr>
            <p:cNvCxnSpPr>
              <a:cxnSpLocks/>
            </p:cNvCxnSpPr>
            <p:nvPr/>
          </p:nvCxnSpPr>
          <p:spPr>
            <a:xfrm>
              <a:off x="2406191" y="859315"/>
              <a:ext cx="3535" cy="2161899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6" name="Straight Connector 675">
              <a:extLst>
                <a:ext uri="{FF2B5EF4-FFF2-40B4-BE49-F238E27FC236}">
                  <a16:creationId xmlns:a16="http://schemas.microsoft.com/office/drawing/2014/main" id="{45F50346-4333-FB87-3D0F-2122974CBF44}"/>
                </a:ext>
              </a:extLst>
            </p:cNvPr>
            <p:cNvCxnSpPr>
              <a:cxnSpLocks/>
            </p:cNvCxnSpPr>
            <p:nvPr/>
          </p:nvCxnSpPr>
          <p:spPr>
            <a:xfrm>
              <a:off x="3828572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7" name="Straight Connector 676">
              <a:extLst>
                <a:ext uri="{FF2B5EF4-FFF2-40B4-BE49-F238E27FC236}">
                  <a16:creationId xmlns:a16="http://schemas.microsoft.com/office/drawing/2014/main" id="{7E372AF0-F23F-106D-EE55-C88C7E34A3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97549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8" name="Straight Connector 677">
              <a:extLst>
                <a:ext uri="{FF2B5EF4-FFF2-40B4-BE49-F238E27FC236}">
                  <a16:creationId xmlns:a16="http://schemas.microsoft.com/office/drawing/2014/main" id="{EDEBA1E5-5D90-EE8D-72B9-1051DB3136C7}"/>
                </a:ext>
              </a:extLst>
            </p:cNvPr>
            <p:cNvCxnSpPr>
              <a:cxnSpLocks/>
            </p:cNvCxnSpPr>
            <p:nvPr/>
          </p:nvCxnSpPr>
          <p:spPr>
            <a:xfrm>
              <a:off x="5382549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9" name="Straight Connector 678">
              <a:extLst>
                <a:ext uri="{FF2B5EF4-FFF2-40B4-BE49-F238E27FC236}">
                  <a16:creationId xmlns:a16="http://schemas.microsoft.com/office/drawing/2014/main" id="{FC196F98-F6B3-BE72-0040-34D75CF14E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5313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0" name="Straight Connector 679">
              <a:extLst>
                <a:ext uri="{FF2B5EF4-FFF2-40B4-BE49-F238E27FC236}">
                  <a16:creationId xmlns:a16="http://schemas.microsoft.com/office/drawing/2014/main" id="{3913CC17-A7A1-5810-D260-91FBCC05B60C}"/>
                </a:ext>
              </a:extLst>
            </p:cNvPr>
            <p:cNvCxnSpPr>
              <a:cxnSpLocks/>
            </p:cNvCxnSpPr>
            <p:nvPr/>
          </p:nvCxnSpPr>
          <p:spPr>
            <a:xfrm>
              <a:off x="6915975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1" name="Straight Connector 680">
              <a:extLst>
                <a:ext uri="{FF2B5EF4-FFF2-40B4-BE49-F238E27FC236}">
                  <a16:creationId xmlns:a16="http://schemas.microsoft.com/office/drawing/2014/main" id="{75A57760-18A4-F15F-3391-8970F91149C5}"/>
                </a:ext>
              </a:extLst>
            </p:cNvPr>
            <p:cNvCxnSpPr/>
            <p:nvPr/>
          </p:nvCxnSpPr>
          <p:spPr>
            <a:xfrm>
              <a:off x="7687825" y="859315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2" name="Straight Connector 681">
              <a:extLst>
                <a:ext uri="{FF2B5EF4-FFF2-40B4-BE49-F238E27FC236}">
                  <a16:creationId xmlns:a16="http://schemas.microsoft.com/office/drawing/2014/main" id="{B163F547-FA78-C37A-040E-B5E8F7A9658D}"/>
                </a:ext>
              </a:extLst>
            </p:cNvPr>
            <p:cNvCxnSpPr/>
            <p:nvPr/>
          </p:nvCxnSpPr>
          <p:spPr>
            <a:xfrm flipV="1">
              <a:off x="3830028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3" name="Straight Connector 682">
              <a:extLst>
                <a:ext uri="{FF2B5EF4-FFF2-40B4-BE49-F238E27FC236}">
                  <a16:creationId xmlns:a16="http://schemas.microsoft.com/office/drawing/2014/main" id="{AC8D46BE-F5A7-9671-9FC9-AF872F60DB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78090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4" name="Straight Connector 683">
              <a:extLst>
                <a:ext uri="{FF2B5EF4-FFF2-40B4-BE49-F238E27FC236}">
                  <a16:creationId xmlns:a16="http://schemas.microsoft.com/office/drawing/2014/main" id="{7C773D73-7598-2993-76AD-434501FC04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03559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5" name="Straight Connector 684">
              <a:extLst>
                <a:ext uri="{FF2B5EF4-FFF2-40B4-BE49-F238E27FC236}">
                  <a16:creationId xmlns:a16="http://schemas.microsoft.com/office/drawing/2014/main" id="{290C547D-F82F-8D98-35BF-F8462EDCDB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49478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6" name="Straight Connector 685">
              <a:extLst>
                <a:ext uri="{FF2B5EF4-FFF2-40B4-BE49-F238E27FC236}">
                  <a16:creationId xmlns:a16="http://schemas.microsoft.com/office/drawing/2014/main" id="{D7706188-AB39-6C90-1F5F-2AB1B965C1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18985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7" name="Straight Connector 686">
              <a:extLst>
                <a:ext uri="{FF2B5EF4-FFF2-40B4-BE49-F238E27FC236}">
                  <a16:creationId xmlns:a16="http://schemas.microsoft.com/office/drawing/2014/main" id="{F5602226-5DC5-E9F3-3C1E-763B851AEC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90095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8" name="TextBox 687">
                  <a:extLst>
                    <a:ext uri="{FF2B5EF4-FFF2-40B4-BE49-F238E27FC236}">
                      <a16:creationId xmlns:a16="http://schemas.microsoft.com/office/drawing/2014/main" id="{723A6EDF-A9A2-C49D-AE83-D56193D7A61D}"/>
                    </a:ext>
                  </a:extLst>
                </p:cNvPr>
                <p:cNvSpPr txBox="1"/>
                <p:nvPr/>
              </p:nvSpPr>
              <p:spPr>
                <a:xfrm>
                  <a:off x="703616" y="1452597"/>
                  <a:ext cx="1761188" cy="25718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LIDAR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20,100</m:t>
                            </m:r>
                          </m:e>
                        </m:d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88" name="TextBox 687">
                  <a:extLst>
                    <a:ext uri="{FF2B5EF4-FFF2-40B4-BE49-F238E27FC236}">
                      <a16:creationId xmlns:a16="http://schemas.microsoft.com/office/drawing/2014/main" id="{086D5918-6016-9AE7-E30D-38160198CE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616" y="1452597"/>
                  <a:ext cx="1761188" cy="257186"/>
                </a:xfrm>
                <a:prstGeom prst="rect">
                  <a:avLst/>
                </a:prstGeom>
                <a:blipFill>
                  <a:blip r:embed="rId32"/>
                  <a:stretch>
                    <a:fillRect l="-1439" b="-2381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9" name="TextBox 688">
                  <a:extLst>
                    <a:ext uri="{FF2B5EF4-FFF2-40B4-BE49-F238E27FC236}">
                      <a16:creationId xmlns:a16="http://schemas.microsoft.com/office/drawing/2014/main" id="{31E83B33-54C5-41D2-29C1-C49C394DBA1B}"/>
                    </a:ext>
                  </a:extLst>
                </p:cNvPr>
                <p:cNvSpPr txBox="1"/>
                <p:nvPr/>
              </p:nvSpPr>
              <p:spPr>
                <a:xfrm>
                  <a:off x="699943" y="1750473"/>
                  <a:ext cx="1224181" cy="25718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IMU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1,5</m:t>
                            </m:r>
                          </m:e>
                        </m:d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89" name="TextBox 688">
                  <a:extLst>
                    <a:ext uri="{FF2B5EF4-FFF2-40B4-BE49-F238E27FC236}">
                      <a16:creationId xmlns:a16="http://schemas.microsoft.com/office/drawing/2014/main" id="{B50F334A-3973-0A91-5CED-C0F19486C0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943" y="1750473"/>
                  <a:ext cx="1224181" cy="257186"/>
                </a:xfrm>
                <a:prstGeom prst="rect">
                  <a:avLst/>
                </a:prstGeom>
                <a:blipFill>
                  <a:blip r:embed="rId33"/>
                  <a:stretch>
                    <a:fillRect l="-1020" b="-2381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0" name="TextBox 689">
                  <a:extLst>
                    <a:ext uri="{FF2B5EF4-FFF2-40B4-BE49-F238E27FC236}">
                      <a16:creationId xmlns:a16="http://schemas.microsoft.com/office/drawing/2014/main" id="{65987AB9-793D-5E45-A9F1-37D154A8E54A}"/>
                    </a:ext>
                  </a:extLst>
                </p:cNvPr>
                <p:cNvSpPr txBox="1"/>
                <p:nvPr/>
              </p:nvSpPr>
              <p:spPr>
                <a:xfrm>
                  <a:off x="702135" y="2054013"/>
                  <a:ext cx="1982402" cy="2587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40,200</m:t>
                            </m:r>
                          </m:e>
                        </m:d>
                      </m:oMath>
                    </m:oMathPara>
                  </a14:m>
                  <a:endParaRPr lang="en-RU" sz="1600" dirty="0"/>
                </a:p>
              </p:txBody>
            </p:sp>
          </mc:Choice>
          <mc:Fallback xmlns="">
            <p:sp>
              <p:nvSpPr>
                <p:cNvPr id="690" name="TextBox 689">
                  <a:extLst>
                    <a:ext uri="{FF2B5EF4-FFF2-40B4-BE49-F238E27FC236}">
                      <a16:creationId xmlns:a16="http://schemas.microsoft.com/office/drawing/2014/main" id="{95875834-A3B7-B059-D50D-257C27537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2135" y="2054013"/>
                  <a:ext cx="1982402" cy="258789"/>
                </a:xfrm>
                <a:prstGeom prst="rect">
                  <a:avLst/>
                </a:prstGeom>
                <a:blipFill>
                  <a:blip r:embed="rId34"/>
                  <a:stretch>
                    <a:fillRect l="-1274" b="-28571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1" name="TextBox 690">
                  <a:extLst>
                    <a:ext uri="{FF2B5EF4-FFF2-40B4-BE49-F238E27FC236}">
                      <a16:creationId xmlns:a16="http://schemas.microsoft.com/office/drawing/2014/main" id="{B4E6029C-5DC8-114E-8A35-4BF7040D3A7F}"/>
                    </a:ext>
                  </a:extLst>
                </p:cNvPr>
                <p:cNvSpPr txBox="1"/>
                <p:nvPr/>
              </p:nvSpPr>
              <p:spPr>
                <a:xfrm>
                  <a:off x="3724469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1" name="TextBox 690">
                  <a:extLst>
                    <a:ext uri="{FF2B5EF4-FFF2-40B4-BE49-F238E27FC236}">
                      <a16:creationId xmlns:a16="http://schemas.microsoft.com/office/drawing/2014/main" id="{1BABAAA4-49C4-48BF-89C9-6F6BCAD6D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4469" y="2423346"/>
                  <a:ext cx="343043" cy="307777"/>
                </a:xfrm>
                <a:prstGeom prst="rect">
                  <a:avLst/>
                </a:prstGeom>
                <a:blipFill>
                  <a:blip r:embed="rId35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2" name="TextBox 691">
                  <a:extLst>
                    <a:ext uri="{FF2B5EF4-FFF2-40B4-BE49-F238E27FC236}">
                      <a16:creationId xmlns:a16="http://schemas.microsoft.com/office/drawing/2014/main" id="{C522DD25-2C8B-3E37-E0FF-F0710F7BDB73}"/>
                    </a:ext>
                  </a:extLst>
                </p:cNvPr>
                <p:cNvSpPr txBox="1"/>
                <p:nvPr/>
              </p:nvSpPr>
              <p:spPr>
                <a:xfrm>
                  <a:off x="4498389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40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2" name="TextBox 691">
                  <a:extLst>
                    <a:ext uri="{FF2B5EF4-FFF2-40B4-BE49-F238E27FC236}">
                      <a16:creationId xmlns:a16="http://schemas.microsoft.com/office/drawing/2014/main" id="{33EF5C54-8611-76C9-AAF4-707B4D8909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8389" y="2423346"/>
                  <a:ext cx="343043" cy="307777"/>
                </a:xfrm>
                <a:prstGeom prst="rect">
                  <a:avLst/>
                </a:prstGeom>
                <a:blipFill>
                  <a:blip r:embed="rId36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3" name="TextBox 692">
                  <a:extLst>
                    <a:ext uri="{FF2B5EF4-FFF2-40B4-BE49-F238E27FC236}">
                      <a16:creationId xmlns:a16="http://schemas.microsoft.com/office/drawing/2014/main" id="{6EA10A03-C080-1149-BD3D-F4CBCDEDFE3A}"/>
                    </a:ext>
                  </a:extLst>
                </p:cNvPr>
                <p:cNvSpPr txBox="1"/>
                <p:nvPr/>
              </p:nvSpPr>
              <p:spPr>
                <a:xfrm>
                  <a:off x="5259745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60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3" name="TextBox 692">
                  <a:extLst>
                    <a:ext uri="{FF2B5EF4-FFF2-40B4-BE49-F238E27FC236}">
                      <a16:creationId xmlns:a16="http://schemas.microsoft.com/office/drawing/2014/main" id="{7020DBB1-5713-B67B-42C5-46A9FB14BB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9745" y="2423346"/>
                  <a:ext cx="343043" cy="307777"/>
                </a:xfrm>
                <a:prstGeom prst="rect">
                  <a:avLst/>
                </a:prstGeom>
                <a:blipFill>
                  <a:blip r:embed="rId37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4" name="TextBox 693">
                  <a:extLst>
                    <a:ext uri="{FF2B5EF4-FFF2-40B4-BE49-F238E27FC236}">
                      <a16:creationId xmlns:a16="http://schemas.microsoft.com/office/drawing/2014/main" id="{52A950C8-69C8-C0C7-CC34-8435B48C002D}"/>
                    </a:ext>
                  </a:extLst>
                </p:cNvPr>
                <p:cNvSpPr txBox="1"/>
                <p:nvPr/>
              </p:nvSpPr>
              <p:spPr>
                <a:xfrm>
                  <a:off x="6043033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80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4" name="TextBox 693">
                  <a:extLst>
                    <a:ext uri="{FF2B5EF4-FFF2-40B4-BE49-F238E27FC236}">
                      <a16:creationId xmlns:a16="http://schemas.microsoft.com/office/drawing/2014/main" id="{541CDFA7-25D0-F002-00E0-791503F863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3033" y="2423346"/>
                  <a:ext cx="343043" cy="307777"/>
                </a:xfrm>
                <a:prstGeom prst="rect">
                  <a:avLst/>
                </a:prstGeom>
                <a:blipFill>
                  <a:blip r:embed="rId38"/>
                  <a:stretch>
                    <a:fillRect l="-14286" r="-1428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5" name="TextBox 694">
                  <a:extLst>
                    <a:ext uri="{FF2B5EF4-FFF2-40B4-BE49-F238E27FC236}">
                      <a16:creationId xmlns:a16="http://schemas.microsoft.com/office/drawing/2014/main" id="{F55D80CB-F1BC-2B25-FFC6-1C49D96035FF}"/>
                    </a:ext>
                  </a:extLst>
                </p:cNvPr>
                <p:cNvSpPr txBox="1"/>
                <p:nvPr/>
              </p:nvSpPr>
              <p:spPr>
                <a:xfrm>
                  <a:off x="6673587" y="2423346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5" name="TextBox 694">
                  <a:extLst>
                    <a:ext uri="{FF2B5EF4-FFF2-40B4-BE49-F238E27FC236}">
                      <a16:creationId xmlns:a16="http://schemas.microsoft.com/office/drawing/2014/main" id="{75123DFD-EE32-17B0-DC3C-737809AD8A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73587" y="2423346"/>
                  <a:ext cx="485710" cy="307777"/>
                </a:xfrm>
                <a:prstGeom prst="rect">
                  <a:avLst/>
                </a:prstGeom>
                <a:blipFill>
                  <a:blip r:embed="rId39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6" name="TextBox 695">
                  <a:extLst>
                    <a:ext uri="{FF2B5EF4-FFF2-40B4-BE49-F238E27FC236}">
                      <a16:creationId xmlns:a16="http://schemas.microsoft.com/office/drawing/2014/main" id="{3DC47CA1-EB8D-5175-E3E4-0610DBF0984E}"/>
                    </a:ext>
                  </a:extLst>
                </p:cNvPr>
                <p:cNvSpPr txBox="1"/>
                <p:nvPr/>
              </p:nvSpPr>
              <p:spPr>
                <a:xfrm>
                  <a:off x="7578674" y="2423346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120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6" name="TextBox 695">
                  <a:extLst>
                    <a:ext uri="{FF2B5EF4-FFF2-40B4-BE49-F238E27FC236}">
                      <a16:creationId xmlns:a16="http://schemas.microsoft.com/office/drawing/2014/main" id="{267BAF05-6749-12C3-E1E5-E404B7B4EA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78674" y="2423346"/>
                  <a:ext cx="485710" cy="307777"/>
                </a:xfrm>
                <a:prstGeom prst="rect">
                  <a:avLst/>
                </a:prstGeom>
                <a:blipFill>
                  <a:blip r:embed="rId40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7" name="Straight Connector 696">
              <a:extLst>
                <a:ext uri="{FF2B5EF4-FFF2-40B4-BE49-F238E27FC236}">
                  <a16:creationId xmlns:a16="http://schemas.microsoft.com/office/drawing/2014/main" id="{7C2247DC-07D5-4C1A-600C-E5B6A67F25CE}"/>
                </a:ext>
              </a:extLst>
            </p:cNvPr>
            <p:cNvCxnSpPr>
              <a:cxnSpLocks/>
            </p:cNvCxnSpPr>
            <p:nvPr/>
          </p:nvCxnSpPr>
          <p:spPr>
            <a:xfrm>
              <a:off x="2045999" y="849984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8" name="TextBox 697">
                  <a:extLst>
                    <a:ext uri="{FF2B5EF4-FFF2-40B4-BE49-F238E27FC236}">
                      <a16:creationId xmlns:a16="http://schemas.microsoft.com/office/drawing/2014/main" id="{01B9EA57-65F4-C0AF-DC9D-04DE47233C7C}"/>
                    </a:ext>
                  </a:extLst>
                </p:cNvPr>
                <p:cNvSpPr txBox="1"/>
                <p:nvPr/>
              </p:nvSpPr>
              <p:spPr>
                <a:xfrm>
                  <a:off x="2962223" y="2423346"/>
                  <a:ext cx="20037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8" name="TextBox 697">
                  <a:extLst>
                    <a:ext uri="{FF2B5EF4-FFF2-40B4-BE49-F238E27FC236}">
                      <a16:creationId xmlns:a16="http://schemas.microsoft.com/office/drawing/2014/main" id="{852C2C59-7164-5445-0777-EBA8CD4DB3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2223" y="2423346"/>
                  <a:ext cx="200376" cy="307777"/>
                </a:xfrm>
                <a:prstGeom prst="rect">
                  <a:avLst/>
                </a:prstGeom>
                <a:blipFill>
                  <a:blip r:embed="rId41"/>
                  <a:stretch>
                    <a:fillRect l="-23529" r="-29412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9" name="Straight Connector 698">
              <a:extLst>
                <a:ext uri="{FF2B5EF4-FFF2-40B4-BE49-F238E27FC236}">
                  <a16:creationId xmlns:a16="http://schemas.microsoft.com/office/drawing/2014/main" id="{1E3C51A7-AF86-86D4-AC0F-9B0DFD0E42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6896" y="145454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0" name="Straight Connector 699">
              <a:extLst>
                <a:ext uri="{FF2B5EF4-FFF2-40B4-BE49-F238E27FC236}">
                  <a16:creationId xmlns:a16="http://schemas.microsoft.com/office/drawing/2014/main" id="{6FF93EB0-CBE7-C75F-C3B4-A931A85977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47080" y="2026821"/>
              <a:ext cx="0" cy="308495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01" name="Group 700">
              <a:extLst>
                <a:ext uri="{FF2B5EF4-FFF2-40B4-BE49-F238E27FC236}">
                  <a16:creationId xmlns:a16="http://schemas.microsoft.com/office/drawing/2014/main" id="{C189B33B-99AD-04CF-37EC-670EFC73CE72}"/>
                </a:ext>
              </a:extLst>
            </p:cNvPr>
            <p:cNvGrpSpPr/>
            <p:nvPr/>
          </p:nvGrpSpPr>
          <p:grpSpPr>
            <a:xfrm>
              <a:off x="4567846" y="1440264"/>
              <a:ext cx="45719" cy="296189"/>
              <a:chOff x="3509152" y="253612"/>
              <a:chExt cx="45719" cy="296189"/>
            </a:xfrm>
          </p:grpSpPr>
          <p:sp>
            <p:nvSpPr>
              <p:cNvPr id="754" name="Rectangle 753">
                <a:extLst>
                  <a:ext uri="{FF2B5EF4-FFF2-40B4-BE49-F238E27FC236}">
                    <a16:creationId xmlns:a16="http://schemas.microsoft.com/office/drawing/2014/main" id="{559B5E79-40A0-36E2-CB6F-E96B02C8E55C}"/>
                  </a:ext>
                </a:extLst>
              </p:cNvPr>
              <p:cNvSpPr/>
              <p:nvPr/>
            </p:nvSpPr>
            <p:spPr>
              <a:xfrm flipH="1">
                <a:off x="3509152" y="253612"/>
                <a:ext cx="45719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cxnSp>
            <p:nvCxnSpPr>
              <p:cNvPr id="755" name="Straight Connector 754">
                <a:extLst>
                  <a:ext uri="{FF2B5EF4-FFF2-40B4-BE49-F238E27FC236}">
                    <a16:creationId xmlns:a16="http://schemas.microsoft.com/office/drawing/2014/main" id="{78516AD1-3439-FCDC-3898-FD28A17C23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2011" y="253612"/>
                <a:ext cx="0" cy="296189"/>
              </a:xfrm>
              <a:prstGeom prst="line">
                <a:avLst/>
              </a:prstGeom>
              <a:ln w="22225" cmpd="sng">
                <a:solidFill>
                  <a:schemeClr val="tx1"/>
                </a:solidFill>
                <a:prstDash val="sysDot"/>
                <a:headEnd type="none" w="med" len="lg"/>
                <a:tailEnd type="none" w="med" len="sm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02" name="Straight Connector 701">
              <a:extLst>
                <a:ext uri="{FF2B5EF4-FFF2-40B4-BE49-F238E27FC236}">
                  <a16:creationId xmlns:a16="http://schemas.microsoft.com/office/drawing/2014/main" id="{56110170-7532-D9D0-8C1E-F303D1C312E4}"/>
                </a:ext>
              </a:extLst>
            </p:cNvPr>
            <p:cNvCxnSpPr>
              <a:cxnSpLocks/>
            </p:cNvCxnSpPr>
            <p:nvPr/>
          </p:nvCxnSpPr>
          <p:spPr>
            <a:xfrm>
              <a:off x="8459677" y="849983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3" name="Straight Connector 702">
              <a:extLst>
                <a:ext uri="{FF2B5EF4-FFF2-40B4-BE49-F238E27FC236}">
                  <a16:creationId xmlns:a16="http://schemas.microsoft.com/office/drawing/2014/main" id="{55BD08E5-6319-71F7-1B8C-B29D5017BD78}"/>
                </a:ext>
              </a:extLst>
            </p:cNvPr>
            <p:cNvCxnSpPr/>
            <p:nvPr/>
          </p:nvCxnSpPr>
          <p:spPr>
            <a:xfrm>
              <a:off x="9231527" y="84998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4" name="Straight Connector 703">
              <a:extLst>
                <a:ext uri="{FF2B5EF4-FFF2-40B4-BE49-F238E27FC236}">
                  <a16:creationId xmlns:a16="http://schemas.microsoft.com/office/drawing/2014/main" id="{4B256060-80B5-4D39-2233-EC914D7FBA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62557" y="2336662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5" name="Straight Connector 704">
              <a:extLst>
                <a:ext uri="{FF2B5EF4-FFF2-40B4-BE49-F238E27FC236}">
                  <a16:creationId xmlns:a16="http://schemas.microsoft.com/office/drawing/2014/main" id="{AF515FB5-6043-D49B-6F4C-D8E5020360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33667" y="2336662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6" name="TextBox 705">
                  <a:extLst>
                    <a:ext uri="{FF2B5EF4-FFF2-40B4-BE49-F238E27FC236}">
                      <a16:creationId xmlns:a16="http://schemas.microsoft.com/office/drawing/2014/main" id="{666C2767-B45E-952C-C951-03EA8F0EFFAF}"/>
                    </a:ext>
                  </a:extLst>
                </p:cNvPr>
                <p:cNvSpPr txBox="1"/>
                <p:nvPr/>
              </p:nvSpPr>
              <p:spPr>
                <a:xfrm>
                  <a:off x="8359270" y="2424692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140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06" name="TextBox 705">
                  <a:extLst>
                    <a:ext uri="{FF2B5EF4-FFF2-40B4-BE49-F238E27FC236}">
                      <a16:creationId xmlns:a16="http://schemas.microsoft.com/office/drawing/2014/main" id="{D29D3899-B34A-DC03-BC2E-A6253F25BA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270" y="2424692"/>
                  <a:ext cx="485710" cy="307777"/>
                </a:xfrm>
                <a:prstGeom prst="rect">
                  <a:avLst/>
                </a:prstGeom>
                <a:blipFill>
                  <a:blip r:embed="rId42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7" name="TextBox 706">
                  <a:extLst>
                    <a:ext uri="{FF2B5EF4-FFF2-40B4-BE49-F238E27FC236}">
                      <a16:creationId xmlns:a16="http://schemas.microsoft.com/office/drawing/2014/main" id="{BF101B2D-6851-87CD-67AB-C28E3EF728BD}"/>
                    </a:ext>
                  </a:extLst>
                </p:cNvPr>
                <p:cNvSpPr txBox="1"/>
                <p:nvPr/>
              </p:nvSpPr>
              <p:spPr>
                <a:xfrm>
                  <a:off x="9122246" y="2424692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160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07" name="TextBox 706">
                  <a:extLst>
                    <a:ext uri="{FF2B5EF4-FFF2-40B4-BE49-F238E27FC236}">
                      <a16:creationId xmlns:a16="http://schemas.microsoft.com/office/drawing/2014/main" id="{1FEA6ED4-EBB7-74C1-1050-AE98BD932F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22246" y="2424692"/>
                  <a:ext cx="485710" cy="307777"/>
                </a:xfrm>
                <a:prstGeom prst="rect">
                  <a:avLst/>
                </a:prstGeom>
                <a:blipFill>
                  <a:blip r:embed="rId43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8" name="Straight Arrow Connector 707">
              <a:extLst>
                <a:ext uri="{FF2B5EF4-FFF2-40B4-BE49-F238E27FC236}">
                  <a16:creationId xmlns:a16="http://schemas.microsoft.com/office/drawing/2014/main" id="{6831BE96-D397-CC05-A470-708EAA311C34}"/>
                </a:ext>
              </a:extLst>
            </p:cNvPr>
            <p:cNvCxnSpPr>
              <a:cxnSpLocks/>
            </p:cNvCxnSpPr>
            <p:nvPr/>
          </p:nvCxnSpPr>
          <p:spPr>
            <a:xfrm>
              <a:off x="3056134" y="2330560"/>
              <a:ext cx="85124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9" name="Straight Connector 708">
              <a:extLst>
                <a:ext uri="{FF2B5EF4-FFF2-40B4-BE49-F238E27FC236}">
                  <a16:creationId xmlns:a16="http://schemas.microsoft.com/office/drawing/2014/main" id="{A719F9F6-B5B3-0F90-A54C-5717C9CDA10C}"/>
                </a:ext>
              </a:extLst>
            </p:cNvPr>
            <p:cNvCxnSpPr/>
            <p:nvPr/>
          </p:nvCxnSpPr>
          <p:spPr>
            <a:xfrm>
              <a:off x="9841453" y="859315"/>
              <a:ext cx="0" cy="216000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1" name="Straight Connector 710">
              <a:extLst>
                <a:ext uri="{FF2B5EF4-FFF2-40B4-BE49-F238E27FC236}">
                  <a16:creationId xmlns:a16="http://schemas.microsoft.com/office/drawing/2014/main" id="{29A3FFC7-19B1-D7A6-2A43-2C0A25ABBA99}"/>
                </a:ext>
              </a:extLst>
            </p:cNvPr>
            <p:cNvCxnSpPr>
              <a:cxnSpLocks/>
            </p:cNvCxnSpPr>
            <p:nvPr/>
          </p:nvCxnSpPr>
          <p:spPr>
            <a:xfrm>
              <a:off x="9841986" y="84093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2" name="Straight Connector 711">
              <a:extLst>
                <a:ext uri="{FF2B5EF4-FFF2-40B4-BE49-F238E27FC236}">
                  <a16:creationId xmlns:a16="http://schemas.microsoft.com/office/drawing/2014/main" id="{09DAABA3-9FF1-4AA0-0FF1-16710349A2E3}"/>
                </a:ext>
              </a:extLst>
            </p:cNvPr>
            <p:cNvCxnSpPr/>
            <p:nvPr/>
          </p:nvCxnSpPr>
          <p:spPr>
            <a:xfrm>
              <a:off x="10624988" y="840935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3" name="Straight Connector 712">
              <a:extLst>
                <a:ext uri="{FF2B5EF4-FFF2-40B4-BE49-F238E27FC236}">
                  <a16:creationId xmlns:a16="http://schemas.microsoft.com/office/drawing/2014/main" id="{81D879ED-13D2-154D-F933-F1D7CC2AA33E}"/>
                </a:ext>
              </a:extLst>
            </p:cNvPr>
            <p:cNvCxnSpPr>
              <a:cxnSpLocks/>
            </p:cNvCxnSpPr>
            <p:nvPr/>
          </p:nvCxnSpPr>
          <p:spPr>
            <a:xfrm>
              <a:off x="11396840" y="831603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4" name="TextBox 713">
                  <a:extLst>
                    <a:ext uri="{FF2B5EF4-FFF2-40B4-BE49-F238E27FC236}">
                      <a16:creationId xmlns:a16="http://schemas.microsoft.com/office/drawing/2014/main" id="{11CBD5C7-ADA0-D2C9-0856-1AD44D7DBEEA}"/>
                    </a:ext>
                  </a:extLst>
                </p:cNvPr>
                <p:cNvSpPr txBox="1"/>
                <p:nvPr/>
              </p:nvSpPr>
              <p:spPr>
                <a:xfrm>
                  <a:off x="11388139" y="2444919"/>
                  <a:ext cx="231602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RU" sz="2800" dirty="0"/>
                </a:p>
              </p:txBody>
            </p:sp>
          </mc:Choice>
          <mc:Fallback xmlns="">
            <p:sp>
              <p:nvSpPr>
                <p:cNvPr id="714" name="TextBox 713">
                  <a:extLst>
                    <a:ext uri="{FF2B5EF4-FFF2-40B4-BE49-F238E27FC236}">
                      <a16:creationId xmlns:a16="http://schemas.microsoft.com/office/drawing/2014/main" id="{B4D596F5-B7E5-8773-BB92-D00037AE0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88139" y="2444919"/>
                  <a:ext cx="231602" cy="430887"/>
                </a:xfrm>
                <a:prstGeom prst="rect">
                  <a:avLst/>
                </a:prstGeom>
                <a:blipFill>
                  <a:blip r:embed="rId44"/>
                  <a:stretch>
                    <a:fillRect l="-26316" r="-21053" b="-2941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5" name="TextBox 714">
                  <a:extLst>
                    <a:ext uri="{FF2B5EF4-FFF2-40B4-BE49-F238E27FC236}">
                      <a16:creationId xmlns:a16="http://schemas.microsoft.com/office/drawing/2014/main" id="{D9B6B971-7EDA-3F48-B60C-10DF00D6A02E}"/>
                    </a:ext>
                  </a:extLst>
                </p:cNvPr>
                <p:cNvSpPr txBox="1"/>
                <p:nvPr/>
              </p:nvSpPr>
              <p:spPr>
                <a:xfrm>
                  <a:off x="9774420" y="2425124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180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15" name="TextBox 714">
                  <a:extLst>
                    <a:ext uri="{FF2B5EF4-FFF2-40B4-BE49-F238E27FC236}">
                      <a16:creationId xmlns:a16="http://schemas.microsoft.com/office/drawing/2014/main" id="{FD367932-4E7A-C38B-C09B-45C081673F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4420" y="2425124"/>
                  <a:ext cx="485710" cy="307777"/>
                </a:xfrm>
                <a:prstGeom prst="rect">
                  <a:avLst/>
                </a:prstGeom>
                <a:blipFill>
                  <a:blip r:embed="rId45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6" name="TextBox 715">
                  <a:extLst>
                    <a:ext uri="{FF2B5EF4-FFF2-40B4-BE49-F238E27FC236}">
                      <a16:creationId xmlns:a16="http://schemas.microsoft.com/office/drawing/2014/main" id="{48CA5424-D151-6807-677D-5C0A426BCBE6}"/>
                    </a:ext>
                  </a:extLst>
                </p:cNvPr>
                <p:cNvSpPr txBox="1"/>
                <p:nvPr/>
              </p:nvSpPr>
              <p:spPr>
                <a:xfrm>
                  <a:off x="10371136" y="2425124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16" name="TextBox 715">
                  <a:extLst>
                    <a:ext uri="{FF2B5EF4-FFF2-40B4-BE49-F238E27FC236}">
                      <a16:creationId xmlns:a16="http://schemas.microsoft.com/office/drawing/2014/main" id="{8E7B075B-EBF8-2C4E-10A0-9FCAD1789B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71136" y="2425124"/>
                  <a:ext cx="485710" cy="307777"/>
                </a:xfrm>
                <a:prstGeom prst="rect">
                  <a:avLst/>
                </a:prstGeom>
                <a:blipFill>
                  <a:blip r:embed="rId46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7" name="Straight Connector 716">
              <a:extLst>
                <a:ext uri="{FF2B5EF4-FFF2-40B4-BE49-F238E27FC236}">
                  <a16:creationId xmlns:a16="http://schemas.microsoft.com/office/drawing/2014/main" id="{AC6ECA0D-E3AC-473A-9304-4CCC3925BFB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9118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8" name="Straight Connector 717">
              <a:extLst>
                <a:ext uri="{FF2B5EF4-FFF2-40B4-BE49-F238E27FC236}">
                  <a16:creationId xmlns:a16="http://schemas.microsoft.com/office/drawing/2014/main" id="{BB40379D-31C0-BE5F-D53D-3683674A037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15396" y="144646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9" name="Straight Connector 718">
              <a:extLst>
                <a:ext uri="{FF2B5EF4-FFF2-40B4-BE49-F238E27FC236}">
                  <a16:creationId xmlns:a16="http://schemas.microsoft.com/office/drawing/2014/main" id="{9D45B567-D1E5-94C3-6677-0EA642310A0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24455" y="145267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0" name="Straight Connector 719">
              <a:extLst>
                <a:ext uri="{FF2B5EF4-FFF2-40B4-BE49-F238E27FC236}">
                  <a16:creationId xmlns:a16="http://schemas.microsoft.com/office/drawing/2014/main" id="{DB1C88FF-CF9C-9ABB-9DD4-75B3B26C375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31407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1" name="Straight Connector 720">
              <a:extLst>
                <a:ext uri="{FF2B5EF4-FFF2-40B4-BE49-F238E27FC236}">
                  <a16:creationId xmlns:a16="http://schemas.microsoft.com/office/drawing/2014/main" id="{24F3C8EF-2A90-9DE6-6A75-695E57EB1C1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09881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2" name="Straight Connector 721">
              <a:extLst>
                <a:ext uri="{FF2B5EF4-FFF2-40B4-BE49-F238E27FC236}">
                  <a16:creationId xmlns:a16="http://schemas.microsoft.com/office/drawing/2014/main" id="{51C9E6E0-47C6-6C36-D38D-620C1EC4280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70644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3" name="Straight Connector 722">
              <a:extLst>
                <a:ext uri="{FF2B5EF4-FFF2-40B4-BE49-F238E27FC236}">
                  <a16:creationId xmlns:a16="http://schemas.microsoft.com/office/drawing/2014/main" id="{8696C6FB-3A51-8F09-281F-AEB8C245632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96358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4" name="Straight Connector 723">
              <a:extLst>
                <a:ext uri="{FF2B5EF4-FFF2-40B4-BE49-F238E27FC236}">
                  <a16:creationId xmlns:a16="http://schemas.microsoft.com/office/drawing/2014/main" id="{959741FF-A6F9-52AE-D9DB-25422BF83C5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74832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5" name="Straight Connector 724">
              <a:extLst>
                <a:ext uri="{FF2B5EF4-FFF2-40B4-BE49-F238E27FC236}">
                  <a16:creationId xmlns:a16="http://schemas.microsoft.com/office/drawing/2014/main" id="{10D5FF1F-D301-116F-2412-6754A0CE6D9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35595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6" name="Straight Connector 725">
              <a:extLst>
                <a:ext uri="{FF2B5EF4-FFF2-40B4-BE49-F238E27FC236}">
                  <a16:creationId xmlns:a16="http://schemas.microsoft.com/office/drawing/2014/main" id="{B6F6A26E-85E3-8FF7-11D4-3AED9B4421F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383181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7" name="Straight Connector 726">
              <a:extLst>
                <a:ext uri="{FF2B5EF4-FFF2-40B4-BE49-F238E27FC236}">
                  <a16:creationId xmlns:a16="http://schemas.microsoft.com/office/drawing/2014/main" id="{861D453E-7671-CE34-951E-59FB3B01E8F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61655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8" name="Straight Connector 727">
              <a:extLst>
                <a:ext uri="{FF2B5EF4-FFF2-40B4-BE49-F238E27FC236}">
                  <a16:creationId xmlns:a16="http://schemas.microsoft.com/office/drawing/2014/main" id="{8AEFCF10-E80B-807B-065C-048584F5398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22418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9" name="Straight Connector 728">
              <a:extLst>
                <a:ext uri="{FF2B5EF4-FFF2-40B4-BE49-F238E27FC236}">
                  <a16:creationId xmlns:a16="http://schemas.microsoft.com/office/drawing/2014/main" id="{44386EB1-8031-1BDC-DABC-7C5EC952683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36980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0" name="Straight Connector 729">
              <a:extLst>
                <a:ext uri="{FF2B5EF4-FFF2-40B4-BE49-F238E27FC236}">
                  <a16:creationId xmlns:a16="http://schemas.microsoft.com/office/drawing/2014/main" id="{1E0B3650-C633-E8AA-7730-C1BB1AD4264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26606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1" name="Straight Connector 730">
              <a:extLst>
                <a:ext uri="{FF2B5EF4-FFF2-40B4-BE49-F238E27FC236}">
                  <a16:creationId xmlns:a16="http://schemas.microsoft.com/office/drawing/2014/main" id="{12D6D645-0823-F9DA-6057-E627CE1CC7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887369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2" name="Straight Connector 731">
              <a:extLst>
                <a:ext uri="{FF2B5EF4-FFF2-40B4-BE49-F238E27FC236}">
                  <a16:creationId xmlns:a16="http://schemas.microsoft.com/office/drawing/2014/main" id="{B0E3DB92-A270-7798-E64F-E3D12B0ED1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94582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3" name="Straight Connector 732">
              <a:extLst>
                <a:ext uri="{FF2B5EF4-FFF2-40B4-BE49-F238E27FC236}">
                  <a16:creationId xmlns:a16="http://schemas.microsoft.com/office/drawing/2014/main" id="{920EC948-DF21-2BA3-237A-9DC6AF6F9F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176871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4" name="Straight Connector 733">
              <a:extLst>
                <a:ext uri="{FF2B5EF4-FFF2-40B4-BE49-F238E27FC236}">
                  <a16:creationId xmlns:a16="http://schemas.microsoft.com/office/drawing/2014/main" id="{84C7BB2E-84B9-896D-98A6-ADBEDF8735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55345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5" name="Straight Connector 734">
              <a:extLst>
                <a:ext uri="{FF2B5EF4-FFF2-40B4-BE49-F238E27FC236}">
                  <a16:creationId xmlns:a16="http://schemas.microsoft.com/office/drawing/2014/main" id="{851EFC5A-13EE-8BE5-6422-412F9A085D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16108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6" name="Straight Connector 735">
              <a:extLst>
                <a:ext uri="{FF2B5EF4-FFF2-40B4-BE49-F238E27FC236}">
                  <a16:creationId xmlns:a16="http://schemas.microsoft.com/office/drawing/2014/main" id="{B53FA6F6-2819-7986-24F8-9836F7C39A4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941822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7" name="Straight Connector 736">
              <a:extLst>
                <a:ext uri="{FF2B5EF4-FFF2-40B4-BE49-F238E27FC236}">
                  <a16:creationId xmlns:a16="http://schemas.microsoft.com/office/drawing/2014/main" id="{1509345B-2E08-CB5A-D055-5D60607D1C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420296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8" name="Straight Connector 737">
              <a:extLst>
                <a:ext uri="{FF2B5EF4-FFF2-40B4-BE49-F238E27FC236}">
                  <a16:creationId xmlns:a16="http://schemas.microsoft.com/office/drawing/2014/main" id="{3BA537FF-F5B4-92BF-1F88-B562C3FDE1A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81059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9" name="Straight Connector 738">
              <a:extLst>
                <a:ext uri="{FF2B5EF4-FFF2-40B4-BE49-F238E27FC236}">
                  <a16:creationId xmlns:a16="http://schemas.microsoft.com/office/drawing/2014/main" id="{379336B4-D568-AD3A-1839-17073BBC4FA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728645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0" name="Straight Connector 739">
              <a:extLst>
                <a:ext uri="{FF2B5EF4-FFF2-40B4-BE49-F238E27FC236}">
                  <a16:creationId xmlns:a16="http://schemas.microsoft.com/office/drawing/2014/main" id="{06A50A97-42B7-FB63-7584-95369D044D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07119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1" name="Straight Connector 740">
              <a:extLst>
                <a:ext uri="{FF2B5EF4-FFF2-40B4-BE49-F238E27FC236}">
                  <a16:creationId xmlns:a16="http://schemas.microsoft.com/office/drawing/2014/main" id="{058A73A8-4318-2E77-21DB-A24626E607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67882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2" name="Straight Connector 741">
              <a:extLst>
                <a:ext uri="{FF2B5EF4-FFF2-40B4-BE49-F238E27FC236}">
                  <a16:creationId xmlns:a16="http://schemas.microsoft.com/office/drawing/2014/main" id="{283E0252-4BF5-B0AE-16DB-422FD2AC92D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437836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3" name="Straight Connector 742">
              <a:extLst>
                <a:ext uri="{FF2B5EF4-FFF2-40B4-BE49-F238E27FC236}">
                  <a16:creationId xmlns:a16="http://schemas.microsoft.com/office/drawing/2014/main" id="{5495C447-B33A-49CA-E37C-0E05F85ABA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972070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4" name="Straight Connector 743">
              <a:extLst>
                <a:ext uri="{FF2B5EF4-FFF2-40B4-BE49-F238E27FC236}">
                  <a16:creationId xmlns:a16="http://schemas.microsoft.com/office/drawing/2014/main" id="{24F673ED-B82C-0374-2219-A19BF02F349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2833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5" name="Straight Connector 744">
              <a:extLst>
                <a:ext uri="{FF2B5EF4-FFF2-40B4-BE49-F238E27FC236}">
                  <a16:creationId xmlns:a16="http://schemas.microsoft.com/office/drawing/2014/main" id="{2E972681-FF08-91E9-2A00-5ECB5ECEAC9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100465" y="174918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6" name="Straight Connector 745">
              <a:extLst>
                <a:ext uri="{FF2B5EF4-FFF2-40B4-BE49-F238E27FC236}">
                  <a16:creationId xmlns:a16="http://schemas.microsoft.com/office/drawing/2014/main" id="{462FFBE6-8C2E-1064-E7F9-3EBAF594BA8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839702" y="174918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7" name="Straight Connector 746">
              <a:extLst>
                <a:ext uri="{FF2B5EF4-FFF2-40B4-BE49-F238E27FC236}">
                  <a16:creationId xmlns:a16="http://schemas.microsoft.com/office/drawing/2014/main" id="{F508695B-6354-E668-3A03-B882D0F2E08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87288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8" name="Straight Connector 747">
              <a:extLst>
                <a:ext uri="{FF2B5EF4-FFF2-40B4-BE49-F238E27FC236}">
                  <a16:creationId xmlns:a16="http://schemas.microsoft.com/office/drawing/2014/main" id="{49884789-12DD-061F-E5EA-F0B51BCFB2E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365762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9" name="Straight Connector 748">
              <a:extLst>
                <a:ext uri="{FF2B5EF4-FFF2-40B4-BE49-F238E27FC236}">
                  <a16:creationId xmlns:a16="http://schemas.microsoft.com/office/drawing/2014/main" id="{F59AE3AA-3CBD-C6A7-9A5D-184561C90C6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26525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0" name="Straight Connector 749">
              <a:extLst>
                <a:ext uri="{FF2B5EF4-FFF2-40B4-BE49-F238E27FC236}">
                  <a16:creationId xmlns:a16="http://schemas.microsoft.com/office/drawing/2014/main" id="{C974FF24-3CBE-F246-4B4B-5354C79E93C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642747" y="175089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1" name="Straight Connector 750">
              <a:extLst>
                <a:ext uri="{FF2B5EF4-FFF2-40B4-BE49-F238E27FC236}">
                  <a16:creationId xmlns:a16="http://schemas.microsoft.com/office/drawing/2014/main" id="{7C1DE0A8-52DF-4B7A-13AC-18119C25353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175838" y="204047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2" name="Freeform 751">
              <a:extLst>
                <a:ext uri="{FF2B5EF4-FFF2-40B4-BE49-F238E27FC236}">
                  <a16:creationId xmlns:a16="http://schemas.microsoft.com/office/drawing/2014/main" id="{17C3704B-5D52-3E2A-2336-ED6B50ABEBFB}"/>
                </a:ext>
              </a:extLst>
            </p:cNvPr>
            <p:cNvSpPr/>
            <p:nvPr/>
          </p:nvSpPr>
          <p:spPr>
            <a:xfrm>
              <a:off x="2783697" y="1384499"/>
              <a:ext cx="153745" cy="1062020"/>
            </a:xfrm>
            <a:custGeom>
              <a:avLst/>
              <a:gdLst>
                <a:gd name="csX0" fmla="*/ 61951 w 195766"/>
                <a:gd name="csY0" fmla="*/ 178 h 936906"/>
                <a:gd name="csX1" fmla="*/ 156736 w 195766"/>
                <a:gd name="csY1" fmla="*/ 11330 h 936906"/>
                <a:gd name="csX2" fmla="*/ 179039 w 195766"/>
                <a:gd name="csY2" fmla="*/ 72661 h 936906"/>
                <a:gd name="csX3" fmla="*/ 195766 w 195766"/>
                <a:gd name="csY3" fmla="*/ 290110 h 936906"/>
                <a:gd name="csX4" fmla="*/ 179039 w 195766"/>
                <a:gd name="csY4" fmla="*/ 591193 h 936906"/>
                <a:gd name="csX5" fmla="*/ 156736 w 195766"/>
                <a:gd name="csY5" fmla="*/ 853247 h 936906"/>
                <a:gd name="csX6" fmla="*/ 45224 w 195766"/>
                <a:gd name="csY6" fmla="*/ 931305 h 936906"/>
                <a:gd name="csX7" fmla="*/ 6195 w 195766"/>
                <a:gd name="csY7" fmla="*/ 725008 h 936906"/>
                <a:gd name="csX8" fmla="*/ 619 w 195766"/>
                <a:gd name="csY8" fmla="*/ 462954 h 936906"/>
                <a:gd name="csX0" fmla="*/ 61951 w 201083"/>
                <a:gd name="csY0" fmla="*/ 178 h 936626"/>
                <a:gd name="csX1" fmla="*/ 156736 w 201083"/>
                <a:gd name="csY1" fmla="*/ 11330 h 936626"/>
                <a:gd name="csX2" fmla="*/ 179039 w 201083"/>
                <a:gd name="csY2" fmla="*/ 72661 h 936626"/>
                <a:gd name="csX3" fmla="*/ 195766 w 201083"/>
                <a:gd name="csY3" fmla="*/ 290110 h 936626"/>
                <a:gd name="csX4" fmla="*/ 198089 w 201083"/>
                <a:gd name="csY4" fmla="*/ 613418 h 936626"/>
                <a:gd name="csX5" fmla="*/ 156736 w 201083"/>
                <a:gd name="csY5" fmla="*/ 853247 h 936626"/>
                <a:gd name="csX6" fmla="*/ 45224 w 201083"/>
                <a:gd name="csY6" fmla="*/ 931305 h 936626"/>
                <a:gd name="csX7" fmla="*/ 6195 w 201083"/>
                <a:gd name="csY7" fmla="*/ 725008 h 936626"/>
                <a:gd name="csX8" fmla="*/ 619 w 201083"/>
                <a:gd name="csY8" fmla="*/ 462954 h 936626"/>
                <a:gd name="csX0" fmla="*/ 61951 w 199907"/>
                <a:gd name="csY0" fmla="*/ 178 h 939906"/>
                <a:gd name="csX1" fmla="*/ 156736 w 199907"/>
                <a:gd name="csY1" fmla="*/ 11330 h 939906"/>
                <a:gd name="csX2" fmla="*/ 179039 w 199907"/>
                <a:gd name="csY2" fmla="*/ 72661 h 939906"/>
                <a:gd name="csX3" fmla="*/ 195766 w 199907"/>
                <a:gd name="csY3" fmla="*/ 290110 h 939906"/>
                <a:gd name="csX4" fmla="*/ 198089 w 199907"/>
                <a:gd name="csY4" fmla="*/ 613418 h 939906"/>
                <a:gd name="csX5" fmla="*/ 172611 w 199907"/>
                <a:gd name="csY5" fmla="*/ 872297 h 939906"/>
                <a:gd name="csX6" fmla="*/ 45224 w 199907"/>
                <a:gd name="csY6" fmla="*/ 931305 h 939906"/>
                <a:gd name="csX7" fmla="*/ 6195 w 199907"/>
                <a:gd name="csY7" fmla="*/ 725008 h 939906"/>
                <a:gd name="csX8" fmla="*/ 619 w 199907"/>
                <a:gd name="csY8" fmla="*/ 462954 h 939906"/>
                <a:gd name="csX0" fmla="*/ 61951 w 199907"/>
                <a:gd name="csY0" fmla="*/ 178 h 936876"/>
                <a:gd name="csX1" fmla="*/ 156736 w 199907"/>
                <a:gd name="csY1" fmla="*/ 11330 h 936876"/>
                <a:gd name="csX2" fmla="*/ 179039 w 199907"/>
                <a:gd name="csY2" fmla="*/ 72661 h 936876"/>
                <a:gd name="csX3" fmla="*/ 195766 w 199907"/>
                <a:gd name="csY3" fmla="*/ 290110 h 936876"/>
                <a:gd name="csX4" fmla="*/ 198089 w 199907"/>
                <a:gd name="csY4" fmla="*/ 613418 h 936876"/>
                <a:gd name="csX5" fmla="*/ 172611 w 199907"/>
                <a:gd name="csY5" fmla="*/ 872297 h 936876"/>
                <a:gd name="csX6" fmla="*/ 45224 w 199907"/>
                <a:gd name="csY6" fmla="*/ 931305 h 936876"/>
                <a:gd name="csX7" fmla="*/ 6195 w 199907"/>
                <a:gd name="csY7" fmla="*/ 769458 h 936876"/>
                <a:gd name="csX8" fmla="*/ 619 w 199907"/>
                <a:gd name="csY8" fmla="*/ 462954 h 936876"/>
                <a:gd name="csX0" fmla="*/ 61951 w 199907"/>
                <a:gd name="csY0" fmla="*/ 178 h 931261"/>
                <a:gd name="csX1" fmla="*/ 156736 w 199907"/>
                <a:gd name="csY1" fmla="*/ 11330 h 931261"/>
                <a:gd name="csX2" fmla="*/ 179039 w 199907"/>
                <a:gd name="csY2" fmla="*/ 72661 h 931261"/>
                <a:gd name="csX3" fmla="*/ 195766 w 199907"/>
                <a:gd name="csY3" fmla="*/ 290110 h 931261"/>
                <a:gd name="csX4" fmla="*/ 198089 w 199907"/>
                <a:gd name="csY4" fmla="*/ 613418 h 931261"/>
                <a:gd name="csX5" fmla="*/ 172611 w 199907"/>
                <a:gd name="csY5" fmla="*/ 872297 h 931261"/>
                <a:gd name="csX6" fmla="*/ 67449 w 199907"/>
                <a:gd name="csY6" fmla="*/ 924955 h 931261"/>
                <a:gd name="csX7" fmla="*/ 6195 w 199907"/>
                <a:gd name="csY7" fmla="*/ 769458 h 931261"/>
                <a:gd name="csX8" fmla="*/ 619 w 199907"/>
                <a:gd name="csY8" fmla="*/ 462954 h 931261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2901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3663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793"/>
                <a:gd name="csY0" fmla="*/ 4951 h 937373"/>
                <a:gd name="csX1" fmla="*/ 156736 w 199793"/>
                <a:gd name="csY1" fmla="*/ 16103 h 937373"/>
                <a:gd name="csX2" fmla="*/ 182214 w 199793"/>
                <a:gd name="csY2" fmla="*/ 169509 h 937373"/>
                <a:gd name="csX3" fmla="*/ 195766 w 199793"/>
                <a:gd name="csY3" fmla="*/ 371083 h 937373"/>
                <a:gd name="csX4" fmla="*/ 198089 w 199793"/>
                <a:gd name="csY4" fmla="*/ 618191 h 937373"/>
                <a:gd name="csX5" fmla="*/ 172611 w 199793"/>
                <a:gd name="csY5" fmla="*/ 877070 h 937373"/>
                <a:gd name="csX6" fmla="*/ 67449 w 199793"/>
                <a:gd name="csY6" fmla="*/ 929728 h 937373"/>
                <a:gd name="csX7" fmla="*/ 6195 w 199793"/>
                <a:gd name="csY7" fmla="*/ 774231 h 937373"/>
                <a:gd name="csX8" fmla="*/ 619 w 199793"/>
                <a:gd name="csY8" fmla="*/ 467727 h 937373"/>
                <a:gd name="csX0" fmla="*/ 61951 w 199793"/>
                <a:gd name="csY0" fmla="*/ 10 h 932432"/>
                <a:gd name="csX1" fmla="*/ 156736 w 199793"/>
                <a:gd name="csY1" fmla="*/ 42912 h 932432"/>
                <a:gd name="csX2" fmla="*/ 182214 w 199793"/>
                <a:gd name="csY2" fmla="*/ 164568 h 932432"/>
                <a:gd name="csX3" fmla="*/ 195766 w 199793"/>
                <a:gd name="csY3" fmla="*/ 366142 h 932432"/>
                <a:gd name="csX4" fmla="*/ 198089 w 199793"/>
                <a:gd name="csY4" fmla="*/ 613250 h 932432"/>
                <a:gd name="csX5" fmla="*/ 172611 w 199793"/>
                <a:gd name="csY5" fmla="*/ 872129 h 932432"/>
                <a:gd name="csX6" fmla="*/ 67449 w 199793"/>
                <a:gd name="csY6" fmla="*/ 924787 h 932432"/>
                <a:gd name="csX7" fmla="*/ 6195 w 199793"/>
                <a:gd name="csY7" fmla="*/ 769290 h 932432"/>
                <a:gd name="csX8" fmla="*/ 619 w 199793"/>
                <a:gd name="csY8" fmla="*/ 462786 h 932432"/>
                <a:gd name="csX0" fmla="*/ 14326 w 199793"/>
                <a:gd name="csY0" fmla="*/ 15 h 926087"/>
                <a:gd name="csX1" fmla="*/ 156736 w 199793"/>
                <a:gd name="csY1" fmla="*/ 36567 h 926087"/>
                <a:gd name="csX2" fmla="*/ 182214 w 199793"/>
                <a:gd name="csY2" fmla="*/ 158223 h 926087"/>
                <a:gd name="csX3" fmla="*/ 195766 w 199793"/>
                <a:gd name="csY3" fmla="*/ 359797 h 926087"/>
                <a:gd name="csX4" fmla="*/ 198089 w 199793"/>
                <a:gd name="csY4" fmla="*/ 606905 h 926087"/>
                <a:gd name="csX5" fmla="*/ 172611 w 199793"/>
                <a:gd name="csY5" fmla="*/ 865784 h 926087"/>
                <a:gd name="csX6" fmla="*/ 67449 w 199793"/>
                <a:gd name="csY6" fmla="*/ 918442 h 926087"/>
                <a:gd name="csX7" fmla="*/ 6195 w 199793"/>
                <a:gd name="csY7" fmla="*/ 762945 h 926087"/>
                <a:gd name="csX8" fmla="*/ 619 w 199793"/>
                <a:gd name="csY8" fmla="*/ 456441 h 926087"/>
                <a:gd name="csX0" fmla="*/ 14326 w 201152"/>
                <a:gd name="csY0" fmla="*/ 15 h 926087"/>
                <a:gd name="csX1" fmla="*/ 156736 w 201152"/>
                <a:gd name="csY1" fmla="*/ 36567 h 926087"/>
                <a:gd name="csX2" fmla="*/ 182214 w 201152"/>
                <a:gd name="csY2" fmla="*/ 158223 h 926087"/>
                <a:gd name="csX3" fmla="*/ 198941 w 201152"/>
                <a:gd name="csY3" fmla="*/ 423297 h 926087"/>
                <a:gd name="csX4" fmla="*/ 198089 w 201152"/>
                <a:gd name="csY4" fmla="*/ 606905 h 926087"/>
                <a:gd name="csX5" fmla="*/ 172611 w 201152"/>
                <a:gd name="csY5" fmla="*/ 865784 h 926087"/>
                <a:gd name="csX6" fmla="*/ 67449 w 201152"/>
                <a:gd name="csY6" fmla="*/ 918442 h 926087"/>
                <a:gd name="csX7" fmla="*/ 6195 w 201152"/>
                <a:gd name="csY7" fmla="*/ 762945 h 926087"/>
                <a:gd name="csX8" fmla="*/ 619 w 201152"/>
                <a:gd name="csY8" fmla="*/ 456441 h 926087"/>
                <a:gd name="csX0" fmla="*/ 14326 w 200437"/>
                <a:gd name="csY0" fmla="*/ 38 h 926110"/>
                <a:gd name="csX1" fmla="*/ 156736 w 200437"/>
                <a:gd name="csY1" fmla="*/ 36590 h 926110"/>
                <a:gd name="csX2" fmla="*/ 194914 w 200437"/>
                <a:gd name="csY2" fmla="*/ 202696 h 926110"/>
                <a:gd name="csX3" fmla="*/ 198941 w 200437"/>
                <a:gd name="csY3" fmla="*/ 423320 h 926110"/>
                <a:gd name="csX4" fmla="*/ 198089 w 200437"/>
                <a:gd name="csY4" fmla="*/ 606928 h 926110"/>
                <a:gd name="csX5" fmla="*/ 172611 w 200437"/>
                <a:gd name="csY5" fmla="*/ 865807 h 926110"/>
                <a:gd name="csX6" fmla="*/ 67449 w 200437"/>
                <a:gd name="csY6" fmla="*/ 918465 h 926110"/>
                <a:gd name="csX7" fmla="*/ 6195 w 200437"/>
                <a:gd name="csY7" fmla="*/ 762968 h 926110"/>
                <a:gd name="csX8" fmla="*/ 619 w 200437"/>
                <a:gd name="csY8" fmla="*/ 456464 h 926110"/>
                <a:gd name="csX0" fmla="*/ 14326 w 200437"/>
                <a:gd name="csY0" fmla="*/ 280 h 926352"/>
                <a:gd name="csX1" fmla="*/ 140861 w 200437"/>
                <a:gd name="csY1" fmla="*/ 30482 h 926352"/>
                <a:gd name="csX2" fmla="*/ 194914 w 200437"/>
                <a:gd name="csY2" fmla="*/ 202938 h 926352"/>
                <a:gd name="csX3" fmla="*/ 198941 w 200437"/>
                <a:gd name="csY3" fmla="*/ 423562 h 926352"/>
                <a:gd name="csX4" fmla="*/ 198089 w 200437"/>
                <a:gd name="csY4" fmla="*/ 607170 h 926352"/>
                <a:gd name="csX5" fmla="*/ 172611 w 200437"/>
                <a:gd name="csY5" fmla="*/ 866049 h 926352"/>
                <a:gd name="csX6" fmla="*/ 67449 w 200437"/>
                <a:gd name="csY6" fmla="*/ 918707 h 926352"/>
                <a:gd name="csX7" fmla="*/ 6195 w 200437"/>
                <a:gd name="csY7" fmla="*/ 763210 h 926352"/>
                <a:gd name="csX8" fmla="*/ 619 w 200437"/>
                <a:gd name="csY8" fmla="*/ 456706 h 926352"/>
                <a:gd name="csX0" fmla="*/ 14326 w 200437"/>
                <a:gd name="csY0" fmla="*/ 2065 h 928137"/>
                <a:gd name="csX1" fmla="*/ 140861 w 200437"/>
                <a:gd name="csY1" fmla="*/ 32267 h 928137"/>
                <a:gd name="csX2" fmla="*/ 194914 w 200437"/>
                <a:gd name="csY2" fmla="*/ 204723 h 928137"/>
                <a:gd name="csX3" fmla="*/ 198941 w 200437"/>
                <a:gd name="csY3" fmla="*/ 425347 h 928137"/>
                <a:gd name="csX4" fmla="*/ 198089 w 200437"/>
                <a:gd name="csY4" fmla="*/ 608955 h 928137"/>
                <a:gd name="csX5" fmla="*/ 172611 w 200437"/>
                <a:gd name="csY5" fmla="*/ 867834 h 928137"/>
                <a:gd name="csX6" fmla="*/ 67449 w 200437"/>
                <a:gd name="csY6" fmla="*/ 920492 h 928137"/>
                <a:gd name="csX7" fmla="*/ 6195 w 200437"/>
                <a:gd name="csY7" fmla="*/ 764995 h 928137"/>
                <a:gd name="csX8" fmla="*/ 619 w 200437"/>
                <a:gd name="csY8" fmla="*/ 458491 h 9281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437" h="928137">
                  <a:moveTo>
                    <a:pt x="14326" y="2065"/>
                  </a:moveTo>
                  <a:cubicBezTo>
                    <a:pt x="51961" y="1601"/>
                    <a:pt x="85363" y="-11034"/>
                    <a:pt x="140861" y="32267"/>
                  </a:cubicBezTo>
                  <a:cubicBezTo>
                    <a:pt x="196359" y="75568"/>
                    <a:pt x="185234" y="139210"/>
                    <a:pt x="194914" y="204723"/>
                  </a:cubicBezTo>
                  <a:cubicBezTo>
                    <a:pt x="204594" y="270236"/>
                    <a:pt x="198412" y="357975"/>
                    <a:pt x="198941" y="425347"/>
                  </a:cubicBezTo>
                  <a:cubicBezTo>
                    <a:pt x="199470" y="492719"/>
                    <a:pt x="202477" y="535207"/>
                    <a:pt x="198089" y="608955"/>
                  </a:cubicBezTo>
                  <a:cubicBezTo>
                    <a:pt x="193701" y="682703"/>
                    <a:pt x="194384" y="815911"/>
                    <a:pt x="172611" y="867834"/>
                  </a:cubicBezTo>
                  <a:cubicBezTo>
                    <a:pt x="150838" y="919757"/>
                    <a:pt x="114235" y="940807"/>
                    <a:pt x="67449" y="920492"/>
                  </a:cubicBezTo>
                  <a:cubicBezTo>
                    <a:pt x="20663" y="900177"/>
                    <a:pt x="13629" y="843054"/>
                    <a:pt x="6195" y="764995"/>
                  </a:cubicBezTo>
                  <a:cubicBezTo>
                    <a:pt x="-1239" y="686937"/>
                    <a:pt x="-310" y="550489"/>
                    <a:pt x="619" y="458491"/>
                  </a:cubicBezTo>
                </a:path>
              </a:pathLst>
            </a:custGeom>
            <a:noFill/>
            <a:ln w="9525">
              <a:solidFill>
                <a:srgbClr val="C00000"/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/>
            </a:p>
          </p:txBody>
        </p:sp>
        <p:cxnSp>
          <p:nvCxnSpPr>
            <p:cNvPr id="753" name="Straight Connector 752">
              <a:extLst>
                <a:ext uri="{FF2B5EF4-FFF2-40B4-BE49-F238E27FC236}">
                  <a16:creationId xmlns:a16="http://schemas.microsoft.com/office/drawing/2014/main" id="{79BCACA1-4932-D927-0314-B8EEEA6A20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19832" y="145107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56" name="TextBox 755">
            <a:extLst>
              <a:ext uri="{FF2B5EF4-FFF2-40B4-BE49-F238E27FC236}">
                <a16:creationId xmlns:a16="http://schemas.microsoft.com/office/drawing/2014/main" id="{25B591B5-F81B-707D-0A9F-328B68981239}"/>
              </a:ext>
            </a:extLst>
          </p:cNvPr>
          <p:cNvSpPr txBox="1"/>
          <p:nvPr/>
        </p:nvSpPr>
        <p:spPr>
          <a:xfrm>
            <a:off x="2242933" y="4643093"/>
            <a:ext cx="233820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B: With Opt.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D77373A-E1E8-C0F5-FA23-24457614A193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blipFill>
                <a:blip r:embed="rId47"/>
                <a:stretch>
                  <a:fillRect l="-25000" r="-16667" b="-3846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BF38631D-4C68-16B7-1BE0-B4115F75FB1E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blipFill>
                <a:blip r:embed="rId48"/>
                <a:stretch>
                  <a:fillRect l="-33333" r="-833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47C38D94-124E-A5BD-5F03-50E70AB5DE46}"/>
                  </a:ext>
                </a:extLst>
              </p:cNvPr>
              <p:cNvSpPr txBox="1"/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blipFill>
                <a:blip r:embed="rId49"/>
                <a:stretch>
                  <a:fillRect l="-25000" t="-7692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2453B76F-EB6F-2F32-AB88-23563AC37DFB}"/>
                  </a:ext>
                </a:extLst>
              </p:cNvPr>
              <p:cNvSpPr txBox="1"/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blipFill>
                <a:blip r:embed="rId50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E3E03E63-32AD-3ACD-F949-E907A5171F55}"/>
                  </a:ext>
                </a:extLst>
              </p:cNvPr>
              <p:cNvSpPr txBox="1"/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blipFill>
                <a:blip r:embed="rId51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C0B6803-5BD3-3AC2-502A-D8CD56046A9D}"/>
                  </a:ext>
                </a:extLst>
              </p:cNvPr>
              <p:cNvSpPr txBox="1"/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blipFill>
                <a:blip r:embed="rId5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1D0B38CE-97CF-9D44-8FF9-E7CD444C1773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blipFill>
                <a:blip r:embed="rId53"/>
                <a:stretch>
                  <a:fillRect l="-34783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0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3807777" y="313220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2A01F9D1-B5B0-1743-89C9-24F5B8567549}"/>
              </a:ext>
            </a:extLst>
          </p:cNvPr>
          <p:cNvSpPr/>
          <p:nvPr/>
        </p:nvSpPr>
        <p:spPr>
          <a:xfrm flipH="1">
            <a:off x="3896983" y="3427895"/>
            <a:ext cx="151791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C098B0A1-D8AC-6971-49CB-BD9B5C2B4329}"/>
                  </a:ext>
                </a:extLst>
              </p:cNvPr>
              <p:cNvSpPr txBox="1"/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blipFill>
                <a:blip r:embed="rId60"/>
                <a:stretch>
                  <a:fillRect l="-34783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1AD2EDD0-69DB-0F3E-06EC-64113233636F}"/>
                  </a:ext>
                </a:extLst>
              </p:cNvPr>
              <p:cNvSpPr txBox="1"/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blipFill>
                <a:blip r:embed="rId61"/>
                <a:stretch>
                  <a:fillRect l="-25806" t="-384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6F555BC6-9C6B-57D9-3289-F90448998782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blipFill>
                <a:blip r:embed="rId62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5A41E582-3C3A-F444-8EA3-A44A156F564B}"/>
                  </a:ext>
                </a:extLst>
              </p:cNvPr>
              <p:cNvSpPr txBox="1"/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blipFill>
                <a:blip r:embed="rId63"/>
                <a:stretch>
                  <a:fillRect l="-30435" t="-3846" r="-4348" b="-269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CDC430BE-358B-BC1F-7835-578645139C53}"/>
                  </a:ext>
                </a:extLst>
              </p:cNvPr>
              <p:cNvSpPr txBox="1"/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blipFill>
                <a:blip r:embed="rId64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ABF48042-2B92-A892-B89D-DBEAA8054AF6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blipFill>
                <a:blip r:embed="rId65"/>
                <a:stretch>
                  <a:fillRect l="-3043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D3DF4F23-24CD-D043-6F84-D534BFD301DA}"/>
                  </a:ext>
                </a:extLst>
              </p:cNvPr>
              <p:cNvSpPr txBox="1"/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blipFill>
                <a:blip r:embed="rId66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4E6FA51-2077-251A-EE6B-7240BD7566BB}"/>
                  </a:ext>
                </a:extLst>
              </p:cNvPr>
              <p:cNvSpPr txBox="1"/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blipFill>
                <a:blip r:embed="rId67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43694DAD-894C-FC3C-0B29-7BBE831BD997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blipFill>
                <a:blip r:embed="rId68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41CB6078-2F76-6F6C-3E07-D08E5E8E3DAA}"/>
                  </a:ext>
                </a:extLst>
              </p:cNvPr>
              <p:cNvSpPr txBox="1"/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blipFill>
                <a:blip r:embed="rId69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D6A7E3CD-399C-7B22-2037-E554F21FA7F5}"/>
                  </a:ext>
                </a:extLst>
              </p:cNvPr>
              <p:cNvSpPr txBox="1"/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blipFill>
                <a:blip r:embed="rId70"/>
                <a:stretch>
                  <a:fillRect l="-21875" t="-3704" r="-6250" b="-296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518207C3-181B-B01C-3BB3-53EFDF89FD7D}"/>
                  </a:ext>
                </a:extLst>
              </p:cNvPr>
              <p:cNvSpPr txBox="1"/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blipFill>
                <a:blip r:embed="rId71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1B4393F4-1277-C51D-68EA-99A0E32F8C5D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blipFill>
                <a:blip r:embed="rId72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BE71EB8B-1E87-5FC8-4A2B-9ADDF580C4EE}"/>
                  </a:ext>
                </a:extLst>
              </p:cNvPr>
              <p:cNvSpPr txBox="1"/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blipFill>
                <a:blip r:embed="rId73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939BC12C-4D2A-6F21-8BB1-3EF2B1380CA5}"/>
                  </a:ext>
                </a:extLst>
              </p:cNvPr>
              <p:cNvSpPr txBox="1"/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blipFill>
                <a:blip r:embed="rId74"/>
                <a:stretch>
                  <a:fillRect l="-22581" t="-3846" r="-322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1D62429A-64AF-317E-D956-696D811B412F}"/>
                  </a:ext>
                </a:extLst>
              </p:cNvPr>
              <p:cNvSpPr txBox="1"/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blipFill>
                <a:blip r:embed="rId75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53BB5583-622C-9551-6EDA-DC717A3440DC}"/>
                  </a:ext>
                </a:extLst>
              </p:cNvPr>
              <p:cNvSpPr txBox="1"/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blipFill>
                <a:blip r:embed="rId76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942913AF-B46D-635F-D883-A65F629A4CAD}"/>
                  </a:ext>
                </a:extLst>
              </p:cNvPr>
              <p:cNvSpPr txBox="1"/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blipFill>
                <a:blip r:embed="rId77"/>
                <a:stretch>
                  <a:fillRect l="-25000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8" name="Straight Connector 291">
            <a:extLst>
              <a:ext uri="{FF2B5EF4-FFF2-40B4-BE49-F238E27FC236}">
                <a16:creationId xmlns:a16="http://schemas.microsoft.com/office/drawing/2014/main" id="{852AC1F9-6771-B1FC-4E80-914DF581F59E}"/>
              </a:ext>
            </a:extLst>
          </p:cNvPr>
          <p:cNvCxnSpPr>
            <a:cxnSpLocks/>
          </p:cNvCxnSpPr>
          <p:nvPr/>
        </p:nvCxnSpPr>
        <p:spPr>
          <a:xfrm flipH="1" flipV="1">
            <a:off x="4994186" y="74400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535705C7-CA5D-13F2-0054-6BFD8593C505}"/>
                  </a:ext>
                </a:extLst>
              </p:cNvPr>
              <p:cNvSpPr txBox="1"/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blipFill>
                <a:blip r:embed="rId78"/>
                <a:stretch>
                  <a:fillRect l="-29167" t="-4000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" name="Straight Connector 291">
            <a:extLst>
              <a:ext uri="{FF2B5EF4-FFF2-40B4-BE49-F238E27FC236}">
                <a16:creationId xmlns:a16="http://schemas.microsoft.com/office/drawing/2014/main" id="{1FD400F1-BB35-258C-E242-3604AD2BA627}"/>
              </a:ext>
            </a:extLst>
          </p:cNvPr>
          <p:cNvCxnSpPr>
            <a:cxnSpLocks/>
          </p:cNvCxnSpPr>
          <p:nvPr/>
        </p:nvCxnSpPr>
        <p:spPr>
          <a:xfrm flipH="1" flipV="1">
            <a:off x="8833299" y="77659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B6F67B7A-8E80-2CD4-30C1-C08B63791807}"/>
                  </a:ext>
                </a:extLst>
              </p:cNvPr>
              <p:cNvSpPr txBox="1"/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blipFill>
                <a:blip r:embed="rId79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5B777C7D-DBA0-23D4-7751-5F2B0A88C457}"/>
                  </a:ext>
                </a:extLst>
              </p:cNvPr>
              <p:cNvSpPr txBox="1"/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blipFill>
                <a:blip r:embed="rId80"/>
                <a:stretch>
                  <a:fillRect l="-34783" t="-7692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C41591F9-AE60-D2D2-D060-ED1B895BF595}"/>
                  </a:ext>
                </a:extLst>
              </p:cNvPr>
              <p:cNvSpPr txBox="1"/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blipFill>
                <a:blip r:embed="rId81"/>
                <a:stretch>
                  <a:fillRect l="-29167" t="-384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42453BA4-E1D0-6D32-1AA8-087F21AE8A21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4" y="74022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150">
            <a:extLst>
              <a:ext uri="{FF2B5EF4-FFF2-40B4-BE49-F238E27FC236}">
                <a16:creationId xmlns:a16="http://schemas.microsoft.com/office/drawing/2014/main" id="{D3CC48B2-52FB-FBB2-9FD1-1465117B1885}"/>
              </a:ext>
            </a:extLst>
          </p:cNvPr>
          <p:cNvCxnSpPr>
            <a:cxnSpLocks/>
          </p:cNvCxnSpPr>
          <p:nvPr/>
        </p:nvCxnSpPr>
        <p:spPr>
          <a:xfrm flipV="1">
            <a:off x="10602258" y="1312505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9764E92E-3305-2649-599B-CC80D32EBB59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6" y="103192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ectangle 575">
            <a:extLst>
              <a:ext uri="{FF2B5EF4-FFF2-40B4-BE49-F238E27FC236}">
                <a16:creationId xmlns:a16="http://schemas.microsoft.com/office/drawing/2014/main" id="{E2B47DA2-E257-8ED7-AABB-7931DB3C3A5A}"/>
              </a:ext>
            </a:extLst>
          </p:cNvPr>
          <p:cNvSpPr/>
          <p:nvPr/>
        </p:nvSpPr>
        <p:spPr>
          <a:xfrm flipH="1">
            <a:off x="5415009" y="2841724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792A2E24-9BC2-1B8E-B402-55CCAEBCB97A}"/>
              </a:ext>
            </a:extLst>
          </p:cNvPr>
          <p:cNvCxnSpPr>
            <a:cxnSpLocks/>
          </p:cNvCxnSpPr>
          <p:nvPr/>
        </p:nvCxnSpPr>
        <p:spPr>
          <a:xfrm flipH="1" flipV="1">
            <a:off x="6484469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9" name="Rectangle 575">
            <a:extLst>
              <a:ext uri="{FF2B5EF4-FFF2-40B4-BE49-F238E27FC236}">
                <a16:creationId xmlns:a16="http://schemas.microsoft.com/office/drawing/2014/main" id="{3B301D50-1F02-AC6D-7CD3-BE6C48A0395F}"/>
              </a:ext>
            </a:extLst>
          </p:cNvPr>
          <p:cNvSpPr/>
          <p:nvPr/>
        </p:nvSpPr>
        <p:spPr>
          <a:xfrm flipH="1">
            <a:off x="6891848" y="2845120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56" name="Rectangle 769">
            <a:extLst>
              <a:ext uri="{FF2B5EF4-FFF2-40B4-BE49-F238E27FC236}">
                <a16:creationId xmlns:a16="http://schemas.microsoft.com/office/drawing/2014/main" id="{C1FAA664-3BBA-3123-D700-FD11814BD2AC}"/>
              </a:ext>
            </a:extLst>
          </p:cNvPr>
          <p:cNvSpPr/>
          <p:nvPr/>
        </p:nvSpPr>
        <p:spPr>
          <a:xfrm flipH="1">
            <a:off x="8080681" y="3141542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3" name="Rectangle 575">
            <a:extLst>
              <a:ext uri="{FF2B5EF4-FFF2-40B4-BE49-F238E27FC236}">
                <a16:creationId xmlns:a16="http://schemas.microsoft.com/office/drawing/2014/main" id="{DC038E0C-EACC-1D03-090D-8BE85A561FA0}"/>
              </a:ext>
            </a:extLst>
          </p:cNvPr>
          <p:cNvSpPr/>
          <p:nvPr/>
        </p:nvSpPr>
        <p:spPr>
          <a:xfrm flipH="1">
            <a:off x="8837764" y="284609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9" name="Rectangle 769">
            <a:extLst>
              <a:ext uri="{FF2B5EF4-FFF2-40B4-BE49-F238E27FC236}">
                <a16:creationId xmlns:a16="http://schemas.microsoft.com/office/drawing/2014/main" id="{9454763A-31B0-84E0-306C-F67348BEC228}"/>
              </a:ext>
            </a:extLst>
          </p:cNvPr>
          <p:cNvSpPr/>
          <p:nvPr/>
        </p:nvSpPr>
        <p:spPr>
          <a:xfrm flipH="1">
            <a:off x="10026597" y="3142513"/>
            <a:ext cx="1225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5" name="Rectangle 575">
            <a:extLst>
              <a:ext uri="{FF2B5EF4-FFF2-40B4-BE49-F238E27FC236}">
                <a16:creationId xmlns:a16="http://schemas.microsoft.com/office/drawing/2014/main" id="{7050ED34-85C8-3091-A278-520901468FEA}"/>
              </a:ext>
            </a:extLst>
          </p:cNvPr>
          <p:cNvSpPr/>
          <p:nvPr/>
        </p:nvSpPr>
        <p:spPr>
          <a:xfrm flipH="1">
            <a:off x="10596855" y="2834073"/>
            <a:ext cx="772275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4" name="Rectangle 769">
            <a:extLst>
              <a:ext uri="{FF2B5EF4-FFF2-40B4-BE49-F238E27FC236}">
                <a16:creationId xmlns:a16="http://schemas.microsoft.com/office/drawing/2014/main" id="{7506A867-11CD-BBE3-4D78-32FCCEE0E8CA}"/>
              </a:ext>
            </a:extLst>
          </p:cNvPr>
          <p:cNvSpPr/>
          <p:nvPr/>
        </p:nvSpPr>
        <p:spPr>
          <a:xfrm flipH="1">
            <a:off x="6207601" y="314295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5" name="Rectangle 769">
            <a:extLst>
              <a:ext uri="{FF2B5EF4-FFF2-40B4-BE49-F238E27FC236}">
                <a16:creationId xmlns:a16="http://schemas.microsoft.com/office/drawing/2014/main" id="{1FE6A76B-84EF-680A-B42D-2AD3F1124855}"/>
              </a:ext>
            </a:extLst>
          </p:cNvPr>
          <p:cNvSpPr/>
          <p:nvPr/>
        </p:nvSpPr>
        <p:spPr>
          <a:xfrm flipH="1">
            <a:off x="6520256" y="3142271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Rectangle 769">
            <a:extLst>
              <a:ext uri="{FF2B5EF4-FFF2-40B4-BE49-F238E27FC236}">
                <a16:creationId xmlns:a16="http://schemas.microsoft.com/office/drawing/2014/main" id="{C0A04971-6460-32F9-A80D-FA6D203739F6}"/>
              </a:ext>
            </a:extLst>
          </p:cNvPr>
          <p:cNvSpPr/>
          <p:nvPr/>
        </p:nvSpPr>
        <p:spPr>
          <a:xfrm flipH="1">
            <a:off x="7664599" y="314348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4" name="Rectangle 769">
            <a:extLst>
              <a:ext uri="{FF2B5EF4-FFF2-40B4-BE49-F238E27FC236}">
                <a16:creationId xmlns:a16="http://schemas.microsoft.com/office/drawing/2014/main" id="{85D65EE8-77DC-90D4-40D4-EBD0C44C59F9}"/>
              </a:ext>
            </a:extLst>
          </p:cNvPr>
          <p:cNvSpPr/>
          <p:nvPr/>
        </p:nvSpPr>
        <p:spPr>
          <a:xfrm flipH="1">
            <a:off x="8433965" y="3149904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5" name="Rectangle 769">
            <a:extLst>
              <a:ext uri="{FF2B5EF4-FFF2-40B4-BE49-F238E27FC236}">
                <a16:creationId xmlns:a16="http://schemas.microsoft.com/office/drawing/2014/main" id="{62A1E072-6560-5942-EDA7-7B10A2167B02}"/>
              </a:ext>
            </a:extLst>
          </p:cNvPr>
          <p:cNvSpPr/>
          <p:nvPr/>
        </p:nvSpPr>
        <p:spPr>
          <a:xfrm flipH="1">
            <a:off x="9606260" y="3152325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6" name="Rectangle 769">
            <a:extLst>
              <a:ext uri="{FF2B5EF4-FFF2-40B4-BE49-F238E27FC236}">
                <a16:creationId xmlns:a16="http://schemas.microsoft.com/office/drawing/2014/main" id="{6157DFE8-FC4B-F0A8-076F-D850A6B001E1}"/>
              </a:ext>
            </a:extLst>
          </p:cNvPr>
          <p:cNvSpPr/>
          <p:nvPr/>
        </p:nvSpPr>
        <p:spPr>
          <a:xfrm flipH="1">
            <a:off x="10377222" y="3145160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Rectangle 769">
            <a:extLst>
              <a:ext uri="{FF2B5EF4-FFF2-40B4-BE49-F238E27FC236}">
                <a16:creationId xmlns:a16="http://schemas.microsoft.com/office/drawing/2014/main" id="{09228239-EC9F-3E8D-E09D-7E55D71A424D}"/>
              </a:ext>
            </a:extLst>
          </p:cNvPr>
          <p:cNvSpPr/>
          <p:nvPr/>
        </p:nvSpPr>
        <p:spPr>
          <a:xfrm flipH="1">
            <a:off x="11369131" y="314990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033145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11AA-B0F8-A44E-7DC3-B7877EE6C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Rectangle 343">
            <a:extLst>
              <a:ext uri="{FF2B5EF4-FFF2-40B4-BE49-F238E27FC236}">
                <a16:creationId xmlns:a16="http://schemas.microsoft.com/office/drawing/2014/main" id="{FFE75B8B-52BA-B1CF-2D61-84E60267BDCD}"/>
              </a:ext>
            </a:extLst>
          </p:cNvPr>
          <p:cNvSpPr/>
          <p:nvPr/>
        </p:nvSpPr>
        <p:spPr>
          <a:xfrm flipH="1">
            <a:off x="3054653" y="1747974"/>
            <a:ext cx="457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5FE988A9-F440-06A4-BC77-3F558FBB8BB5}"/>
              </a:ext>
            </a:extLst>
          </p:cNvPr>
          <p:cNvSpPr/>
          <p:nvPr/>
        </p:nvSpPr>
        <p:spPr>
          <a:xfrm flipH="1">
            <a:off x="3048368" y="1444511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E385C0A3-9FAA-92A7-1873-8B930C6B8FD8}"/>
              </a:ext>
            </a:extLst>
          </p:cNvPr>
          <p:cNvCxnSpPr>
            <a:cxnSpLocks/>
          </p:cNvCxnSpPr>
          <p:nvPr/>
        </p:nvCxnSpPr>
        <p:spPr>
          <a:xfrm>
            <a:off x="221673" y="2330560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C7BFB3EE-9734-4657-1930-27A533A06A77}"/>
              </a:ext>
            </a:extLst>
          </p:cNvPr>
          <p:cNvCxnSpPr>
            <a:cxnSpLocks/>
          </p:cNvCxnSpPr>
          <p:nvPr/>
        </p:nvCxnSpPr>
        <p:spPr>
          <a:xfrm>
            <a:off x="3048289" y="8532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458F6AC-48F4-D76D-E441-57D2F0BDC259}"/>
              </a:ext>
            </a:extLst>
          </p:cNvPr>
          <p:cNvCxnSpPr>
            <a:cxnSpLocks/>
          </p:cNvCxnSpPr>
          <p:nvPr/>
        </p:nvCxnSpPr>
        <p:spPr>
          <a:xfrm>
            <a:off x="2047674" y="2636473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ADCFA379-640A-744A-C15A-849FC49F042E}"/>
              </a:ext>
            </a:extLst>
          </p:cNvPr>
          <p:cNvCxnSpPr>
            <a:cxnSpLocks/>
          </p:cNvCxnSpPr>
          <p:nvPr/>
        </p:nvCxnSpPr>
        <p:spPr>
          <a:xfrm>
            <a:off x="2068328" y="114979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E220541-9085-DD6E-78A4-1B097FDF8733}"/>
              </a:ext>
            </a:extLst>
          </p:cNvPr>
          <p:cNvCxnSpPr>
            <a:cxnSpLocks/>
          </p:cNvCxnSpPr>
          <p:nvPr/>
        </p:nvCxnSpPr>
        <p:spPr>
          <a:xfrm>
            <a:off x="207818" y="1445290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6132256E-A230-F8E0-CBBC-8B46A943387A}"/>
              </a:ext>
            </a:extLst>
          </p:cNvPr>
          <p:cNvCxnSpPr>
            <a:cxnSpLocks/>
          </p:cNvCxnSpPr>
          <p:nvPr/>
        </p:nvCxnSpPr>
        <p:spPr>
          <a:xfrm>
            <a:off x="193964" y="1738364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C4214EFC-D492-2179-48DB-37F61FDAA438}"/>
              </a:ext>
            </a:extLst>
          </p:cNvPr>
          <p:cNvCxnSpPr>
            <a:cxnSpLocks/>
          </p:cNvCxnSpPr>
          <p:nvPr/>
        </p:nvCxnSpPr>
        <p:spPr>
          <a:xfrm>
            <a:off x="235527" y="2041488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24EB062-4E6A-0256-4E40-147F4F94FFCC}"/>
              </a:ext>
            </a:extLst>
          </p:cNvPr>
          <p:cNvCxnSpPr>
            <a:cxnSpLocks/>
          </p:cNvCxnSpPr>
          <p:nvPr/>
        </p:nvCxnSpPr>
        <p:spPr>
          <a:xfrm>
            <a:off x="2406191" y="859315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F868D80C-8DC3-5FEE-B350-F4DA6D85EB9D}"/>
              </a:ext>
            </a:extLst>
          </p:cNvPr>
          <p:cNvCxnSpPr>
            <a:cxnSpLocks/>
          </p:cNvCxnSpPr>
          <p:nvPr/>
        </p:nvCxnSpPr>
        <p:spPr>
          <a:xfrm>
            <a:off x="3828572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AF5245FF-ACE7-6E2A-0ED9-52B2AC72AD46}"/>
              </a:ext>
            </a:extLst>
          </p:cNvPr>
          <p:cNvCxnSpPr>
            <a:cxnSpLocks/>
          </p:cNvCxnSpPr>
          <p:nvPr/>
        </p:nvCxnSpPr>
        <p:spPr>
          <a:xfrm flipH="1">
            <a:off x="4597549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61F0A3D-411B-ABE1-DB29-CD76147FAD93}"/>
              </a:ext>
            </a:extLst>
          </p:cNvPr>
          <p:cNvCxnSpPr>
            <a:cxnSpLocks/>
          </p:cNvCxnSpPr>
          <p:nvPr/>
        </p:nvCxnSpPr>
        <p:spPr>
          <a:xfrm>
            <a:off x="5382549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B2E3D827-ED13-2433-365C-7CE931852449}"/>
              </a:ext>
            </a:extLst>
          </p:cNvPr>
          <p:cNvCxnSpPr>
            <a:cxnSpLocks/>
          </p:cNvCxnSpPr>
          <p:nvPr/>
        </p:nvCxnSpPr>
        <p:spPr>
          <a:xfrm flipH="1">
            <a:off x="6135313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02B019B7-2B63-B222-546F-D29735F7F978}"/>
              </a:ext>
            </a:extLst>
          </p:cNvPr>
          <p:cNvCxnSpPr>
            <a:cxnSpLocks/>
          </p:cNvCxnSpPr>
          <p:nvPr/>
        </p:nvCxnSpPr>
        <p:spPr>
          <a:xfrm>
            <a:off x="6915975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81B7A5EC-9283-C554-621C-0C36E0E46C22}"/>
              </a:ext>
            </a:extLst>
          </p:cNvPr>
          <p:cNvCxnSpPr/>
          <p:nvPr/>
        </p:nvCxnSpPr>
        <p:spPr>
          <a:xfrm>
            <a:off x="7687825" y="85931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7209DF1C-EF31-AC18-E1E2-8E0283A3A725}"/>
              </a:ext>
            </a:extLst>
          </p:cNvPr>
          <p:cNvCxnSpPr/>
          <p:nvPr/>
        </p:nvCxnSpPr>
        <p:spPr>
          <a:xfrm flipV="1">
            <a:off x="3830028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24E9D0CE-E81D-FFC8-9186-05773540B1E3}"/>
              </a:ext>
            </a:extLst>
          </p:cNvPr>
          <p:cNvCxnSpPr>
            <a:cxnSpLocks/>
          </p:cNvCxnSpPr>
          <p:nvPr/>
        </p:nvCxnSpPr>
        <p:spPr>
          <a:xfrm flipV="1">
            <a:off x="5378090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D0598722-9A54-93A9-6292-BC2F6783E486}"/>
              </a:ext>
            </a:extLst>
          </p:cNvPr>
          <p:cNvCxnSpPr>
            <a:cxnSpLocks/>
          </p:cNvCxnSpPr>
          <p:nvPr/>
        </p:nvCxnSpPr>
        <p:spPr>
          <a:xfrm flipV="1">
            <a:off x="4603559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F019F6AF-45FF-8087-2139-1527217BE635}"/>
              </a:ext>
            </a:extLst>
          </p:cNvPr>
          <p:cNvCxnSpPr>
            <a:cxnSpLocks/>
          </p:cNvCxnSpPr>
          <p:nvPr/>
        </p:nvCxnSpPr>
        <p:spPr>
          <a:xfrm flipV="1">
            <a:off x="6149478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DAF1D77E-CAFB-1271-E624-0E5631236191}"/>
              </a:ext>
            </a:extLst>
          </p:cNvPr>
          <p:cNvCxnSpPr>
            <a:cxnSpLocks/>
          </p:cNvCxnSpPr>
          <p:nvPr/>
        </p:nvCxnSpPr>
        <p:spPr>
          <a:xfrm flipV="1">
            <a:off x="6918985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5DB4C4B6-FCD5-5BC7-E740-00189B8B09D5}"/>
              </a:ext>
            </a:extLst>
          </p:cNvPr>
          <p:cNvCxnSpPr>
            <a:cxnSpLocks/>
          </p:cNvCxnSpPr>
          <p:nvPr/>
        </p:nvCxnSpPr>
        <p:spPr>
          <a:xfrm flipV="1">
            <a:off x="7690095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E66810-67C9-1DFD-AD8D-24AC472F7FA6}"/>
                  </a:ext>
                </a:extLst>
              </p:cNvPr>
              <p:cNvSpPr txBox="1"/>
              <p:nvPr/>
            </p:nvSpPr>
            <p:spPr>
              <a:xfrm>
                <a:off x="703616" y="1452597"/>
                <a:ext cx="176118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20,100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E66810-67C9-1DFD-AD8D-24AC472F7F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616" y="1452597"/>
                <a:ext cx="1761188" cy="257186"/>
              </a:xfrm>
              <a:prstGeom prst="rect">
                <a:avLst/>
              </a:prstGeom>
              <a:blipFill>
                <a:blip r:embed="rId2"/>
                <a:stretch>
                  <a:fillRect l="-719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C281C6-F456-C602-77F0-7A199ECAD8C9}"/>
                  </a:ext>
                </a:extLst>
              </p:cNvPr>
              <p:cNvSpPr txBox="1"/>
              <p:nvPr/>
            </p:nvSpPr>
            <p:spPr>
              <a:xfrm>
                <a:off x="699943" y="1750473"/>
                <a:ext cx="1224181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1,5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C281C6-F456-C602-77F0-7A199ECAD8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943" y="1750473"/>
                <a:ext cx="1224181" cy="257186"/>
              </a:xfrm>
              <a:prstGeom prst="rect">
                <a:avLst/>
              </a:prstGeom>
              <a:blipFill>
                <a:blip r:embed="rId3"/>
                <a:stretch>
                  <a:fillRect l="-2062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46D389-427D-5A1C-D138-D8EDB1555966}"/>
                  </a:ext>
                </a:extLst>
              </p:cNvPr>
              <p:cNvSpPr txBox="1"/>
              <p:nvPr/>
            </p:nvSpPr>
            <p:spPr>
              <a:xfrm>
                <a:off x="702135" y="2054013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46D389-427D-5A1C-D138-D8EDB15559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135" y="2054013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637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8D2A8BB-AFBC-3565-1F69-7DAA49D3B9D2}"/>
                  </a:ext>
                </a:extLst>
              </p:cNvPr>
              <p:cNvSpPr txBox="1"/>
              <p:nvPr/>
            </p:nvSpPr>
            <p:spPr>
              <a:xfrm>
                <a:off x="3724469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8D2A8BB-AFBC-3565-1F69-7DAA49D3B9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4469" y="2423346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6D1F3F0-7216-A217-7FCF-61E295E67120}"/>
                  </a:ext>
                </a:extLst>
              </p:cNvPr>
              <p:cNvSpPr txBox="1"/>
              <p:nvPr/>
            </p:nvSpPr>
            <p:spPr>
              <a:xfrm>
                <a:off x="4498389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6D1F3F0-7216-A217-7FCF-61E295E671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8389" y="2423346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F9E8190-16D0-9820-93CD-E61E2701E760}"/>
                  </a:ext>
                </a:extLst>
              </p:cNvPr>
              <p:cNvSpPr txBox="1"/>
              <p:nvPr/>
            </p:nvSpPr>
            <p:spPr>
              <a:xfrm>
                <a:off x="5259745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F9E8190-16D0-9820-93CD-E61E2701E7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9745" y="2423346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44B0BF5-81C7-C04B-499A-7E10E8C26432}"/>
                  </a:ext>
                </a:extLst>
              </p:cNvPr>
              <p:cNvSpPr txBox="1"/>
              <p:nvPr/>
            </p:nvSpPr>
            <p:spPr>
              <a:xfrm>
                <a:off x="6043033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44B0BF5-81C7-C04B-499A-7E10E8C26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3033" y="2423346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A9A371-A50A-6656-32F1-1F4BA8E2CC62}"/>
                  </a:ext>
                </a:extLst>
              </p:cNvPr>
              <p:cNvSpPr txBox="1"/>
              <p:nvPr/>
            </p:nvSpPr>
            <p:spPr>
              <a:xfrm>
                <a:off x="6673587" y="242334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A9A371-A50A-6656-32F1-1F4BA8E2C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3587" y="2423346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9482314-CDC9-C196-690A-36D53F1FB842}"/>
                  </a:ext>
                </a:extLst>
              </p:cNvPr>
              <p:cNvSpPr txBox="1"/>
              <p:nvPr/>
            </p:nvSpPr>
            <p:spPr>
              <a:xfrm>
                <a:off x="7578674" y="242334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9482314-CDC9-C196-690A-36D53F1FB8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8674" y="2423346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000" r="-10000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8024C82C-9508-63F8-B315-3FAE330F9FAC}"/>
              </a:ext>
            </a:extLst>
          </p:cNvPr>
          <p:cNvCxnSpPr>
            <a:cxnSpLocks/>
          </p:cNvCxnSpPr>
          <p:nvPr/>
        </p:nvCxnSpPr>
        <p:spPr>
          <a:xfrm>
            <a:off x="2045999" y="84998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42B30DD-AF99-6460-C910-E03C311732F6}"/>
                  </a:ext>
                </a:extLst>
              </p:cNvPr>
              <p:cNvSpPr txBox="1"/>
              <p:nvPr/>
            </p:nvSpPr>
            <p:spPr>
              <a:xfrm>
                <a:off x="2962223" y="2423346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42B30DD-AF99-6460-C910-E03C31173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2223" y="2423346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9412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7B545F66-9894-5660-2188-16D6451E3AFE}"/>
              </a:ext>
            </a:extLst>
          </p:cNvPr>
          <p:cNvCxnSpPr>
            <a:cxnSpLocks/>
          </p:cNvCxnSpPr>
          <p:nvPr/>
        </p:nvCxnSpPr>
        <p:spPr>
          <a:xfrm flipH="1" flipV="1">
            <a:off x="3046896" y="145454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991162E1-5D7F-2B2B-1CA4-257F667111FB}"/>
              </a:ext>
            </a:extLst>
          </p:cNvPr>
          <p:cNvCxnSpPr>
            <a:cxnSpLocks/>
          </p:cNvCxnSpPr>
          <p:nvPr/>
        </p:nvCxnSpPr>
        <p:spPr>
          <a:xfrm flipV="1">
            <a:off x="3047080" y="2026821"/>
            <a:ext cx="0" cy="308495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855FF6E1-2187-3717-17A8-4503F0EB0A2D}"/>
              </a:ext>
            </a:extLst>
          </p:cNvPr>
          <p:cNvGrpSpPr/>
          <p:nvPr/>
        </p:nvGrpSpPr>
        <p:grpSpPr>
          <a:xfrm>
            <a:off x="4567846" y="1440264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F1F46139-8905-431D-2AE4-52597DDB9E6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1FA8E03D-1AFA-4D8A-214F-ABD49FA7812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A82FE98-6FFE-36C7-7471-EFA841CF94BC}"/>
              </a:ext>
            </a:extLst>
          </p:cNvPr>
          <p:cNvCxnSpPr>
            <a:cxnSpLocks/>
          </p:cNvCxnSpPr>
          <p:nvPr/>
        </p:nvCxnSpPr>
        <p:spPr>
          <a:xfrm>
            <a:off x="8459677" y="84998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D539DFAF-CC50-85D2-E29F-27E5D2C7CB67}"/>
              </a:ext>
            </a:extLst>
          </p:cNvPr>
          <p:cNvCxnSpPr/>
          <p:nvPr/>
        </p:nvCxnSpPr>
        <p:spPr>
          <a:xfrm>
            <a:off x="9231527" y="84998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20C54825-ED91-0B14-091F-BCDB62FBC4BD}"/>
              </a:ext>
            </a:extLst>
          </p:cNvPr>
          <p:cNvCxnSpPr>
            <a:cxnSpLocks/>
          </p:cNvCxnSpPr>
          <p:nvPr/>
        </p:nvCxnSpPr>
        <p:spPr>
          <a:xfrm flipV="1">
            <a:off x="8462557" y="233666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E9D8EF5-C62A-9A23-66AD-2DA5C562771D}"/>
              </a:ext>
            </a:extLst>
          </p:cNvPr>
          <p:cNvCxnSpPr>
            <a:cxnSpLocks/>
          </p:cNvCxnSpPr>
          <p:nvPr/>
        </p:nvCxnSpPr>
        <p:spPr>
          <a:xfrm flipV="1">
            <a:off x="9233667" y="233666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A4711FF9-5F8A-6EC4-5444-2D293DF01B04}"/>
                  </a:ext>
                </a:extLst>
              </p:cNvPr>
              <p:cNvSpPr txBox="1"/>
              <p:nvPr/>
            </p:nvSpPr>
            <p:spPr>
              <a:xfrm>
                <a:off x="8359270" y="2424692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A4711FF9-5F8A-6EC4-5444-2D293DF01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9270" y="2424692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5A67BA4-E950-EBD5-2CBC-285B14FD519C}"/>
                  </a:ext>
                </a:extLst>
              </p:cNvPr>
              <p:cNvSpPr txBox="1"/>
              <p:nvPr/>
            </p:nvSpPr>
            <p:spPr>
              <a:xfrm>
                <a:off x="9122246" y="2424692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5A67BA4-E950-EBD5-2CBC-285B14FD51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246" y="2424692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11E17828-42E3-7139-6F9F-5AD6C614F0FD}"/>
              </a:ext>
            </a:extLst>
          </p:cNvPr>
          <p:cNvCxnSpPr>
            <a:cxnSpLocks/>
          </p:cNvCxnSpPr>
          <p:nvPr/>
        </p:nvCxnSpPr>
        <p:spPr>
          <a:xfrm>
            <a:off x="3056134" y="2330560"/>
            <a:ext cx="8512411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D25796F5-1A4F-8BE3-0804-F7EC50DB0BDB}"/>
              </a:ext>
            </a:extLst>
          </p:cNvPr>
          <p:cNvCxnSpPr/>
          <p:nvPr/>
        </p:nvCxnSpPr>
        <p:spPr>
          <a:xfrm>
            <a:off x="9841453" y="859315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BB77B2-990D-8CC4-4769-7C93B8887E78}"/>
              </a:ext>
            </a:extLst>
          </p:cNvPr>
          <p:cNvSpPr txBox="1"/>
          <p:nvPr/>
        </p:nvSpPr>
        <p:spPr>
          <a:xfrm>
            <a:off x="2312205" y="494286"/>
            <a:ext cx="296921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No optimizations   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EA29733-3E07-507C-A533-D05308A653A9}"/>
              </a:ext>
            </a:extLst>
          </p:cNvPr>
          <p:cNvCxnSpPr>
            <a:cxnSpLocks/>
          </p:cNvCxnSpPr>
          <p:nvPr/>
        </p:nvCxnSpPr>
        <p:spPr>
          <a:xfrm>
            <a:off x="256448" y="5455339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CBBE4B0-8B22-70DE-C9E2-7DD2FE0AA054}"/>
              </a:ext>
            </a:extLst>
          </p:cNvPr>
          <p:cNvCxnSpPr>
            <a:cxnSpLocks/>
          </p:cNvCxnSpPr>
          <p:nvPr/>
        </p:nvCxnSpPr>
        <p:spPr>
          <a:xfrm>
            <a:off x="3083064" y="39779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62A7E07-CF66-1666-C84B-F6EFAF771513}"/>
                  </a:ext>
                </a:extLst>
              </p:cNvPr>
              <p:cNvSpPr txBox="1"/>
              <p:nvPr/>
            </p:nvSpPr>
            <p:spPr>
              <a:xfrm>
                <a:off x="9526946" y="54411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62A7E07-CF66-1666-C84B-F6EFAF7715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6946" y="5441134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 l="-31579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01D3DF3-9A8F-ED0F-0688-9A736EBAD31E}"/>
              </a:ext>
            </a:extLst>
          </p:cNvPr>
          <p:cNvCxnSpPr>
            <a:cxnSpLocks/>
          </p:cNvCxnSpPr>
          <p:nvPr/>
        </p:nvCxnSpPr>
        <p:spPr>
          <a:xfrm>
            <a:off x="2082449" y="576125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D713B53-914C-0107-8AFB-AF7E9103DF48}"/>
              </a:ext>
            </a:extLst>
          </p:cNvPr>
          <p:cNvCxnSpPr>
            <a:cxnSpLocks/>
          </p:cNvCxnSpPr>
          <p:nvPr/>
        </p:nvCxnSpPr>
        <p:spPr>
          <a:xfrm>
            <a:off x="2103103" y="427457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DEFD216-8A1F-E96A-F464-363757C103F7}"/>
              </a:ext>
            </a:extLst>
          </p:cNvPr>
          <p:cNvCxnSpPr>
            <a:cxnSpLocks/>
          </p:cNvCxnSpPr>
          <p:nvPr/>
        </p:nvCxnSpPr>
        <p:spPr>
          <a:xfrm>
            <a:off x="242593" y="4570069"/>
            <a:ext cx="996051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78DE68A-FA14-2907-2915-6A7D8E20C50B}"/>
              </a:ext>
            </a:extLst>
          </p:cNvPr>
          <p:cNvCxnSpPr>
            <a:cxnSpLocks/>
          </p:cNvCxnSpPr>
          <p:nvPr/>
        </p:nvCxnSpPr>
        <p:spPr>
          <a:xfrm>
            <a:off x="228739" y="4863143"/>
            <a:ext cx="997604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00C2EDC-8C97-ECAA-952C-DBF316B76490}"/>
              </a:ext>
            </a:extLst>
          </p:cNvPr>
          <p:cNvCxnSpPr>
            <a:cxnSpLocks/>
          </p:cNvCxnSpPr>
          <p:nvPr/>
        </p:nvCxnSpPr>
        <p:spPr>
          <a:xfrm>
            <a:off x="270302" y="5166267"/>
            <a:ext cx="9936156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05D390B-3575-B7FE-96D7-C663FBA8A12B}"/>
              </a:ext>
            </a:extLst>
          </p:cNvPr>
          <p:cNvCxnSpPr>
            <a:cxnSpLocks/>
          </p:cNvCxnSpPr>
          <p:nvPr/>
        </p:nvCxnSpPr>
        <p:spPr>
          <a:xfrm>
            <a:off x="2440966" y="3984094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70A1D1B-6E11-A3B1-56ED-77FB7D602A49}"/>
              </a:ext>
            </a:extLst>
          </p:cNvPr>
          <p:cNvCxnSpPr>
            <a:cxnSpLocks/>
          </p:cNvCxnSpPr>
          <p:nvPr/>
        </p:nvCxnSpPr>
        <p:spPr>
          <a:xfrm>
            <a:off x="3863347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23FEC61-33CD-644C-86AC-FAAF0FE81777}"/>
              </a:ext>
            </a:extLst>
          </p:cNvPr>
          <p:cNvCxnSpPr>
            <a:cxnSpLocks/>
          </p:cNvCxnSpPr>
          <p:nvPr/>
        </p:nvCxnSpPr>
        <p:spPr>
          <a:xfrm flipH="1">
            <a:off x="4632324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277A9AF-DDE1-D7B6-86A3-AEDCF7126658}"/>
              </a:ext>
            </a:extLst>
          </p:cNvPr>
          <p:cNvCxnSpPr>
            <a:cxnSpLocks/>
          </p:cNvCxnSpPr>
          <p:nvPr/>
        </p:nvCxnSpPr>
        <p:spPr>
          <a:xfrm>
            <a:off x="5417324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CBE5B13-FB26-4F05-96C6-83A0B1CF4E6C}"/>
              </a:ext>
            </a:extLst>
          </p:cNvPr>
          <p:cNvCxnSpPr>
            <a:cxnSpLocks/>
          </p:cNvCxnSpPr>
          <p:nvPr/>
        </p:nvCxnSpPr>
        <p:spPr>
          <a:xfrm flipH="1">
            <a:off x="6170088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9318DF5-59EE-EFC7-0117-36B9361A74FA}"/>
              </a:ext>
            </a:extLst>
          </p:cNvPr>
          <p:cNvCxnSpPr>
            <a:cxnSpLocks/>
          </p:cNvCxnSpPr>
          <p:nvPr/>
        </p:nvCxnSpPr>
        <p:spPr>
          <a:xfrm>
            <a:off x="6950750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2951BB5-3E40-A51B-9758-5736F8180007}"/>
              </a:ext>
            </a:extLst>
          </p:cNvPr>
          <p:cNvCxnSpPr/>
          <p:nvPr/>
        </p:nvCxnSpPr>
        <p:spPr>
          <a:xfrm>
            <a:off x="7722600" y="398409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1E7C025-5317-ED66-9340-9EB5E7FFB26B}"/>
              </a:ext>
            </a:extLst>
          </p:cNvPr>
          <p:cNvCxnSpPr/>
          <p:nvPr/>
        </p:nvCxnSpPr>
        <p:spPr>
          <a:xfrm flipV="1">
            <a:off x="3864803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FFE258D-FD5F-AD42-3E88-C0733CFF4011}"/>
              </a:ext>
            </a:extLst>
          </p:cNvPr>
          <p:cNvCxnSpPr>
            <a:cxnSpLocks/>
          </p:cNvCxnSpPr>
          <p:nvPr/>
        </p:nvCxnSpPr>
        <p:spPr>
          <a:xfrm flipV="1">
            <a:off x="5412865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9816927-87AA-DD20-F153-821DAA32BFCB}"/>
              </a:ext>
            </a:extLst>
          </p:cNvPr>
          <p:cNvCxnSpPr>
            <a:cxnSpLocks/>
          </p:cNvCxnSpPr>
          <p:nvPr/>
        </p:nvCxnSpPr>
        <p:spPr>
          <a:xfrm flipV="1">
            <a:off x="4638334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FE00C07-1621-CADA-F947-0375B623CA24}"/>
              </a:ext>
            </a:extLst>
          </p:cNvPr>
          <p:cNvCxnSpPr>
            <a:cxnSpLocks/>
          </p:cNvCxnSpPr>
          <p:nvPr/>
        </p:nvCxnSpPr>
        <p:spPr>
          <a:xfrm flipV="1">
            <a:off x="6184253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F9B118B-AEEE-937F-E2F1-7F283D925F39}"/>
              </a:ext>
            </a:extLst>
          </p:cNvPr>
          <p:cNvCxnSpPr>
            <a:cxnSpLocks/>
          </p:cNvCxnSpPr>
          <p:nvPr/>
        </p:nvCxnSpPr>
        <p:spPr>
          <a:xfrm flipV="1">
            <a:off x="6953760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FC5DC12-FE1D-926E-76C2-583E55AFCA47}"/>
              </a:ext>
            </a:extLst>
          </p:cNvPr>
          <p:cNvCxnSpPr>
            <a:cxnSpLocks/>
          </p:cNvCxnSpPr>
          <p:nvPr/>
        </p:nvCxnSpPr>
        <p:spPr>
          <a:xfrm flipV="1">
            <a:off x="7724870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0CB9DDD-7439-6F13-507E-A243F122BE3B}"/>
                  </a:ext>
                </a:extLst>
              </p:cNvPr>
              <p:cNvSpPr txBox="1"/>
              <p:nvPr/>
            </p:nvSpPr>
            <p:spPr>
              <a:xfrm>
                <a:off x="186404" y="4577376"/>
                <a:ext cx="176118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20,100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0CB9DDD-7439-6F13-507E-A243F122BE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04" y="4577376"/>
                <a:ext cx="1761188" cy="257186"/>
              </a:xfrm>
              <a:prstGeom prst="rect">
                <a:avLst/>
              </a:prstGeom>
              <a:blipFill>
                <a:blip r:embed="rId15"/>
                <a:stretch>
                  <a:fillRect l="-71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432BDB4-DCB5-6242-0C26-EA52A3542D7F}"/>
                  </a:ext>
                </a:extLst>
              </p:cNvPr>
              <p:cNvSpPr txBox="1"/>
              <p:nvPr/>
            </p:nvSpPr>
            <p:spPr>
              <a:xfrm>
                <a:off x="182731" y="4875252"/>
                <a:ext cx="1224181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1,5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432BDB4-DCB5-6242-0C26-EA52A3542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31" y="4875252"/>
                <a:ext cx="1224181" cy="257186"/>
              </a:xfrm>
              <a:prstGeom prst="rect">
                <a:avLst/>
              </a:prstGeom>
              <a:blipFill>
                <a:blip r:embed="rId16"/>
                <a:stretch>
                  <a:fillRect l="-2062" b="-190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862544D-A8B9-3796-D689-C214B3DB8F89}"/>
                  </a:ext>
                </a:extLst>
              </p:cNvPr>
              <p:cNvSpPr txBox="1"/>
              <p:nvPr/>
            </p:nvSpPr>
            <p:spPr>
              <a:xfrm>
                <a:off x="184923" y="5178792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862544D-A8B9-3796-D689-C214B3DB8F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23" y="5178792"/>
                <a:ext cx="1982402" cy="258789"/>
              </a:xfrm>
              <a:prstGeom prst="rect">
                <a:avLst/>
              </a:prstGeom>
              <a:blipFill>
                <a:blip r:embed="rId17"/>
                <a:stretch>
                  <a:fillRect l="-637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73AEF42-7D0B-D749-E8E8-BF77DBEFB977}"/>
                  </a:ext>
                </a:extLst>
              </p:cNvPr>
              <p:cNvSpPr txBox="1"/>
              <p:nvPr/>
            </p:nvSpPr>
            <p:spPr>
              <a:xfrm>
                <a:off x="3759244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73AEF42-7D0B-D749-E8E8-BF77DBEFB9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9244" y="5548125"/>
                <a:ext cx="200375" cy="307777"/>
              </a:xfrm>
              <a:prstGeom prst="rect">
                <a:avLst/>
              </a:prstGeom>
              <a:blipFill>
                <a:blip r:embed="rId18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3BACFED-28AA-2EBA-AB88-CA334130230A}"/>
                  </a:ext>
                </a:extLst>
              </p:cNvPr>
              <p:cNvSpPr txBox="1"/>
              <p:nvPr/>
            </p:nvSpPr>
            <p:spPr>
              <a:xfrm>
                <a:off x="4533164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3BACFED-28AA-2EBA-AB88-CA33413023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3164" y="5548125"/>
                <a:ext cx="200375" cy="307777"/>
              </a:xfrm>
              <a:prstGeom prst="rect">
                <a:avLst/>
              </a:prstGeom>
              <a:blipFill>
                <a:blip r:embed="rId1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E72EFDF-05EE-CB3C-B16C-605B7B64AA4B}"/>
                  </a:ext>
                </a:extLst>
              </p:cNvPr>
              <p:cNvSpPr txBox="1"/>
              <p:nvPr/>
            </p:nvSpPr>
            <p:spPr>
              <a:xfrm>
                <a:off x="5294520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E72EFDF-05EE-CB3C-B16C-605B7B64AA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4520" y="5548125"/>
                <a:ext cx="200375" cy="307777"/>
              </a:xfrm>
              <a:prstGeom prst="rect">
                <a:avLst/>
              </a:prstGeom>
              <a:blipFill>
                <a:blip r:embed="rId20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1BF3677-5D39-1D3B-4DC4-6A70CD57B52D}"/>
                  </a:ext>
                </a:extLst>
              </p:cNvPr>
              <p:cNvSpPr txBox="1"/>
              <p:nvPr/>
            </p:nvSpPr>
            <p:spPr>
              <a:xfrm>
                <a:off x="6077808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1BF3677-5D39-1D3B-4DC4-6A70CD57B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808" y="5548125"/>
                <a:ext cx="200375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8A99D7F-7804-C0B7-2544-111000043D74}"/>
                  </a:ext>
                </a:extLst>
              </p:cNvPr>
              <p:cNvSpPr txBox="1"/>
              <p:nvPr/>
            </p:nvSpPr>
            <p:spPr>
              <a:xfrm>
                <a:off x="6833057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8A99D7F-7804-C0B7-2544-111000043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3057" y="5548125"/>
                <a:ext cx="200375" cy="307777"/>
              </a:xfrm>
              <a:prstGeom prst="rect">
                <a:avLst/>
              </a:prstGeom>
              <a:blipFill>
                <a:blip r:embed="rId22"/>
                <a:stretch>
                  <a:fillRect l="-31250" r="-31250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B8CA1AA-8FA3-13AD-E5C7-7EA3FBF67408}"/>
                  </a:ext>
                </a:extLst>
              </p:cNvPr>
              <p:cNvSpPr txBox="1"/>
              <p:nvPr/>
            </p:nvSpPr>
            <p:spPr>
              <a:xfrm>
                <a:off x="7613449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B8CA1AA-8FA3-13AD-E5C7-7EA3FBF67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449" y="5548125"/>
                <a:ext cx="200375" cy="307777"/>
              </a:xfrm>
              <a:prstGeom prst="rect">
                <a:avLst/>
              </a:prstGeom>
              <a:blipFill>
                <a:blip r:embed="rId23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6191E3AD-45B7-2A07-B2EA-7AA7AFF5231C}"/>
              </a:ext>
            </a:extLst>
          </p:cNvPr>
          <p:cNvCxnSpPr>
            <a:cxnSpLocks/>
          </p:cNvCxnSpPr>
          <p:nvPr/>
        </p:nvCxnSpPr>
        <p:spPr>
          <a:xfrm>
            <a:off x="2080774" y="397476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2442110-06D8-E6A3-60D7-D22BD1062B0A}"/>
                  </a:ext>
                </a:extLst>
              </p:cNvPr>
              <p:cNvSpPr txBox="1"/>
              <p:nvPr/>
            </p:nvSpPr>
            <p:spPr>
              <a:xfrm>
                <a:off x="2996998" y="5548125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2442110-06D8-E6A3-60D7-D22BD1062B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6998" y="5548125"/>
                <a:ext cx="200376" cy="307777"/>
              </a:xfrm>
              <a:prstGeom prst="rect">
                <a:avLst/>
              </a:prstGeom>
              <a:blipFill>
                <a:blip r:embed="rId24"/>
                <a:stretch>
                  <a:fillRect l="-29412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ectangle 68">
            <a:extLst>
              <a:ext uri="{FF2B5EF4-FFF2-40B4-BE49-F238E27FC236}">
                <a16:creationId xmlns:a16="http://schemas.microsoft.com/office/drawing/2014/main" id="{184A314D-01CA-8CEA-0068-03F7813D4883}"/>
              </a:ext>
            </a:extLst>
          </p:cNvPr>
          <p:cNvSpPr/>
          <p:nvPr/>
        </p:nvSpPr>
        <p:spPr>
          <a:xfrm flipH="1">
            <a:off x="3096154" y="4575807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EF8CE7A-A814-32A8-4AF1-66443F03CDBB}"/>
              </a:ext>
            </a:extLst>
          </p:cNvPr>
          <p:cNvCxnSpPr>
            <a:cxnSpLocks/>
          </p:cNvCxnSpPr>
          <p:nvPr/>
        </p:nvCxnSpPr>
        <p:spPr>
          <a:xfrm flipH="1" flipV="1">
            <a:off x="3087146" y="457932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06CBD5A5-82F1-981F-FC18-3284C7E56759}"/>
              </a:ext>
            </a:extLst>
          </p:cNvPr>
          <p:cNvCxnSpPr>
            <a:cxnSpLocks/>
          </p:cNvCxnSpPr>
          <p:nvPr/>
        </p:nvCxnSpPr>
        <p:spPr>
          <a:xfrm>
            <a:off x="3866812" y="456629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12AC9C4-E056-BCE6-CCA6-C72BAA141AA6}"/>
              </a:ext>
            </a:extLst>
          </p:cNvPr>
          <p:cNvCxnSpPr>
            <a:cxnSpLocks/>
          </p:cNvCxnSpPr>
          <p:nvPr/>
        </p:nvCxnSpPr>
        <p:spPr>
          <a:xfrm>
            <a:off x="3085141" y="457496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7EC73978-D0FE-747E-8933-7C8F8D81E3FF}"/>
              </a:ext>
            </a:extLst>
          </p:cNvPr>
          <p:cNvSpPr/>
          <p:nvPr/>
        </p:nvSpPr>
        <p:spPr>
          <a:xfrm flipH="1">
            <a:off x="3844445" y="4866202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C7B2998-FDD6-ADFA-4E78-19599BBA423D}"/>
              </a:ext>
            </a:extLst>
          </p:cNvPr>
          <p:cNvCxnSpPr>
            <a:cxnSpLocks/>
          </p:cNvCxnSpPr>
          <p:nvPr/>
        </p:nvCxnSpPr>
        <p:spPr>
          <a:xfrm flipV="1">
            <a:off x="3862861" y="487101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E953D81-6F30-FE06-FA55-71520A548837}"/>
              </a:ext>
            </a:extLst>
          </p:cNvPr>
          <p:cNvCxnSpPr>
            <a:cxnSpLocks/>
          </p:cNvCxnSpPr>
          <p:nvPr/>
        </p:nvCxnSpPr>
        <p:spPr>
          <a:xfrm>
            <a:off x="5412864" y="486486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6DBD4AAE-BE76-1F63-B956-E3C56DD24E79}"/>
              </a:ext>
            </a:extLst>
          </p:cNvPr>
          <p:cNvSpPr/>
          <p:nvPr/>
        </p:nvSpPr>
        <p:spPr>
          <a:xfrm flipH="1">
            <a:off x="3090908" y="5156193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AE1BD9E-ED2C-2962-5844-FF1B7DEAE99F}"/>
              </a:ext>
            </a:extLst>
          </p:cNvPr>
          <p:cNvCxnSpPr>
            <a:cxnSpLocks/>
          </p:cNvCxnSpPr>
          <p:nvPr/>
        </p:nvCxnSpPr>
        <p:spPr>
          <a:xfrm flipV="1">
            <a:off x="3087330" y="5151600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795B806-9C89-6555-16EC-AC8207B073AE}"/>
              </a:ext>
            </a:extLst>
          </p:cNvPr>
          <p:cNvCxnSpPr>
            <a:cxnSpLocks/>
          </p:cNvCxnSpPr>
          <p:nvPr/>
        </p:nvCxnSpPr>
        <p:spPr>
          <a:xfrm>
            <a:off x="5412928" y="5158386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F565700-F6BF-B9CF-9E1A-895C9CA29C2F}"/>
              </a:ext>
            </a:extLst>
          </p:cNvPr>
          <p:cNvCxnSpPr>
            <a:cxnSpLocks/>
          </p:cNvCxnSpPr>
          <p:nvPr/>
        </p:nvCxnSpPr>
        <p:spPr>
          <a:xfrm>
            <a:off x="3087143" y="5158386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3C565FB7-8594-54EA-1886-75663C91EA3D}"/>
              </a:ext>
            </a:extLst>
          </p:cNvPr>
          <p:cNvSpPr/>
          <p:nvPr/>
        </p:nvSpPr>
        <p:spPr>
          <a:xfrm flipH="1">
            <a:off x="5423976" y="4574560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56B47107-EC1D-6C6C-C6CF-D533B656AE1F}"/>
              </a:ext>
            </a:extLst>
          </p:cNvPr>
          <p:cNvCxnSpPr>
            <a:cxnSpLocks/>
          </p:cNvCxnSpPr>
          <p:nvPr/>
        </p:nvCxnSpPr>
        <p:spPr>
          <a:xfrm flipH="1" flipV="1">
            <a:off x="5414968" y="4578076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B9E608CF-407B-CA41-C8B2-98038C5D2B35}"/>
              </a:ext>
            </a:extLst>
          </p:cNvPr>
          <p:cNvCxnSpPr>
            <a:cxnSpLocks/>
          </p:cNvCxnSpPr>
          <p:nvPr/>
        </p:nvCxnSpPr>
        <p:spPr>
          <a:xfrm>
            <a:off x="6181572" y="456504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17498F4F-F6E4-A442-0FD7-D3B0D1F3AF51}"/>
              </a:ext>
            </a:extLst>
          </p:cNvPr>
          <p:cNvCxnSpPr>
            <a:cxnSpLocks/>
          </p:cNvCxnSpPr>
          <p:nvPr/>
        </p:nvCxnSpPr>
        <p:spPr>
          <a:xfrm>
            <a:off x="5412963" y="4573719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C535D8EF-F4E1-2646-8A91-C0A4C38FB1F6}"/>
              </a:ext>
            </a:extLst>
          </p:cNvPr>
          <p:cNvCxnSpPr>
            <a:cxnSpLocks/>
          </p:cNvCxnSpPr>
          <p:nvPr/>
        </p:nvCxnSpPr>
        <p:spPr>
          <a:xfrm>
            <a:off x="3085141" y="4862378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8" name="Group 87">
            <a:extLst>
              <a:ext uri="{FF2B5EF4-FFF2-40B4-BE49-F238E27FC236}">
                <a16:creationId xmlns:a16="http://schemas.microsoft.com/office/drawing/2014/main" id="{2F0E1158-A695-5E5D-D630-89C4F0945B83}"/>
              </a:ext>
            </a:extLst>
          </p:cNvPr>
          <p:cNvGrpSpPr/>
          <p:nvPr/>
        </p:nvGrpSpPr>
        <p:grpSpPr>
          <a:xfrm>
            <a:off x="4602621" y="4565043"/>
            <a:ext cx="45719" cy="296189"/>
            <a:chOff x="3509152" y="253612"/>
            <a:chExt cx="45719" cy="296189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4CDAB6C-F71A-EFC0-C834-78FB3346365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56D7E793-0F5E-F97F-2DF4-D96872E2434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877D363A-1699-0251-E4EB-BA3E3BB87F31}"/>
              </a:ext>
            </a:extLst>
          </p:cNvPr>
          <p:cNvSpPr/>
          <p:nvPr/>
        </p:nvSpPr>
        <p:spPr>
          <a:xfrm flipH="1">
            <a:off x="6952783" y="4568854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E51BF81-FD43-D8F5-726D-022D827B7D19}"/>
              </a:ext>
            </a:extLst>
          </p:cNvPr>
          <p:cNvCxnSpPr>
            <a:cxnSpLocks/>
          </p:cNvCxnSpPr>
          <p:nvPr/>
        </p:nvCxnSpPr>
        <p:spPr>
          <a:xfrm>
            <a:off x="7722721" y="4565285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1E49B03-7FD7-AE3A-7902-F3A8BC03A107}"/>
              </a:ext>
            </a:extLst>
          </p:cNvPr>
          <p:cNvCxnSpPr>
            <a:cxnSpLocks/>
          </p:cNvCxnSpPr>
          <p:nvPr/>
        </p:nvCxnSpPr>
        <p:spPr>
          <a:xfrm>
            <a:off x="6953760" y="4569850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2B7EDBFA-E6A9-B910-CFDE-1F8927240E49}"/>
              </a:ext>
            </a:extLst>
          </p:cNvPr>
          <p:cNvCxnSpPr>
            <a:cxnSpLocks/>
          </p:cNvCxnSpPr>
          <p:nvPr/>
        </p:nvCxnSpPr>
        <p:spPr>
          <a:xfrm>
            <a:off x="8494452" y="3974762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E3F235C6-8059-D973-8D49-454A7F6BE4EB}"/>
              </a:ext>
            </a:extLst>
          </p:cNvPr>
          <p:cNvCxnSpPr/>
          <p:nvPr/>
        </p:nvCxnSpPr>
        <p:spPr>
          <a:xfrm>
            <a:off x="9266302" y="397476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380CB85-32D1-5123-8BDD-2831184F094E}"/>
              </a:ext>
            </a:extLst>
          </p:cNvPr>
          <p:cNvCxnSpPr>
            <a:cxnSpLocks/>
          </p:cNvCxnSpPr>
          <p:nvPr/>
        </p:nvCxnSpPr>
        <p:spPr>
          <a:xfrm flipV="1">
            <a:off x="8497332" y="54614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584FC6B1-ABBB-94B4-BC1C-A6310E13F1FD}"/>
              </a:ext>
            </a:extLst>
          </p:cNvPr>
          <p:cNvCxnSpPr>
            <a:cxnSpLocks/>
          </p:cNvCxnSpPr>
          <p:nvPr/>
        </p:nvCxnSpPr>
        <p:spPr>
          <a:xfrm flipV="1">
            <a:off x="9268442" y="54614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2828DADA-899C-FB90-DA5C-44677EE4D29A}"/>
                  </a:ext>
                </a:extLst>
              </p:cNvPr>
              <p:cNvSpPr txBox="1"/>
              <p:nvPr/>
            </p:nvSpPr>
            <p:spPr>
              <a:xfrm>
                <a:off x="8394045" y="55494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2828DADA-899C-FB90-DA5C-44677EE4D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4045" y="5549471"/>
                <a:ext cx="200375" cy="307777"/>
              </a:xfrm>
              <a:prstGeom prst="rect">
                <a:avLst/>
              </a:prstGeom>
              <a:blipFill>
                <a:blip r:embed="rId25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D9281BD1-2413-B43D-4570-8D15EA5A8910}"/>
                  </a:ext>
                </a:extLst>
              </p:cNvPr>
              <p:cNvSpPr txBox="1"/>
              <p:nvPr/>
            </p:nvSpPr>
            <p:spPr>
              <a:xfrm>
                <a:off x="9157021" y="55494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D9281BD1-2413-B43D-4570-8D15EA5A8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7021" y="5549471"/>
                <a:ext cx="200375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835D9F9-E3D6-DF1D-9751-87FD9E5116F8}"/>
              </a:ext>
            </a:extLst>
          </p:cNvPr>
          <p:cNvGrpSpPr/>
          <p:nvPr/>
        </p:nvGrpSpPr>
        <p:grpSpPr>
          <a:xfrm>
            <a:off x="6144527" y="5162025"/>
            <a:ext cx="45719" cy="296189"/>
            <a:chOff x="3509152" y="253612"/>
            <a:chExt cx="45719" cy="296189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FC19E68D-A5D0-3819-0114-CA4BECE5324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5E1FF7DD-C8DB-28FD-3936-31C42061D9C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C42E5D53-F636-BF46-A438-A69E31FE80CB}"/>
              </a:ext>
            </a:extLst>
          </p:cNvPr>
          <p:cNvGrpSpPr/>
          <p:nvPr/>
        </p:nvGrpSpPr>
        <p:grpSpPr>
          <a:xfrm>
            <a:off x="6144491" y="4870175"/>
            <a:ext cx="45719" cy="296189"/>
            <a:chOff x="3509152" y="253612"/>
            <a:chExt cx="45719" cy="296189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0190EF6C-6DE8-7C70-4196-8187971CB9F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1576E4DB-B2E1-6AC3-5E98-9D27032C7342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6" name="Rectangle 125">
            <a:extLst>
              <a:ext uri="{FF2B5EF4-FFF2-40B4-BE49-F238E27FC236}">
                <a16:creationId xmlns:a16="http://schemas.microsoft.com/office/drawing/2014/main" id="{CEE0F5FA-D35C-4235-36BD-F894039BD7FA}"/>
              </a:ext>
            </a:extLst>
          </p:cNvPr>
          <p:cNvSpPr/>
          <p:nvPr/>
        </p:nvSpPr>
        <p:spPr>
          <a:xfrm flipH="1">
            <a:off x="6207403" y="4868944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45E966D5-EA3E-6C0E-F002-A4A6FDF54A20}"/>
              </a:ext>
            </a:extLst>
          </p:cNvPr>
          <p:cNvCxnSpPr>
            <a:cxnSpLocks/>
          </p:cNvCxnSpPr>
          <p:nvPr/>
        </p:nvCxnSpPr>
        <p:spPr>
          <a:xfrm flipV="1">
            <a:off x="6200390" y="4861232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E6A51F05-E086-9EAC-ED00-24F2AF79E2CD}"/>
              </a:ext>
            </a:extLst>
          </p:cNvPr>
          <p:cNvCxnSpPr>
            <a:cxnSpLocks/>
          </p:cNvCxnSpPr>
          <p:nvPr/>
        </p:nvCxnSpPr>
        <p:spPr>
          <a:xfrm>
            <a:off x="6198448" y="4862378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EF83B9D5-23DB-8359-174E-B227EE25A6AF}"/>
              </a:ext>
            </a:extLst>
          </p:cNvPr>
          <p:cNvCxnSpPr>
            <a:cxnSpLocks/>
          </p:cNvCxnSpPr>
          <p:nvPr/>
        </p:nvCxnSpPr>
        <p:spPr>
          <a:xfrm>
            <a:off x="7719766" y="486894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60F48D2-8CAB-DA4E-8E58-9CCBA276C9CE}"/>
              </a:ext>
            </a:extLst>
          </p:cNvPr>
          <p:cNvSpPr/>
          <p:nvPr/>
        </p:nvSpPr>
        <p:spPr>
          <a:xfrm flipH="1">
            <a:off x="8500119" y="4572076"/>
            <a:ext cx="7627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C3DC757B-C86D-4BC0-A748-0CA855DC913A}"/>
              </a:ext>
            </a:extLst>
          </p:cNvPr>
          <p:cNvCxnSpPr>
            <a:cxnSpLocks/>
          </p:cNvCxnSpPr>
          <p:nvPr/>
        </p:nvCxnSpPr>
        <p:spPr>
          <a:xfrm>
            <a:off x="9270057" y="456850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D25A64E0-EB3A-0A46-F494-976F3BC24000}"/>
              </a:ext>
            </a:extLst>
          </p:cNvPr>
          <p:cNvCxnSpPr>
            <a:cxnSpLocks/>
          </p:cNvCxnSpPr>
          <p:nvPr/>
        </p:nvCxnSpPr>
        <p:spPr>
          <a:xfrm>
            <a:off x="8501096" y="4573072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AD73EE9-DC69-846E-B6AB-989CF900A037}"/>
              </a:ext>
            </a:extLst>
          </p:cNvPr>
          <p:cNvCxnSpPr>
            <a:cxnSpLocks/>
          </p:cNvCxnSpPr>
          <p:nvPr/>
        </p:nvCxnSpPr>
        <p:spPr>
          <a:xfrm>
            <a:off x="8494452" y="486120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1424AA75-6CEF-ED37-0032-BA97EB3F85E0}"/>
              </a:ext>
            </a:extLst>
          </p:cNvPr>
          <p:cNvGrpSpPr/>
          <p:nvPr/>
        </p:nvGrpSpPr>
        <p:grpSpPr>
          <a:xfrm>
            <a:off x="6892035" y="4565721"/>
            <a:ext cx="45719" cy="296189"/>
            <a:chOff x="3509152" y="253612"/>
            <a:chExt cx="45719" cy="296189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DE6ED69B-7BAA-BFE6-F5C8-B47F1F0ECCA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B612991E-3C01-E510-DD2E-74C3DF8C9B9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C60B10D4-67C7-F13B-10EF-EF96BC092AB0}"/>
              </a:ext>
            </a:extLst>
          </p:cNvPr>
          <p:cNvCxnSpPr>
            <a:cxnSpLocks/>
          </p:cNvCxnSpPr>
          <p:nvPr/>
        </p:nvCxnSpPr>
        <p:spPr>
          <a:xfrm flipH="1" flipV="1">
            <a:off x="6947409" y="4573964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C7576311-E018-8321-2E65-AAC7E351C24A}"/>
              </a:ext>
            </a:extLst>
          </p:cNvPr>
          <p:cNvGrpSpPr/>
          <p:nvPr/>
        </p:nvGrpSpPr>
        <p:grpSpPr>
          <a:xfrm>
            <a:off x="8439290" y="4572679"/>
            <a:ext cx="45719" cy="296189"/>
            <a:chOff x="3509152" y="253612"/>
            <a:chExt cx="45719" cy="296189"/>
          </a:xfrm>
        </p:grpSpPr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91C36540-AEB4-D03F-4A29-9C7058CC16F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51E9A47F-5673-14F5-C4A1-E4AF873F5867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F45A0444-71C0-33E6-16AC-1DB89DF639B3}"/>
              </a:ext>
            </a:extLst>
          </p:cNvPr>
          <p:cNvCxnSpPr>
            <a:cxnSpLocks/>
          </p:cNvCxnSpPr>
          <p:nvPr/>
        </p:nvCxnSpPr>
        <p:spPr>
          <a:xfrm flipH="1" flipV="1">
            <a:off x="8494745" y="4577186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54A71E1E-FE89-B9CD-13EA-CF50D6A162D9}"/>
              </a:ext>
            </a:extLst>
          </p:cNvPr>
          <p:cNvGrpSpPr/>
          <p:nvPr/>
        </p:nvGrpSpPr>
        <p:grpSpPr>
          <a:xfrm>
            <a:off x="8439290" y="4872077"/>
            <a:ext cx="45719" cy="296189"/>
            <a:chOff x="3509152" y="253612"/>
            <a:chExt cx="45719" cy="296189"/>
          </a:xfrm>
        </p:grpSpPr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9A74AF29-5786-481A-5B0C-6EFC312C5B2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619AFF33-5B2B-571B-007E-3A827A0AF262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8" name="Rectangle 157">
            <a:extLst>
              <a:ext uri="{FF2B5EF4-FFF2-40B4-BE49-F238E27FC236}">
                <a16:creationId xmlns:a16="http://schemas.microsoft.com/office/drawing/2014/main" id="{A0EE2306-0DCE-E503-13BB-4A7F413471B7}"/>
              </a:ext>
            </a:extLst>
          </p:cNvPr>
          <p:cNvSpPr/>
          <p:nvPr/>
        </p:nvSpPr>
        <p:spPr>
          <a:xfrm flipH="1">
            <a:off x="6209647" y="5163461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1F8D4AF7-A42F-7AB9-E005-2B9F54BED620}"/>
              </a:ext>
            </a:extLst>
          </p:cNvPr>
          <p:cNvCxnSpPr>
            <a:cxnSpLocks/>
          </p:cNvCxnSpPr>
          <p:nvPr/>
        </p:nvCxnSpPr>
        <p:spPr>
          <a:xfrm flipV="1">
            <a:off x="6200203" y="5161010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B25689A5-7F96-CD90-B20D-B7E6028FDA91}"/>
              </a:ext>
            </a:extLst>
          </p:cNvPr>
          <p:cNvCxnSpPr>
            <a:cxnSpLocks/>
          </p:cNvCxnSpPr>
          <p:nvPr/>
        </p:nvCxnSpPr>
        <p:spPr>
          <a:xfrm flipV="1">
            <a:off x="3090909" y="5455339"/>
            <a:ext cx="6776403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A99F8398-0537-E1C0-AE64-9751E1890347}"/>
              </a:ext>
            </a:extLst>
          </p:cNvPr>
          <p:cNvSpPr/>
          <p:nvPr/>
        </p:nvSpPr>
        <p:spPr>
          <a:xfrm flipH="1">
            <a:off x="7732491" y="5159015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076CBF7C-0497-FB44-9777-3E26516E7214}"/>
              </a:ext>
            </a:extLst>
          </p:cNvPr>
          <p:cNvCxnSpPr>
            <a:cxnSpLocks/>
          </p:cNvCxnSpPr>
          <p:nvPr/>
        </p:nvCxnSpPr>
        <p:spPr>
          <a:xfrm>
            <a:off x="6192161" y="5155954"/>
            <a:ext cx="307414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FBE785B6-4FE8-32D6-41E6-0E384D1885F3}"/>
              </a:ext>
            </a:extLst>
          </p:cNvPr>
          <p:cNvSpPr/>
          <p:nvPr/>
        </p:nvSpPr>
        <p:spPr>
          <a:xfrm flipH="1">
            <a:off x="6958304" y="5164712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05DA1ECA-1288-6B62-51E9-CF223A01D83F}"/>
              </a:ext>
            </a:extLst>
          </p:cNvPr>
          <p:cNvGrpSpPr/>
          <p:nvPr/>
        </p:nvGrpSpPr>
        <p:grpSpPr>
          <a:xfrm>
            <a:off x="9737955" y="4783223"/>
            <a:ext cx="45719" cy="296189"/>
            <a:chOff x="3509152" y="253612"/>
            <a:chExt cx="45719" cy="296189"/>
          </a:xfrm>
        </p:grpSpPr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6C7505AC-DE03-BA62-271B-63212F7FCF8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364BCCD2-57A2-62B8-37B4-07DCFEAD62A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2F095FA7-3ABC-A212-A8DE-5EED27E4EC66}"/>
                  </a:ext>
                </a:extLst>
              </p:cNvPr>
              <p:cNvSpPr txBox="1"/>
              <p:nvPr/>
            </p:nvSpPr>
            <p:spPr>
              <a:xfrm>
                <a:off x="6991834" y="4577999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2F095FA7-3ABC-A212-A8DE-5EED27E4E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1834" y="4577999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27778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C32959B2-8D6A-6676-71B4-E656F09F2809}"/>
                  </a:ext>
                </a:extLst>
              </p:cNvPr>
              <p:cNvSpPr txBox="1"/>
              <p:nvPr/>
            </p:nvSpPr>
            <p:spPr>
              <a:xfrm>
                <a:off x="6253964" y="485997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C32959B2-8D6A-6676-71B4-E656F09F2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3964" y="4859979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7778" r="-11111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799C315D-5FA2-3443-F9E8-CBE7190A52EB}"/>
                  </a:ext>
                </a:extLst>
              </p:cNvPr>
              <p:cNvSpPr txBox="1"/>
              <p:nvPr/>
            </p:nvSpPr>
            <p:spPr>
              <a:xfrm>
                <a:off x="6244899" y="5167061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799C315D-5FA2-3443-F9E8-CBE7190A5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4899" y="5167061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6316" r="-5263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2EE341B9-DC53-B2CD-555B-23F2C100752D}"/>
              </a:ext>
            </a:extLst>
          </p:cNvPr>
          <p:cNvCxnSpPr/>
          <p:nvPr/>
        </p:nvCxnSpPr>
        <p:spPr>
          <a:xfrm>
            <a:off x="9876228" y="3984094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B7BD66DE-2AC4-CEBB-183D-8FDD30B557DC}"/>
              </a:ext>
            </a:extLst>
          </p:cNvPr>
          <p:cNvSpPr txBox="1"/>
          <p:nvPr/>
        </p:nvSpPr>
        <p:spPr>
          <a:xfrm>
            <a:off x="2346980" y="3619065"/>
            <a:ext cx="315355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B: With optimizations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77FE543E-8938-AA61-E814-73C2B4F6D98F}"/>
              </a:ext>
            </a:extLst>
          </p:cNvPr>
          <p:cNvCxnSpPr>
            <a:cxnSpLocks/>
          </p:cNvCxnSpPr>
          <p:nvPr/>
        </p:nvCxnSpPr>
        <p:spPr>
          <a:xfrm>
            <a:off x="9841986" y="8409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8115BBF0-F270-912E-FD9B-01ED0D2E5606}"/>
              </a:ext>
            </a:extLst>
          </p:cNvPr>
          <p:cNvCxnSpPr/>
          <p:nvPr/>
        </p:nvCxnSpPr>
        <p:spPr>
          <a:xfrm>
            <a:off x="10624988" y="8409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3BE43B13-C7A1-4CBA-AB59-5A8946EB9600}"/>
              </a:ext>
            </a:extLst>
          </p:cNvPr>
          <p:cNvCxnSpPr>
            <a:cxnSpLocks/>
          </p:cNvCxnSpPr>
          <p:nvPr/>
        </p:nvCxnSpPr>
        <p:spPr>
          <a:xfrm>
            <a:off x="11396840" y="83160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7C0534E-A551-3013-8A4D-33F845C276E6}"/>
                  </a:ext>
                </a:extLst>
              </p:cNvPr>
              <p:cNvSpPr txBox="1"/>
              <p:nvPr/>
            </p:nvSpPr>
            <p:spPr>
              <a:xfrm>
                <a:off x="11388139" y="2444919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7C0534E-A551-3013-8A4D-33F845C276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8139" y="2444919"/>
                <a:ext cx="231602" cy="430887"/>
              </a:xfrm>
              <a:prstGeom prst="rect">
                <a:avLst/>
              </a:prstGeom>
              <a:blipFill>
                <a:blip r:embed="rId30"/>
                <a:stretch>
                  <a:fillRect l="-26316" r="-2631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C3CC6B2-C8A7-9170-F885-E7714BC0D3CC}"/>
                  </a:ext>
                </a:extLst>
              </p:cNvPr>
              <p:cNvSpPr txBox="1"/>
              <p:nvPr/>
            </p:nvSpPr>
            <p:spPr>
              <a:xfrm>
                <a:off x="9774420" y="242512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C3CC6B2-C8A7-9170-F885-E7714BC0D3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4420" y="2425124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2821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057E6C19-FCD3-7ADA-195A-7DCAB396F82E}"/>
                  </a:ext>
                </a:extLst>
              </p:cNvPr>
              <p:cNvSpPr txBox="1"/>
              <p:nvPr/>
            </p:nvSpPr>
            <p:spPr>
              <a:xfrm>
                <a:off x="10371136" y="242512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057E6C19-FCD3-7ADA-195A-7DCAB396F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1136" y="2425124"/>
                <a:ext cx="485710" cy="307777"/>
              </a:xfrm>
              <a:prstGeom prst="rect">
                <a:avLst/>
              </a:prstGeom>
              <a:blipFill>
                <a:blip r:embed="rId32"/>
                <a:stretch>
                  <a:fillRect l="-10256" r="-12821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258F52FC-B7F5-1D71-8A5C-698884671F4A}"/>
              </a:ext>
            </a:extLst>
          </p:cNvPr>
          <p:cNvCxnSpPr>
            <a:cxnSpLocks/>
          </p:cNvCxnSpPr>
          <p:nvPr/>
        </p:nvCxnSpPr>
        <p:spPr>
          <a:xfrm flipH="1" flipV="1">
            <a:off x="3049118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341C7393-775D-9DC1-CE86-1BC0ABBF088C}"/>
              </a:ext>
            </a:extLst>
          </p:cNvPr>
          <p:cNvCxnSpPr>
            <a:cxnSpLocks/>
          </p:cNvCxnSpPr>
          <p:nvPr/>
        </p:nvCxnSpPr>
        <p:spPr>
          <a:xfrm flipH="1" flipV="1">
            <a:off x="6915396" y="144646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EF505F86-26B5-CF55-04C9-743508068CF7}"/>
              </a:ext>
            </a:extLst>
          </p:cNvPr>
          <p:cNvCxnSpPr>
            <a:cxnSpLocks/>
          </p:cNvCxnSpPr>
          <p:nvPr/>
        </p:nvCxnSpPr>
        <p:spPr>
          <a:xfrm flipH="1" flipV="1">
            <a:off x="10624455" y="14526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B1DF358C-9FD6-B3A3-D0C7-94A768FFFA57}"/>
              </a:ext>
            </a:extLst>
          </p:cNvPr>
          <p:cNvCxnSpPr>
            <a:cxnSpLocks/>
          </p:cNvCxnSpPr>
          <p:nvPr/>
        </p:nvCxnSpPr>
        <p:spPr>
          <a:xfrm flipH="1" flipV="1">
            <a:off x="3831407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758C2338-EB9C-47A3-7EA8-0FA48CBB0699}"/>
              </a:ext>
            </a:extLst>
          </p:cNvPr>
          <p:cNvCxnSpPr>
            <a:cxnSpLocks/>
          </p:cNvCxnSpPr>
          <p:nvPr/>
        </p:nvCxnSpPr>
        <p:spPr>
          <a:xfrm flipH="1" flipV="1">
            <a:off x="3309881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E3DF97B6-C467-045F-8D82-5604F24AA000}"/>
              </a:ext>
            </a:extLst>
          </p:cNvPr>
          <p:cNvCxnSpPr>
            <a:cxnSpLocks/>
          </p:cNvCxnSpPr>
          <p:nvPr/>
        </p:nvCxnSpPr>
        <p:spPr>
          <a:xfrm flipH="1" flipV="1">
            <a:off x="3570644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D22C176B-BEFF-2634-BFF4-42F80623FBFD}"/>
              </a:ext>
            </a:extLst>
          </p:cNvPr>
          <p:cNvCxnSpPr>
            <a:cxnSpLocks/>
          </p:cNvCxnSpPr>
          <p:nvPr/>
        </p:nvCxnSpPr>
        <p:spPr>
          <a:xfrm flipH="1" flipV="1">
            <a:off x="4596358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13556242-2008-E3A3-AA4A-D8CEFF50AFFC}"/>
              </a:ext>
            </a:extLst>
          </p:cNvPr>
          <p:cNvCxnSpPr>
            <a:cxnSpLocks/>
          </p:cNvCxnSpPr>
          <p:nvPr/>
        </p:nvCxnSpPr>
        <p:spPr>
          <a:xfrm flipH="1" flipV="1">
            <a:off x="4074832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53716952-B0E6-E46F-1027-7E70A896621C}"/>
              </a:ext>
            </a:extLst>
          </p:cNvPr>
          <p:cNvCxnSpPr>
            <a:cxnSpLocks/>
          </p:cNvCxnSpPr>
          <p:nvPr/>
        </p:nvCxnSpPr>
        <p:spPr>
          <a:xfrm flipH="1" flipV="1">
            <a:off x="4335595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02696865-12BB-86AA-D548-58FCE8E9E43B}"/>
              </a:ext>
            </a:extLst>
          </p:cNvPr>
          <p:cNvCxnSpPr>
            <a:cxnSpLocks/>
          </p:cNvCxnSpPr>
          <p:nvPr/>
        </p:nvCxnSpPr>
        <p:spPr>
          <a:xfrm flipH="1" flipV="1">
            <a:off x="5383181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E119F766-5255-7C42-E6DF-5549978A6BF6}"/>
              </a:ext>
            </a:extLst>
          </p:cNvPr>
          <p:cNvCxnSpPr>
            <a:cxnSpLocks/>
          </p:cNvCxnSpPr>
          <p:nvPr/>
        </p:nvCxnSpPr>
        <p:spPr>
          <a:xfrm flipH="1" flipV="1">
            <a:off x="4861655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968622F5-FC46-C411-716A-EAEFB978F692}"/>
              </a:ext>
            </a:extLst>
          </p:cNvPr>
          <p:cNvCxnSpPr>
            <a:cxnSpLocks/>
          </p:cNvCxnSpPr>
          <p:nvPr/>
        </p:nvCxnSpPr>
        <p:spPr>
          <a:xfrm flipH="1" flipV="1">
            <a:off x="5122418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F1E0AFCB-3695-F951-DA9B-BDE2E4A3585C}"/>
              </a:ext>
            </a:extLst>
          </p:cNvPr>
          <p:cNvCxnSpPr>
            <a:cxnSpLocks/>
          </p:cNvCxnSpPr>
          <p:nvPr/>
        </p:nvCxnSpPr>
        <p:spPr>
          <a:xfrm flipH="1" flipV="1">
            <a:off x="6136980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8B53B513-8945-0023-0EAA-F275CC5FE572}"/>
              </a:ext>
            </a:extLst>
          </p:cNvPr>
          <p:cNvCxnSpPr>
            <a:cxnSpLocks/>
          </p:cNvCxnSpPr>
          <p:nvPr/>
        </p:nvCxnSpPr>
        <p:spPr>
          <a:xfrm flipH="1" flipV="1">
            <a:off x="5626606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401745D5-9081-0260-C3C2-1B5B1E27FFF1}"/>
              </a:ext>
            </a:extLst>
          </p:cNvPr>
          <p:cNvCxnSpPr>
            <a:cxnSpLocks/>
          </p:cNvCxnSpPr>
          <p:nvPr/>
        </p:nvCxnSpPr>
        <p:spPr>
          <a:xfrm flipH="1" flipV="1">
            <a:off x="5887369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AA927BA1-54BE-CE58-92A7-BFFFF0467085}"/>
              </a:ext>
            </a:extLst>
          </p:cNvPr>
          <p:cNvCxnSpPr>
            <a:cxnSpLocks/>
          </p:cNvCxnSpPr>
          <p:nvPr/>
        </p:nvCxnSpPr>
        <p:spPr>
          <a:xfrm flipH="1" flipV="1">
            <a:off x="6394582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Connector 299">
            <a:extLst>
              <a:ext uri="{FF2B5EF4-FFF2-40B4-BE49-F238E27FC236}">
                <a16:creationId xmlns:a16="http://schemas.microsoft.com/office/drawing/2014/main" id="{4C96ADD9-5A79-635E-9A08-12975108B19C}"/>
              </a:ext>
            </a:extLst>
          </p:cNvPr>
          <p:cNvCxnSpPr>
            <a:cxnSpLocks/>
          </p:cNvCxnSpPr>
          <p:nvPr/>
        </p:nvCxnSpPr>
        <p:spPr>
          <a:xfrm flipH="1" flipV="1">
            <a:off x="7176871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7A6C67ED-D05F-D7B1-A627-9DB2E5628E3F}"/>
              </a:ext>
            </a:extLst>
          </p:cNvPr>
          <p:cNvCxnSpPr>
            <a:cxnSpLocks/>
          </p:cNvCxnSpPr>
          <p:nvPr/>
        </p:nvCxnSpPr>
        <p:spPr>
          <a:xfrm flipH="1" flipV="1">
            <a:off x="6655345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D55B7D1D-21E1-542E-1CC4-13CB9D3E4C24}"/>
              </a:ext>
            </a:extLst>
          </p:cNvPr>
          <p:cNvCxnSpPr>
            <a:cxnSpLocks/>
          </p:cNvCxnSpPr>
          <p:nvPr/>
        </p:nvCxnSpPr>
        <p:spPr>
          <a:xfrm flipH="1" flipV="1">
            <a:off x="6916108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1611C1F8-F4D6-E97B-DFF7-B970790BDBF1}"/>
              </a:ext>
            </a:extLst>
          </p:cNvPr>
          <p:cNvCxnSpPr>
            <a:cxnSpLocks/>
          </p:cNvCxnSpPr>
          <p:nvPr/>
        </p:nvCxnSpPr>
        <p:spPr>
          <a:xfrm flipH="1" flipV="1">
            <a:off x="7941822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09CF1075-B477-D1EE-7FB8-CEBCB533949E}"/>
              </a:ext>
            </a:extLst>
          </p:cNvPr>
          <p:cNvCxnSpPr>
            <a:cxnSpLocks/>
          </p:cNvCxnSpPr>
          <p:nvPr/>
        </p:nvCxnSpPr>
        <p:spPr>
          <a:xfrm flipH="1" flipV="1">
            <a:off x="7420296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F5771D2D-A3C3-327D-BE14-7CD2A4FD6143}"/>
              </a:ext>
            </a:extLst>
          </p:cNvPr>
          <p:cNvCxnSpPr>
            <a:cxnSpLocks/>
          </p:cNvCxnSpPr>
          <p:nvPr/>
        </p:nvCxnSpPr>
        <p:spPr>
          <a:xfrm flipH="1" flipV="1">
            <a:off x="7681059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Connector 305">
            <a:extLst>
              <a:ext uri="{FF2B5EF4-FFF2-40B4-BE49-F238E27FC236}">
                <a16:creationId xmlns:a16="http://schemas.microsoft.com/office/drawing/2014/main" id="{57A195EA-564C-A9AD-7E2A-331CCD97C6DB}"/>
              </a:ext>
            </a:extLst>
          </p:cNvPr>
          <p:cNvCxnSpPr>
            <a:cxnSpLocks/>
          </p:cNvCxnSpPr>
          <p:nvPr/>
        </p:nvCxnSpPr>
        <p:spPr>
          <a:xfrm flipH="1" flipV="1">
            <a:off x="8728645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E60FFD3A-1085-81A8-A823-5C3DFF1F6B45}"/>
              </a:ext>
            </a:extLst>
          </p:cNvPr>
          <p:cNvCxnSpPr>
            <a:cxnSpLocks/>
          </p:cNvCxnSpPr>
          <p:nvPr/>
        </p:nvCxnSpPr>
        <p:spPr>
          <a:xfrm flipH="1" flipV="1">
            <a:off x="8207119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F4ED64C6-B032-7052-AB8A-B5ACF18EC326}"/>
              </a:ext>
            </a:extLst>
          </p:cNvPr>
          <p:cNvCxnSpPr>
            <a:cxnSpLocks/>
          </p:cNvCxnSpPr>
          <p:nvPr/>
        </p:nvCxnSpPr>
        <p:spPr>
          <a:xfrm flipH="1" flipV="1">
            <a:off x="8467882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Straight Connector 308">
            <a:extLst>
              <a:ext uri="{FF2B5EF4-FFF2-40B4-BE49-F238E27FC236}">
                <a16:creationId xmlns:a16="http://schemas.microsoft.com/office/drawing/2014/main" id="{B884A38C-3D6D-5E7A-FE76-56C73FD16114}"/>
              </a:ext>
            </a:extLst>
          </p:cNvPr>
          <p:cNvCxnSpPr>
            <a:cxnSpLocks/>
          </p:cNvCxnSpPr>
          <p:nvPr/>
        </p:nvCxnSpPr>
        <p:spPr>
          <a:xfrm flipH="1" flipV="1">
            <a:off x="9437836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00006C24-D9E1-8156-1E53-345C9FD43F01}"/>
              </a:ext>
            </a:extLst>
          </p:cNvPr>
          <p:cNvCxnSpPr>
            <a:cxnSpLocks/>
          </p:cNvCxnSpPr>
          <p:nvPr/>
        </p:nvCxnSpPr>
        <p:spPr>
          <a:xfrm flipH="1" flipV="1">
            <a:off x="8972070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CB90B28A-B4C5-E8E3-0BFA-3E6628545904}"/>
              </a:ext>
            </a:extLst>
          </p:cNvPr>
          <p:cNvCxnSpPr>
            <a:cxnSpLocks/>
          </p:cNvCxnSpPr>
          <p:nvPr/>
        </p:nvCxnSpPr>
        <p:spPr>
          <a:xfrm flipH="1" flipV="1">
            <a:off x="9232833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Straight Connector 311">
            <a:extLst>
              <a:ext uri="{FF2B5EF4-FFF2-40B4-BE49-F238E27FC236}">
                <a16:creationId xmlns:a16="http://schemas.microsoft.com/office/drawing/2014/main" id="{6849C89B-319E-2B83-83A6-25DFAFD27434}"/>
              </a:ext>
            </a:extLst>
          </p:cNvPr>
          <p:cNvCxnSpPr>
            <a:cxnSpLocks/>
          </p:cNvCxnSpPr>
          <p:nvPr/>
        </p:nvCxnSpPr>
        <p:spPr>
          <a:xfrm flipH="1" flipV="1">
            <a:off x="10100465" y="17491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15C6F71E-2D47-6D3E-F8CD-24049285A0C1}"/>
              </a:ext>
            </a:extLst>
          </p:cNvPr>
          <p:cNvCxnSpPr>
            <a:cxnSpLocks/>
          </p:cNvCxnSpPr>
          <p:nvPr/>
        </p:nvCxnSpPr>
        <p:spPr>
          <a:xfrm flipH="1" flipV="1">
            <a:off x="9839702" y="17491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A54A8BF0-A63C-573E-C112-F86FC46F6058}"/>
              </a:ext>
            </a:extLst>
          </p:cNvPr>
          <p:cNvCxnSpPr>
            <a:cxnSpLocks/>
          </p:cNvCxnSpPr>
          <p:nvPr/>
        </p:nvCxnSpPr>
        <p:spPr>
          <a:xfrm flipH="1" flipV="1">
            <a:off x="10887288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345D2F78-05D3-B49B-4C7E-7CF552639993}"/>
              </a:ext>
            </a:extLst>
          </p:cNvPr>
          <p:cNvCxnSpPr>
            <a:cxnSpLocks/>
          </p:cNvCxnSpPr>
          <p:nvPr/>
        </p:nvCxnSpPr>
        <p:spPr>
          <a:xfrm flipH="1" flipV="1">
            <a:off x="10365762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8B7B4AD8-EB60-62C8-9272-9093E425D1A6}"/>
              </a:ext>
            </a:extLst>
          </p:cNvPr>
          <p:cNvCxnSpPr>
            <a:cxnSpLocks/>
          </p:cNvCxnSpPr>
          <p:nvPr/>
        </p:nvCxnSpPr>
        <p:spPr>
          <a:xfrm flipH="1" flipV="1">
            <a:off x="10626525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F649EE3C-7221-4EF1-A509-3F5AB8D29AE6}"/>
              </a:ext>
            </a:extLst>
          </p:cNvPr>
          <p:cNvCxnSpPr>
            <a:cxnSpLocks/>
          </p:cNvCxnSpPr>
          <p:nvPr/>
        </p:nvCxnSpPr>
        <p:spPr>
          <a:xfrm flipH="1" flipV="1">
            <a:off x="9642747" y="175089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66BB7A36-E6F1-35A1-5598-66223412CA0A}"/>
              </a:ext>
            </a:extLst>
          </p:cNvPr>
          <p:cNvCxnSpPr>
            <a:cxnSpLocks/>
          </p:cNvCxnSpPr>
          <p:nvPr/>
        </p:nvCxnSpPr>
        <p:spPr>
          <a:xfrm flipH="1" flipV="1">
            <a:off x="11175838" y="204047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7C2FF799-6897-17A4-C204-2D48923F1AA5}"/>
              </a:ext>
            </a:extLst>
          </p:cNvPr>
          <p:cNvSpPr/>
          <p:nvPr/>
        </p:nvSpPr>
        <p:spPr>
          <a:xfrm>
            <a:off x="2783697" y="1384499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E50AB0B0-8874-B47D-422F-4ED7ACCCC341}"/>
              </a:ext>
            </a:extLst>
          </p:cNvPr>
          <p:cNvCxnSpPr>
            <a:cxnSpLocks/>
          </p:cNvCxnSpPr>
          <p:nvPr/>
        </p:nvCxnSpPr>
        <p:spPr>
          <a:xfrm flipH="1">
            <a:off x="3819832" y="145107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80922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7863</TotalTime>
  <Words>272</Words>
  <Application>Microsoft Office PowerPoint</Application>
  <PresentationFormat>Широкоэкранный</PresentationFormat>
  <Paragraphs>526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Cambria Math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Артем Бурмяков</dc:creator>
  <cp:lastModifiedBy>MSI</cp:lastModifiedBy>
  <cp:revision>104</cp:revision>
  <cp:lastPrinted>2024-06-05T11:48:30Z</cp:lastPrinted>
  <dcterms:created xsi:type="dcterms:W3CDTF">2024-01-08T10:43:46Z</dcterms:created>
  <dcterms:modified xsi:type="dcterms:W3CDTF">2026-06-08T19:19:25Z</dcterms:modified>
</cp:coreProperties>
</file>