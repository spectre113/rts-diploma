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0" r:id="rId7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86"/>
    <p:restoredTop sz="96327"/>
  </p:normalViewPr>
  <p:slideViewPr>
    <p:cSldViewPr snapToGrid="0">
      <p:cViewPr varScale="1">
        <p:scale>
          <a:sx n="92" d="100"/>
          <a:sy n="92" d="100"/>
        </p:scale>
        <p:origin x="176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29.05.2026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8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9" Type="http://schemas.openxmlformats.org/officeDocument/2006/relationships/image" Target="../media/image63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0" Type="http://schemas.openxmlformats.org/officeDocument/2006/relationships/image" Target="../media/image54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9" Type="http://schemas.openxmlformats.org/officeDocument/2006/relationships/image" Target="../media/image1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Relationship Id="rId8" Type="http://schemas.openxmlformats.org/officeDocument/2006/relationships/image" Target="../media/image123.png"/><Relationship Id="rId3" Type="http://schemas.openxmlformats.org/officeDocument/2006/relationships/image" Target="../media/image118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0" Type="http://schemas.openxmlformats.org/officeDocument/2006/relationships/image" Target="../media/image135.png"/><Relationship Id="rId41" Type="http://schemas.openxmlformats.org/officeDocument/2006/relationships/image" Target="../media/image156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2" Type="http://schemas.openxmlformats.org/officeDocument/2006/relationships/image" Target="../media/image201.png"/><Relationship Id="rId47" Type="http://schemas.openxmlformats.org/officeDocument/2006/relationships/image" Target="../media/image206.png"/><Relationship Id="rId63" Type="http://schemas.openxmlformats.org/officeDocument/2006/relationships/image" Target="../media/image222.png"/><Relationship Id="rId68" Type="http://schemas.openxmlformats.org/officeDocument/2006/relationships/image" Target="../media/image227.png"/><Relationship Id="rId7" Type="http://schemas.openxmlformats.org/officeDocument/2006/relationships/image" Target="../media/image166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.png"/><Relationship Id="rId37" Type="http://schemas.openxmlformats.org/officeDocument/2006/relationships/image" Target="../media/image196.png"/><Relationship Id="rId40" Type="http://schemas.openxmlformats.org/officeDocument/2006/relationships/image" Target="../media/image199.png"/><Relationship Id="rId45" Type="http://schemas.openxmlformats.org/officeDocument/2006/relationships/image" Target="../media/image204.png"/><Relationship Id="rId53" Type="http://schemas.openxmlformats.org/officeDocument/2006/relationships/image" Target="../media/image212.png"/><Relationship Id="rId58" Type="http://schemas.openxmlformats.org/officeDocument/2006/relationships/image" Target="../media/image217.png"/><Relationship Id="rId66" Type="http://schemas.openxmlformats.org/officeDocument/2006/relationships/image" Target="../media/image225.png"/><Relationship Id="rId5" Type="http://schemas.openxmlformats.org/officeDocument/2006/relationships/image" Target="../media/image164.png"/><Relationship Id="rId61" Type="http://schemas.openxmlformats.org/officeDocument/2006/relationships/image" Target="../media/image220.png"/><Relationship Id="rId19" Type="http://schemas.openxmlformats.org/officeDocument/2006/relationships/image" Target="../media/image17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.png"/><Relationship Id="rId43" Type="http://schemas.openxmlformats.org/officeDocument/2006/relationships/image" Target="../media/image202.png"/><Relationship Id="rId48" Type="http://schemas.openxmlformats.org/officeDocument/2006/relationships/image" Target="../media/image207.png"/><Relationship Id="rId56" Type="http://schemas.openxmlformats.org/officeDocument/2006/relationships/image" Target="../media/image215.png"/><Relationship Id="rId64" Type="http://schemas.openxmlformats.org/officeDocument/2006/relationships/image" Target="../media/image223.png"/><Relationship Id="rId69" Type="http://schemas.openxmlformats.org/officeDocument/2006/relationships/image" Target="../media/image228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3" Type="http://schemas.openxmlformats.org/officeDocument/2006/relationships/image" Target="../media/image162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.png"/><Relationship Id="rId38" Type="http://schemas.openxmlformats.org/officeDocument/2006/relationships/image" Target="../media/image197.png"/><Relationship Id="rId46" Type="http://schemas.openxmlformats.org/officeDocument/2006/relationships/image" Target="../media/image205.png"/><Relationship Id="rId59" Type="http://schemas.openxmlformats.org/officeDocument/2006/relationships/image" Target="../media/image218.png"/><Relationship Id="rId67" Type="http://schemas.openxmlformats.org/officeDocument/2006/relationships/image" Target="../media/image226.png"/><Relationship Id="rId20" Type="http://schemas.openxmlformats.org/officeDocument/2006/relationships/image" Target="../media/image179.png"/><Relationship Id="rId41" Type="http://schemas.openxmlformats.org/officeDocument/2006/relationships/image" Target="../media/image200.png"/><Relationship Id="rId54" Type="http://schemas.openxmlformats.org/officeDocument/2006/relationships/image" Target="../media/image213.png"/><Relationship Id="rId62" Type="http://schemas.openxmlformats.org/officeDocument/2006/relationships/image" Target="../media/image221.png"/><Relationship Id="rId70" Type="http://schemas.openxmlformats.org/officeDocument/2006/relationships/image" Target="../media/image2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.png"/><Relationship Id="rId49" Type="http://schemas.openxmlformats.org/officeDocument/2006/relationships/image" Target="../media/image208.png"/><Relationship Id="rId57" Type="http://schemas.openxmlformats.org/officeDocument/2006/relationships/image" Target="../media/image216.png"/><Relationship Id="rId10" Type="http://schemas.openxmlformats.org/officeDocument/2006/relationships/image" Target="../media/image169.png"/><Relationship Id="rId31" Type="http://schemas.openxmlformats.org/officeDocument/2006/relationships/image" Target="../media/image190.png"/><Relationship Id="rId44" Type="http://schemas.openxmlformats.org/officeDocument/2006/relationships/image" Target="../media/image203.png"/><Relationship Id="rId52" Type="http://schemas.openxmlformats.org/officeDocument/2006/relationships/image" Target="../media/image211.png"/><Relationship Id="rId60" Type="http://schemas.openxmlformats.org/officeDocument/2006/relationships/image" Target="../media/image219.png"/><Relationship Id="rId65" Type="http://schemas.openxmlformats.org/officeDocument/2006/relationships/image" Target="../media/image224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39" Type="http://schemas.openxmlformats.org/officeDocument/2006/relationships/image" Target="../media/image198.png"/><Relationship Id="rId34" Type="http://schemas.openxmlformats.org/officeDocument/2006/relationships/image" Target="../media/image193.png"/><Relationship Id="rId50" Type="http://schemas.openxmlformats.org/officeDocument/2006/relationships/image" Target="../media/image209.png"/><Relationship Id="rId55" Type="http://schemas.openxmlformats.org/officeDocument/2006/relationships/image" Target="../media/image2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13" Type="http://schemas.openxmlformats.org/officeDocument/2006/relationships/image" Target="../media/image241.png"/><Relationship Id="rId18" Type="http://schemas.openxmlformats.org/officeDocument/2006/relationships/image" Target="../media/image246.png"/><Relationship Id="rId26" Type="http://schemas.openxmlformats.org/officeDocument/2006/relationships/image" Target="../media/image254.png"/><Relationship Id="rId3" Type="http://schemas.openxmlformats.org/officeDocument/2006/relationships/image" Target="../media/image231.png"/><Relationship Id="rId21" Type="http://schemas.openxmlformats.org/officeDocument/2006/relationships/image" Target="../media/image249.png"/><Relationship Id="rId7" Type="http://schemas.openxmlformats.org/officeDocument/2006/relationships/image" Target="../media/image235.png"/><Relationship Id="rId12" Type="http://schemas.openxmlformats.org/officeDocument/2006/relationships/image" Target="../media/image240.png"/><Relationship Id="rId17" Type="http://schemas.openxmlformats.org/officeDocument/2006/relationships/image" Target="../media/image245.png"/><Relationship Id="rId25" Type="http://schemas.openxmlformats.org/officeDocument/2006/relationships/image" Target="../media/image253.png"/><Relationship Id="rId2" Type="http://schemas.openxmlformats.org/officeDocument/2006/relationships/image" Target="../media/image230.png"/><Relationship Id="rId16" Type="http://schemas.openxmlformats.org/officeDocument/2006/relationships/image" Target="../media/image244.png"/><Relationship Id="rId20" Type="http://schemas.openxmlformats.org/officeDocument/2006/relationships/image" Target="../media/image248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.png"/><Relationship Id="rId11" Type="http://schemas.openxmlformats.org/officeDocument/2006/relationships/image" Target="../media/image239.png"/><Relationship Id="rId24" Type="http://schemas.openxmlformats.org/officeDocument/2006/relationships/image" Target="../media/image252.png"/><Relationship Id="rId32" Type="http://schemas.openxmlformats.org/officeDocument/2006/relationships/image" Target="../media/image260.png"/><Relationship Id="rId5" Type="http://schemas.openxmlformats.org/officeDocument/2006/relationships/image" Target="../media/image233.png"/><Relationship Id="rId15" Type="http://schemas.openxmlformats.org/officeDocument/2006/relationships/image" Target="../media/image243.png"/><Relationship Id="rId23" Type="http://schemas.openxmlformats.org/officeDocument/2006/relationships/image" Target="../media/image251.png"/><Relationship Id="rId28" Type="http://schemas.openxmlformats.org/officeDocument/2006/relationships/image" Target="../media/image256.png"/><Relationship Id="rId10" Type="http://schemas.openxmlformats.org/officeDocument/2006/relationships/image" Target="../media/image238.png"/><Relationship Id="rId19" Type="http://schemas.openxmlformats.org/officeDocument/2006/relationships/image" Target="../media/image247.png"/><Relationship Id="rId31" Type="http://schemas.openxmlformats.org/officeDocument/2006/relationships/image" Target="../media/image259.png"/><Relationship Id="rId4" Type="http://schemas.openxmlformats.org/officeDocument/2006/relationships/image" Target="../media/image232.png"/><Relationship Id="rId9" Type="http://schemas.openxmlformats.org/officeDocument/2006/relationships/image" Target="../media/image237.png"/><Relationship Id="rId14" Type="http://schemas.openxmlformats.org/officeDocument/2006/relationships/image" Target="../media/image242.png"/><Relationship Id="rId22" Type="http://schemas.openxmlformats.org/officeDocument/2006/relationships/image" Target="../media/image250.png"/><Relationship Id="rId27" Type="http://schemas.openxmlformats.org/officeDocument/2006/relationships/image" Target="../media/image255.png"/><Relationship Id="rId30" Type="http://schemas.openxmlformats.org/officeDocument/2006/relationships/image" Target="../media/image2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209" t="-34783" r="-7463" b="-4782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other job;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the trajectory 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180109" y="752553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75907" y="759860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907" y="759860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1439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672234" y="1057736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1,7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234" y="1057736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1020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>
            <a:off x="3028425" y="1637823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360430" y="1752182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60430" y="1752182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 b="-2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4925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AFF1A045-55B4-EED4-0819-CE23976033E4}"/>
              </a:ext>
            </a:extLst>
          </p:cNvPr>
          <p:cNvCxnSpPr>
            <a:cxnSpLocks/>
          </p:cNvCxnSpPr>
          <p:nvPr/>
        </p:nvCxnSpPr>
        <p:spPr>
          <a:xfrm flipH="1" flipV="1">
            <a:off x="10596746" y="75994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3698" y="1053508"/>
            <a:ext cx="1346" cy="281191"/>
          </a:xfrm>
          <a:prstGeom prst="line">
            <a:avLst/>
          </a:prstGeom>
          <a:ln w="38100" cmpd="sng">
            <a:solidFill>
              <a:srgbClr val="0432FF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282172" y="1053508"/>
            <a:ext cx="1346" cy="281191"/>
          </a:xfrm>
          <a:prstGeom prst="line">
            <a:avLst/>
          </a:prstGeom>
          <a:ln w="38100" cmpd="sng">
            <a:solidFill>
              <a:srgbClr val="0432FF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C0FF0344-E05B-0073-8931-4E4DAA0C666C}"/>
              </a:ext>
            </a:extLst>
          </p:cNvPr>
          <p:cNvCxnSpPr>
            <a:cxnSpLocks/>
          </p:cNvCxnSpPr>
          <p:nvPr/>
        </p:nvCxnSpPr>
        <p:spPr>
          <a:xfrm flipH="1" flipV="1">
            <a:off x="3542935" y="1053508"/>
            <a:ext cx="1346" cy="281191"/>
          </a:xfrm>
          <a:prstGeom prst="line">
            <a:avLst/>
          </a:prstGeom>
          <a:ln w="38100" cmpd="sng">
            <a:solidFill>
              <a:srgbClr val="0432FF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047123" y="1060385"/>
            <a:ext cx="1346" cy="281191"/>
          </a:xfrm>
          <a:prstGeom prst="line">
            <a:avLst/>
          </a:prstGeom>
          <a:ln w="38100" cmpd="sng">
            <a:solidFill>
              <a:srgbClr val="FF93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4B1FCF37-A431-D3F1-D4DC-D04823251805}"/>
              </a:ext>
            </a:extLst>
          </p:cNvPr>
          <p:cNvCxnSpPr>
            <a:cxnSpLocks/>
          </p:cNvCxnSpPr>
          <p:nvPr/>
        </p:nvCxnSpPr>
        <p:spPr>
          <a:xfrm flipH="1" flipV="1">
            <a:off x="4307886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63F953DE-72FB-A70B-B5BF-F70E1603BCCD}"/>
              </a:ext>
            </a:extLst>
          </p:cNvPr>
          <p:cNvCxnSpPr>
            <a:cxnSpLocks/>
          </p:cNvCxnSpPr>
          <p:nvPr/>
        </p:nvCxnSpPr>
        <p:spPr>
          <a:xfrm flipH="1" flipV="1">
            <a:off x="4833946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94709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25400" cmpd="sng">
            <a:solidFill>
              <a:srgbClr val="7030A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598897" y="1056280"/>
            <a:ext cx="1346" cy="281191"/>
          </a:xfrm>
          <a:prstGeom prst="line">
            <a:avLst/>
          </a:prstGeom>
          <a:ln w="38100" cmpd="sng">
            <a:solidFill>
              <a:srgbClr val="7030A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7B1C7C81-980E-29AB-353E-EBFC9825F20E}"/>
              </a:ext>
            </a:extLst>
          </p:cNvPr>
          <p:cNvCxnSpPr>
            <a:cxnSpLocks/>
          </p:cNvCxnSpPr>
          <p:nvPr/>
        </p:nvCxnSpPr>
        <p:spPr>
          <a:xfrm flipH="1" flipV="1">
            <a:off x="5859660" y="1056280"/>
            <a:ext cx="1346" cy="281191"/>
          </a:xfrm>
          <a:prstGeom prst="line">
            <a:avLst/>
          </a:prstGeom>
          <a:ln w="25400" cmpd="sng">
            <a:solidFill>
              <a:srgbClr val="7030A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10C5517A-47FC-262F-A30C-916EF0D45506}"/>
              </a:ext>
            </a:extLst>
          </p:cNvPr>
          <p:cNvCxnSpPr>
            <a:cxnSpLocks/>
          </p:cNvCxnSpPr>
          <p:nvPr/>
        </p:nvCxnSpPr>
        <p:spPr>
          <a:xfrm flipH="1" flipV="1">
            <a:off x="6366873" y="1061237"/>
            <a:ext cx="1346" cy="281191"/>
          </a:xfrm>
          <a:prstGeom prst="line">
            <a:avLst/>
          </a:prstGeom>
          <a:ln w="25400" cmpd="sng">
            <a:solidFill>
              <a:srgbClr val="7030A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7D56DEEF-C8B2-CFFB-00C0-011B1ED40206}"/>
              </a:ext>
            </a:extLst>
          </p:cNvPr>
          <p:cNvCxnSpPr>
            <a:cxnSpLocks/>
          </p:cNvCxnSpPr>
          <p:nvPr/>
        </p:nvCxnSpPr>
        <p:spPr>
          <a:xfrm flipH="1" flipV="1">
            <a:off x="7149162" y="106123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627636" y="1061237"/>
            <a:ext cx="1346" cy="281191"/>
          </a:xfrm>
          <a:prstGeom prst="line">
            <a:avLst/>
          </a:prstGeom>
          <a:ln w="25400" cmpd="sng">
            <a:solidFill>
              <a:srgbClr val="7030A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 w="34925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FE997C37-DDEE-77B6-2790-480CDE817CF8}"/>
              </a:ext>
            </a:extLst>
          </p:cNvPr>
          <p:cNvCxnSpPr>
            <a:cxnSpLocks/>
          </p:cNvCxnSpPr>
          <p:nvPr/>
        </p:nvCxnSpPr>
        <p:spPr>
          <a:xfrm flipH="1" flipV="1">
            <a:off x="7914113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392587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2748B617-9423-40D7-ABAF-474205357203}"/>
              </a:ext>
            </a:extLst>
          </p:cNvPr>
          <p:cNvCxnSpPr>
            <a:cxnSpLocks/>
          </p:cNvCxnSpPr>
          <p:nvPr/>
        </p:nvCxnSpPr>
        <p:spPr>
          <a:xfrm flipH="1" flipV="1">
            <a:off x="8700936" y="105713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179410" y="105713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0173" y="105713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91DDA97A-E9E3-F7B7-DC47-EEA8E90A5AB6}"/>
              </a:ext>
            </a:extLst>
          </p:cNvPr>
          <p:cNvCxnSpPr>
            <a:cxnSpLocks/>
          </p:cNvCxnSpPr>
          <p:nvPr/>
        </p:nvCxnSpPr>
        <p:spPr>
          <a:xfrm flipH="1" flipV="1">
            <a:off x="9410127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944361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CC02F07F-D183-F5DF-B17C-425666E5BE5B}"/>
              </a:ext>
            </a:extLst>
          </p:cNvPr>
          <p:cNvCxnSpPr>
            <a:cxnSpLocks/>
          </p:cNvCxnSpPr>
          <p:nvPr/>
        </p:nvCxnSpPr>
        <p:spPr>
          <a:xfrm flipH="1" flipV="1">
            <a:off x="10072756" y="1056448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859579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338053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6A3FD27B-2556-B210-9E2E-917528C0D5AD}"/>
              </a:ext>
            </a:extLst>
          </p:cNvPr>
          <p:cNvCxnSpPr>
            <a:cxnSpLocks/>
          </p:cNvCxnSpPr>
          <p:nvPr/>
        </p:nvCxnSpPr>
        <p:spPr>
          <a:xfrm flipH="1" flipV="1">
            <a:off x="10598816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615038" y="105815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2A2C37B8-1551-9072-B6F8-B21821F44C54}"/>
              </a:ext>
            </a:extLst>
          </p:cNvPr>
          <p:cNvCxnSpPr>
            <a:cxnSpLocks/>
          </p:cNvCxnSpPr>
          <p:nvPr/>
        </p:nvCxnSpPr>
        <p:spPr>
          <a:xfrm flipH="1" flipV="1">
            <a:off x="11148129" y="134773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5907" y="2844348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907" y="2844348"/>
                <a:ext cx="1761188" cy="257186"/>
              </a:xfrm>
              <a:prstGeom prst="rect">
                <a:avLst/>
              </a:prstGeom>
              <a:blipFill>
                <a:blip r:embed="rId17"/>
                <a:stretch>
                  <a:fillRect l="-1439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672234" y="3142224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1,7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234" y="3142224"/>
                <a:ext cx="1224181" cy="257186"/>
              </a:xfrm>
              <a:prstGeom prst="rect">
                <a:avLst/>
              </a:prstGeom>
              <a:blipFill>
                <a:blip r:embed="rId18"/>
                <a:stretch>
                  <a:fillRect l="-1020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360430" y="38366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60430" y="38366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 l="-26316" r="-21053" b="-2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0" name="Straight Connector 659">
            <a:extLst>
              <a:ext uri="{FF2B5EF4-FFF2-40B4-BE49-F238E27FC236}">
                <a16:creationId xmlns:a16="http://schemas.microsoft.com/office/drawing/2014/main" id="{9C723611-AAEC-186F-E8E9-55F0EB838A22}"/>
              </a:ext>
            </a:extLst>
          </p:cNvPr>
          <p:cNvCxnSpPr>
            <a:cxnSpLocks/>
          </p:cNvCxnSpPr>
          <p:nvPr/>
        </p:nvCxnSpPr>
        <p:spPr>
          <a:xfrm flipH="1" flipV="1">
            <a:off x="11148129" y="343222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053797D-678A-5DD4-9B7E-25903F67D18C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32A31CC7-385D-8FE8-A3EB-BCF25B541762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08B30F4-3D9A-EF94-C4CD-DAA425EC64B1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BB2A2C1E-0A8E-4FAD-15A3-F399257A6E91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51395F35-682F-6471-2CF8-3BE9C63D57AF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D1A889E-88AD-26DE-F3EE-A91154B2BF47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4E676886-5C19-52AB-6CE5-0E4AA359F7A6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7345ADC3-4E87-F7D1-A376-3D3AFF39B1DB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797BFD13-FEA0-68C4-9519-9F1D175B6FBB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2D2B8FE4-8CA5-1F97-1F49-B726364D0335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0B5EA888-7A37-43CA-C43B-566CBBD62763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E0704DBD-8757-1613-4EAE-F0C13CD36FC1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DBEBA5E7-BE7F-F09A-9220-03AB5ED913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B0FC0710-EE62-579F-37DF-08629528B73C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2CDEE637-EEDC-57F3-DE5D-89C8746A3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45FD23A9-7E09-1A2A-CA8D-0E95BB53965A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58A4B854-6FAD-951E-C4B3-CF01BB469459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80B37AFE-16BE-1E27-324E-21BED2225F3A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10EF942-432F-7B70-5C0E-8994D5DBA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54C364C9-003F-F67A-D90B-5A70E4D178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D9512A9D-FB7A-F425-D3A7-861690D11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7A4889E8-A228-6F3D-962F-57F765C71D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97CC6992-162C-E770-DFF6-90EA222A8E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8CAFEFEF-64E8-723D-DFD3-518554B7350F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43489DA5-A5ED-7AF4-5B7E-BB0FD369E6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9054281D-0662-1B11-DA0D-78F4F8CAC2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B68C2BAF-0E27-1AD2-E86D-E20A846C0259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B9F40D37-0D8A-FA82-6D76-15212200CB13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B9AA3E7B-5FFE-C5F3-EA6D-27E2BB74DC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332D9A6-C986-4D55-F6D3-E44D7E654B25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8DC3D880-DCC3-0E12-9D30-7EBCF9A9359C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E0789C8E-4C1E-FE1E-270B-021AD50260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BE649473-FA30-DDD7-36F2-F9C9B8813D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BDE6A715-3152-B213-FB14-4CD08F15ED4C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0173D3AE-1231-9741-24BE-A0ADCF2C4DD5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0104F7D8-7806-3D64-4EAA-0F2581CA0F8D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98C3DBE4-74EB-D403-2C48-22565B06FF22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B392502D-AD0C-AEE7-E8CC-F1C45906C2F7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41E21D00-D52E-AD59-D03B-52CB0269D3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1F0B386A-1496-76F5-693E-694AF49F6B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4E8900A6-3FBF-79F5-C4B0-2658A0101F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48DFD2DE-F374-630F-2436-7DD0200404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DABF6FE-044E-0009-41AD-A8CB79EB0A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E4393B36-AF87-B662-1021-D28A6DB917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E14F8425-EF61-22AD-3E67-BEF20C8A6A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FAA3D578-ECDD-AB6A-E228-C191653934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853CFF80-3F89-3246-110C-6FC1DBA5BA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3D42E823-E347-7728-641C-755B76540E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F0C64934-2758-AE80-DD04-9498E85BD7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FBC1E650-F5F0-6496-FB81-6FBCC4737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A3DDC514-487B-CC56-C253-BA01DF3270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FB015D5A-F661-7E2E-31FA-6F0735AD55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C1850FB1-F1B2-24AD-A3BD-F9528C9B357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3D7C342F-3D4D-02AD-323B-211D8B55E0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1DB1A33A-E0CD-99EA-E5E0-860214ED89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18BFAD6-4DD9-B508-0965-90283B40FC4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1551CD99-AE4A-9D6F-264E-B1A3872B41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A55C3841-7EB8-5280-C4F3-C08C031BE1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D5AC1702-0DBE-187E-EF21-E3438D4255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86DB044B-5E15-79AB-5B16-32AA272276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21EC2FE5-52D2-6045-0783-74AE3A1A9C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79226C98-B385-2820-C187-C8B6BF0162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6CA87F93-43A7-50E7-11B3-90D6E0B530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57A7507A-08E3-AC81-278D-7E442980D8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EFF5D713-B730-BB5D-AC76-8C84D12AF0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9C5E51F-9757-2276-697B-91C9BB6B5F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55088832-2204-242E-926A-263C6EF9DC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914C02EB-F47A-E14C-3ED5-F291BACEC4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4595C78C-F5BB-C989-E596-08C00AE2E3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2783F158-EDDE-ACF2-C14C-45799E2D8F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D04E3EA2-F908-FD9B-7CE9-ED6A36E729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7C615C27-BFF6-5361-98B3-B86B956AD1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D6E4C34F-2AF4-292B-9F61-02D17BFA82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FE7B765D-6111-E65A-5629-60070454B44C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A5967A81-401B-8195-A241-EBDE4BDC5C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04D67B7F-7FFC-69F4-7112-42FE9C526F53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308056" y="1046020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056" y="1046020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3333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3" name="TextBox 762">
                <a:extLst>
                  <a:ext uri="{FF2B5EF4-FFF2-40B4-BE49-F238E27FC236}">
                    <a16:creationId xmlns:a16="http://schemas.microsoft.com/office/drawing/2014/main" id="{78943C63-4B2B-673D-9D34-A0E12A2136B4}"/>
                  </a:ext>
                </a:extLst>
              </p:cNvPr>
              <p:cNvSpPr txBox="1"/>
              <p:nvPr/>
            </p:nvSpPr>
            <p:spPr>
              <a:xfrm>
                <a:off x="3570437" y="1050636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3" name="TextBox 762">
                <a:extLst>
                  <a:ext uri="{FF2B5EF4-FFF2-40B4-BE49-F238E27FC236}">
                    <a16:creationId xmlns:a16="http://schemas.microsoft.com/office/drawing/2014/main" id="{78943C63-4B2B-673D-9D34-A0E12A213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0437" y="1050636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25000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079440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440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6" name="TextBox 765">
                <a:extLst>
                  <a:ext uri="{FF2B5EF4-FFF2-40B4-BE49-F238E27FC236}">
                    <a16:creationId xmlns:a16="http://schemas.microsoft.com/office/drawing/2014/main" id="{9AE0B0F3-4005-A274-E513-7D6F776E2C1E}"/>
                  </a:ext>
                </a:extLst>
              </p:cNvPr>
              <p:cNvSpPr txBox="1"/>
              <p:nvPr/>
            </p:nvSpPr>
            <p:spPr>
              <a:xfrm>
                <a:off x="4338055" y="1041724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6" name="TextBox 765">
                <a:extLst>
                  <a:ext uri="{FF2B5EF4-FFF2-40B4-BE49-F238E27FC236}">
                    <a16:creationId xmlns:a16="http://schemas.microsoft.com/office/drawing/2014/main" id="{9AE0B0F3-4005-A274-E513-7D6F776E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055" y="1041724"/>
                <a:ext cx="140872" cy="156902"/>
              </a:xfrm>
              <a:prstGeom prst="rect">
                <a:avLst/>
              </a:prstGeom>
              <a:blipFill>
                <a:blip r:embed="rId54"/>
                <a:stretch>
                  <a:fillRect l="-33333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5299"/>
              </a:xfrm>
              <a:prstGeom prst="rect">
                <a:avLst/>
              </a:prstGeom>
              <a:blipFill>
                <a:blip r:embed="rId55"/>
                <a:stretch>
                  <a:fillRect l="-33333" r="-8333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8" name="TextBox 767">
                <a:extLst>
                  <a:ext uri="{FF2B5EF4-FFF2-40B4-BE49-F238E27FC236}">
                    <a16:creationId xmlns:a16="http://schemas.microsoft.com/office/drawing/2014/main" id="{BFC42EF6-F169-56B5-CD36-B1515A5A50EB}"/>
                  </a:ext>
                </a:extLst>
              </p:cNvPr>
              <p:cNvSpPr txBox="1"/>
              <p:nvPr/>
            </p:nvSpPr>
            <p:spPr>
              <a:xfrm>
                <a:off x="4859051" y="1041724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8" name="TextBox 767">
                <a:extLst>
                  <a:ext uri="{FF2B5EF4-FFF2-40B4-BE49-F238E27FC236}">
                    <a16:creationId xmlns:a16="http://schemas.microsoft.com/office/drawing/2014/main" id="{BFC42EF6-F169-56B5-CD36-B1515A5A5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051" y="1041724"/>
                <a:ext cx="140872" cy="157031"/>
              </a:xfrm>
              <a:prstGeom prst="rect">
                <a:avLst/>
              </a:prstGeom>
              <a:blipFill>
                <a:blip r:embed="rId56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378492" y="2882428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8492" y="2882428"/>
                <a:ext cx="138115" cy="155299"/>
              </a:xfrm>
              <a:prstGeom prst="rect">
                <a:avLst/>
              </a:prstGeom>
              <a:blipFill>
                <a:blip r:embed="rId57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3837148" y="319255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7148" y="3192553"/>
                <a:ext cx="138115" cy="155620"/>
              </a:xfrm>
              <a:prstGeom prst="rect">
                <a:avLst/>
              </a:prstGeom>
              <a:blipFill>
                <a:blip r:embed="rId58"/>
                <a:stretch>
                  <a:fillRect l="-25000" r="-8333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907927" y="3428297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3" name="TextBox 772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/>
              <p:nvPr/>
            </p:nvSpPr>
            <p:spPr>
              <a:xfrm>
                <a:off x="3937299" y="3482112"/>
                <a:ext cx="138115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3" name="TextBox 772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7299" y="3482112"/>
                <a:ext cx="138115" cy="156389"/>
              </a:xfrm>
              <a:prstGeom prst="rect">
                <a:avLst/>
              </a:prstGeom>
              <a:blipFill>
                <a:blip r:embed="rId59"/>
                <a:stretch>
                  <a:fillRect l="-33333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364146" y="105043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146" y="1050436"/>
                <a:ext cx="192617" cy="156902"/>
              </a:xfrm>
              <a:prstGeom prst="rect">
                <a:avLst/>
              </a:prstGeom>
              <a:blipFill>
                <a:blip r:embed="rId60"/>
                <a:stretch>
                  <a:fillRect l="-18750" r="-6250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5" name="TextBox 774">
                <a:extLst>
                  <a:ext uri="{FF2B5EF4-FFF2-40B4-BE49-F238E27FC236}">
                    <a16:creationId xmlns:a16="http://schemas.microsoft.com/office/drawing/2014/main" id="{BA63FE7E-CB7F-BB57-4025-257527D99AEA}"/>
                  </a:ext>
                </a:extLst>
              </p:cNvPr>
              <p:cNvSpPr txBox="1"/>
              <p:nvPr/>
            </p:nvSpPr>
            <p:spPr>
              <a:xfrm>
                <a:off x="5621044" y="1046086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5" name="TextBox 774">
                <a:extLst>
                  <a:ext uri="{FF2B5EF4-FFF2-40B4-BE49-F238E27FC236}">
                    <a16:creationId xmlns:a16="http://schemas.microsoft.com/office/drawing/2014/main" id="{BA63FE7E-CB7F-BB57-4025-257527D99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044" y="1046086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18750" r="-6250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7" name="Rectangle 776">
            <a:extLst>
              <a:ext uri="{FF2B5EF4-FFF2-40B4-BE49-F238E27FC236}">
                <a16:creationId xmlns:a16="http://schemas.microsoft.com/office/drawing/2014/main" id="{BDCF0FCF-E13D-CF4D-5C70-FC32E57D45B5}"/>
              </a:ext>
            </a:extLst>
          </p:cNvPr>
          <p:cNvSpPr/>
          <p:nvPr/>
        </p:nvSpPr>
        <p:spPr>
          <a:xfrm flipH="1">
            <a:off x="5430079" y="3138784"/>
            <a:ext cx="84954" cy="289752"/>
          </a:xfrm>
          <a:prstGeom prst="rect">
            <a:avLst/>
          </a:prstGeom>
          <a:solidFill>
            <a:srgbClr val="FF93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6" name="TextBox 775">
                <a:extLst>
                  <a:ext uri="{FF2B5EF4-FFF2-40B4-BE49-F238E27FC236}">
                    <a16:creationId xmlns:a16="http://schemas.microsoft.com/office/drawing/2014/main" id="{5E019A71-295B-4534-B0BA-485A9AC356F6}"/>
                  </a:ext>
                </a:extLst>
              </p:cNvPr>
              <p:cNvSpPr txBox="1"/>
              <p:nvPr/>
            </p:nvSpPr>
            <p:spPr>
              <a:xfrm>
                <a:off x="5457338" y="3194292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6" name="TextBox 775">
                <a:extLst>
                  <a:ext uri="{FF2B5EF4-FFF2-40B4-BE49-F238E27FC236}">
                    <a16:creationId xmlns:a16="http://schemas.microsoft.com/office/drawing/2014/main" id="{5E019A71-295B-4534-B0BA-485A9AC35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7338" y="3194292"/>
                <a:ext cx="140872" cy="159083"/>
              </a:xfrm>
              <a:prstGeom prst="rect">
                <a:avLst/>
              </a:prstGeom>
              <a:blipFill>
                <a:blip r:embed="rId62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9" name="Rectangle 778">
            <a:extLst>
              <a:ext uri="{FF2B5EF4-FFF2-40B4-BE49-F238E27FC236}">
                <a16:creationId xmlns:a16="http://schemas.microsoft.com/office/drawing/2014/main" id="{29A44C12-437F-E46C-13CA-EFCC0B6C4E63}"/>
              </a:ext>
            </a:extLst>
          </p:cNvPr>
          <p:cNvSpPr/>
          <p:nvPr/>
        </p:nvSpPr>
        <p:spPr>
          <a:xfrm flipH="1">
            <a:off x="5591185" y="3139840"/>
            <a:ext cx="84954" cy="289752"/>
          </a:xfrm>
          <a:prstGeom prst="rect">
            <a:avLst/>
          </a:prstGeom>
          <a:solidFill>
            <a:srgbClr val="7030A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0" name="TextBox 779">
                <a:extLst>
                  <a:ext uri="{FF2B5EF4-FFF2-40B4-BE49-F238E27FC236}">
                    <a16:creationId xmlns:a16="http://schemas.microsoft.com/office/drawing/2014/main" id="{B9B9552E-2C1A-B684-C579-5BCEAC2F3302}"/>
                  </a:ext>
                </a:extLst>
              </p:cNvPr>
              <p:cNvSpPr txBox="1"/>
              <p:nvPr/>
            </p:nvSpPr>
            <p:spPr>
              <a:xfrm>
                <a:off x="5618444" y="3195348"/>
                <a:ext cx="19261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80" name="TextBox 779">
                <a:extLst>
                  <a:ext uri="{FF2B5EF4-FFF2-40B4-BE49-F238E27FC236}">
                    <a16:creationId xmlns:a16="http://schemas.microsoft.com/office/drawing/2014/main" id="{B9B9552E-2C1A-B684-C579-5BCEAC2F3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444" y="3195348"/>
                <a:ext cx="192617" cy="155620"/>
              </a:xfrm>
              <a:prstGeom prst="rect">
                <a:avLst/>
              </a:prstGeom>
              <a:blipFill>
                <a:blip r:embed="rId63"/>
                <a:stretch>
                  <a:fillRect l="-25000" r="-6250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1" name="Straight Connector 780">
            <a:extLst>
              <a:ext uri="{FF2B5EF4-FFF2-40B4-BE49-F238E27FC236}">
                <a16:creationId xmlns:a16="http://schemas.microsoft.com/office/drawing/2014/main" id="{CF1F1A87-FB95-3ED9-12DC-8A3B7CED8910}"/>
              </a:ext>
            </a:extLst>
          </p:cNvPr>
          <p:cNvCxnSpPr>
            <a:cxnSpLocks/>
          </p:cNvCxnSpPr>
          <p:nvPr/>
        </p:nvCxnSpPr>
        <p:spPr>
          <a:xfrm flipH="1">
            <a:off x="5598897" y="1218866"/>
            <a:ext cx="0" cy="2160000"/>
          </a:xfrm>
          <a:prstGeom prst="line">
            <a:avLst/>
          </a:prstGeom>
          <a:ln w="25400" cmpd="sng">
            <a:solidFill>
              <a:srgbClr val="7030A0"/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2" name="Rectangle 781">
            <a:extLst>
              <a:ext uri="{FF2B5EF4-FFF2-40B4-BE49-F238E27FC236}">
                <a16:creationId xmlns:a16="http://schemas.microsoft.com/office/drawing/2014/main" id="{63AADE16-9D7D-1C39-3957-C5BDABFB0EFE}"/>
              </a:ext>
            </a:extLst>
          </p:cNvPr>
          <p:cNvSpPr/>
          <p:nvPr/>
        </p:nvSpPr>
        <p:spPr>
          <a:xfrm flipH="1">
            <a:off x="5847661" y="3136125"/>
            <a:ext cx="84954" cy="289752"/>
          </a:xfrm>
          <a:prstGeom prst="rect">
            <a:avLst/>
          </a:prstGeom>
          <a:solidFill>
            <a:srgbClr val="7030A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3" name="TextBox 782">
                <a:extLst>
                  <a:ext uri="{FF2B5EF4-FFF2-40B4-BE49-F238E27FC236}">
                    <a16:creationId xmlns:a16="http://schemas.microsoft.com/office/drawing/2014/main" id="{CA1D89F5-3EF1-E3F1-D0A3-6EF3EA551D57}"/>
                  </a:ext>
                </a:extLst>
              </p:cNvPr>
              <p:cNvSpPr txBox="1"/>
              <p:nvPr/>
            </p:nvSpPr>
            <p:spPr>
              <a:xfrm>
                <a:off x="5874920" y="3191633"/>
                <a:ext cx="192617" cy="15594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83" name="TextBox 782">
                <a:extLst>
                  <a:ext uri="{FF2B5EF4-FFF2-40B4-BE49-F238E27FC236}">
                    <a16:creationId xmlns:a16="http://schemas.microsoft.com/office/drawing/2014/main" id="{CA1D89F5-3EF1-E3F1-D0A3-6EF3EA551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920" y="3191633"/>
                <a:ext cx="192617" cy="155940"/>
              </a:xfrm>
              <a:prstGeom prst="rect">
                <a:avLst/>
              </a:prstGeom>
              <a:blipFill>
                <a:blip r:embed="rId64"/>
                <a:stretch>
                  <a:fillRect l="-25000" r="-12500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4" name="Straight Connector 783">
            <a:extLst>
              <a:ext uri="{FF2B5EF4-FFF2-40B4-BE49-F238E27FC236}">
                <a16:creationId xmlns:a16="http://schemas.microsoft.com/office/drawing/2014/main" id="{7D7F5071-3357-4CF8-8F02-3D6E7D06AA9E}"/>
              </a:ext>
            </a:extLst>
          </p:cNvPr>
          <p:cNvCxnSpPr>
            <a:cxnSpLocks/>
          </p:cNvCxnSpPr>
          <p:nvPr/>
        </p:nvCxnSpPr>
        <p:spPr>
          <a:xfrm flipH="1">
            <a:off x="5853779" y="128290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85" name="TextBox 784">
                <a:extLst>
                  <a:ext uri="{FF2B5EF4-FFF2-40B4-BE49-F238E27FC236}">
                    <a16:creationId xmlns:a16="http://schemas.microsoft.com/office/drawing/2014/main" id="{EEFAF2E8-D280-F3FC-6AEA-74F954170123}"/>
                  </a:ext>
                </a:extLst>
              </p:cNvPr>
              <p:cNvSpPr txBox="1"/>
              <p:nvPr/>
            </p:nvSpPr>
            <p:spPr>
              <a:xfrm>
                <a:off x="5840350" y="1049805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85" name="TextBox 784">
                <a:extLst>
                  <a:ext uri="{FF2B5EF4-FFF2-40B4-BE49-F238E27FC236}">
                    <a16:creationId xmlns:a16="http://schemas.microsoft.com/office/drawing/2014/main" id="{EEFAF2E8-D280-F3FC-6AEA-74F954170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0350" y="1049805"/>
                <a:ext cx="192617" cy="155940"/>
              </a:xfrm>
              <a:prstGeom prst="rect">
                <a:avLst/>
              </a:prstGeom>
              <a:blipFill>
                <a:blip r:embed="rId65"/>
                <a:stretch>
                  <a:fillRect l="-17647" r="-5882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6" name="Rectangle 785">
            <a:extLst>
              <a:ext uri="{FF2B5EF4-FFF2-40B4-BE49-F238E27FC236}">
                <a16:creationId xmlns:a16="http://schemas.microsoft.com/office/drawing/2014/main" id="{746D3436-89F2-2D2D-AC00-2A5B2DE7E7B1}"/>
              </a:ext>
            </a:extLst>
          </p:cNvPr>
          <p:cNvSpPr/>
          <p:nvPr/>
        </p:nvSpPr>
        <p:spPr>
          <a:xfrm flipH="1">
            <a:off x="6628009" y="3136665"/>
            <a:ext cx="84954" cy="289752"/>
          </a:xfrm>
          <a:prstGeom prst="rect">
            <a:avLst/>
          </a:prstGeom>
          <a:solidFill>
            <a:srgbClr val="7030A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7" name="TextBox 786">
                <a:extLst>
                  <a:ext uri="{FF2B5EF4-FFF2-40B4-BE49-F238E27FC236}">
                    <a16:creationId xmlns:a16="http://schemas.microsoft.com/office/drawing/2014/main" id="{1CC6E670-2D8C-B65F-9299-B6CA862E8CCC}"/>
                  </a:ext>
                </a:extLst>
              </p:cNvPr>
              <p:cNvSpPr txBox="1"/>
              <p:nvPr/>
            </p:nvSpPr>
            <p:spPr>
              <a:xfrm>
                <a:off x="6655268" y="3192173"/>
                <a:ext cx="192617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87" name="TextBox 786">
                <a:extLst>
                  <a:ext uri="{FF2B5EF4-FFF2-40B4-BE49-F238E27FC236}">
                    <a16:creationId xmlns:a16="http://schemas.microsoft.com/office/drawing/2014/main" id="{1CC6E670-2D8C-B65F-9299-B6CA862E8C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5268" y="3192173"/>
                <a:ext cx="192617" cy="159083"/>
              </a:xfrm>
              <a:prstGeom prst="rect">
                <a:avLst/>
              </a:prstGeom>
              <a:blipFill>
                <a:blip r:embed="rId66"/>
                <a:stretch>
                  <a:fillRect l="-25000" r="-6250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8" name="Straight Connector 787">
            <a:extLst>
              <a:ext uri="{FF2B5EF4-FFF2-40B4-BE49-F238E27FC236}">
                <a16:creationId xmlns:a16="http://schemas.microsoft.com/office/drawing/2014/main" id="{BD5EAC88-AA4B-94FF-B572-792DBCE49306}"/>
              </a:ext>
            </a:extLst>
          </p:cNvPr>
          <p:cNvCxnSpPr>
            <a:cxnSpLocks/>
          </p:cNvCxnSpPr>
          <p:nvPr/>
        </p:nvCxnSpPr>
        <p:spPr>
          <a:xfrm flipH="1">
            <a:off x="6627636" y="1269000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89" name="TextBox 788">
                <a:extLst>
                  <a:ext uri="{FF2B5EF4-FFF2-40B4-BE49-F238E27FC236}">
                    <a16:creationId xmlns:a16="http://schemas.microsoft.com/office/drawing/2014/main" id="{23D11A45-F9D5-FC1C-33DC-80148B28790F}"/>
                  </a:ext>
                </a:extLst>
              </p:cNvPr>
              <p:cNvSpPr txBox="1"/>
              <p:nvPr/>
            </p:nvSpPr>
            <p:spPr>
              <a:xfrm>
                <a:off x="6647456" y="1068114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89" name="TextBox 788">
                <a:extLst>
                  <a:ext uri="{FF2B5EF4-FFF2-40B4-BE49-F238E27FC236}">
                    <a16:creationId xmlns:a16="http://schemas.microsoft.com/office/drawing/2014/main" id="{23D11A45-F9D5-FC1C-33DC-80148B287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7456" y="1068114"/>
                <a:ext cx="192617" cy="159083"/>
              </a:xfrm>
              <a:prstGeom prst="rect">
                <a:avLst/>
              </a:prstGeom>
              <a:blipFill>
                <a:blip r:embed="rId67"/>
                <a:stretch>
                  <a:fillRect l="-25000" t="-7692" r="-6250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11366" y="1049532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1366" y="1049532"/>
                <a:ext cx="192617" cy="156902"/>
              </a:xfrm>
              <a:prstGeom prst="rect">
                <a:avLst/>
              </a:prstGeom>
              <a:blipFill>
                <a:blip r:embed="rId68"/>
                <a:stretch>
                  <a:fillRect l="-25000" r="-6250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5620"/>
              </a:xfrm>
              <a:prstGeom prst="rect">
                <a:avLst/>
              </a:prstGeom>
              <a:blipFill>
                <a:blip r:embed="rId69"/>
                <a:stretch>
                  <a:fillRect l="-33333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2" name="Rectangle 791">
            <a:extLst>
              <a:ext uri="{FF2B5EF4-FFF2-40B4-BE49-F238E27FC236}">
                <a16:creationId xmlns:a16="http://schemas.microsoft.com/office/drawing/2014/main" id="{5D0FE91A-0514-1B15-3B98-26F45A559C99}"/>
              </a:ext>
            </a:extLst>
          </p:cNvPr>
          <p:cNvSpPr/>
          <p:nvPr/>
        </p:nvSpPr>
        <p:spPr>
          <a:xfrm flipH="1">
            <a:off x="6887686" y="2835907"/>
            <a:ext cx="76564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93" name="TextBox 792">
                <a:extLst>
                  <a:ext uri="{FF2B5EF4-FFF2-40B4-BE49-F238E27FC236}">
                    <a16:creationId xmlns:a16="http://schemas.microsoft.com/office/drawing/2014/main" id="{35581061-9635-9138-8E4A-BAA95027F9F4}"/>
                  </a:ext>
                </a:extLst>
              </p:cNvPr>
              <p:cNvSpPr txBox="1"/>
              <p:nvPr/>
            </p:nvSpPr>
            <p:spPr>
              <a:xfrm>
                <a:off x="6961244" y="2894312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3" name="TextBox 792">
                <a:extLst>
                  <a:ext uri="{FF2B5EF4-FFF2-40B4-BE49-F238E27FC236}">
                    <a16:creationId xmlns:a16="http://schemas.microsoft.com/office/drawing/2014/main" id="{35581061-9635-9138-8E4A-BAA95027F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244" y="2894312"/>
                <a:ext cx="140872" cy="155620"/>
              </a:xfrm>
              <a:prstGeom prst="rect">
                <a:avLst/>
              </a:prstGeom>
              <a:blipFill>
                <a:blip r:embed="rId70"/>
                <a:stretch>
                  <a:fillRect l="-33333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7738</TotalTime>
  <Words>573</Words>
  <Application>Microsoft Macintosh PowerPoint</Application>
  <PresentationFormat>Widescreen</PresentationFormat>
  <Paragraphs>381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artem.burmyakov@gmail.com</cp:lastModifiedBy>
  <cp:revision>93</cp:revision>
  <cp:lastPrinted>2024-06-05T11:48:30Z</cp:lastPrinted>
  <dcterms:created xsi:type="dcterms:W3CDTF">2024-01-08T10:43:46Z</dcterms:created>
  <dcterms:modified xsi:type="dcterms:W3CDTF">2026-05-29T12:52:58Z</dcterms:modified>
</cp:coreProperties>
</file>