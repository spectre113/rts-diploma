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1" r:id="rId7"/>
    <p:sldId id="410" r:id="rId8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86"/>
    <p:restoredTop sz="96327"/>
  </p:normalViewPr>
  <p:slideViewPr>
    <p:cSldViewPr snapToGrid="0">
      <p:cViewPr varScale="1">
        <p:scale>
          <a:sx n="113" d="100"/>
          <a:sy n="113" d="100"/>
        </p:scale>
        <p:origin x="75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06/08/2026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.png"/><Relationship Id="rId21" Type="http://schemas.openxmlformats.org/officeDocument/2006/relationships/image" Target="../media/image180.png"/><Relationship Id="rId34" Type="http://schemas.openxmlformats.org/officeDocument/2006/relationships/image" Target="../media/image193.png"/><Relationship Id="rId42" Type="http://schemas.openxmlformats.org/officeDocument/2006/relationships/image" Target="../media/image201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.png"/><Relationship Id="rId37" Type="http://schemas.openxmlformats.org/officeDocument/2006/relationships/image" Target="../media/image196.png"/><Relationship Id="rId40" Type="http://schemas.openxmlformats.org/officeDocument/2006/relationships/image" Target="../media/image199.png"/><Relationship Id="rId45" Type="http://schemas.openxmlformats.org/officeDocument/2006/relationships/image" Target="../media/image204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.png"/><Relationship Id="rId43" Type="http://schemas.openxmlformats.org/officeDocument/2006/relationships/image" Target="../media/image202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.png"/><Relationship Id="rId38" Type="http://schemas.openxmlformats.org/officeDocument/2006/relationships/image" Target="../media/image197.png"/><Relationship Id="rId46" Type="http://schemas.openxmlformats.org/officeDocument/2006/relationships/image" Target="../media/image205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209" t="-34783" r="-7463" b="-4782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other job;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the trajectory 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7818</TotalTime>
  <Words>639</Words>
  <Application>Microsoft Office PowerPoint</Application>
  <PresentationFormat>Широкоэкранный</PresentationFormat>
  <Paragraphs>447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102</cp:revision>
  <cp:lastPrinted>2024-06-05T11:48:30Z</cp:lastPrinted>
  <dcterms:created xsi:type="dcterms:W3CDTF">2024-01-08T10:43:46Z</dcterms:created>
  <dcterms:modified xsi:type="dcterms:W3CDTF">2026-06-08T13:05:35Z</dcterms:modified>
</cp:coreProperties>
</file>