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05" r:id="rId2"/>
    <p:sldId id="406" r:id="rId3"/>
    <p:sldId id="407" r:id="rId4"/>
    <p:sldId id="408" r:id="rId5"/>
    <p:sldId id="409" r:id="rId6"/>
    <p:sldId id="410" r:id="rId7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300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86"/>
    <p:restoredTop sz="96327"/>
  </p:normalViewPr>
  <p:slideViewPr>
    <p:cSldViewPr snapToGrid="0">
      <p:cViewPr varScale="1">
        <p:scale>
          <a:sx n="127" d="100"/>
          <a:sy n="127" d="100"/>
        </p:scale>
        <p:origin x="2429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FD1AF-382F-AC74-EE4D-37341A330B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52DEC7-8A9D-02FE-0175-5C7ECA0F5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D89B69-7C1E-FBB9-4444-E954762ED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0F0EF-FABB-D8DE-766E-ACB63A10C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E1CEA9-DF10-416B-5284-AB583BF3B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7734452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577DA-774A-6B6C-A4EC-7122595F6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F2C356-25C0-A8FD-35CD-F6263631CB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9BE595-A1DD-0E0B-14CE-958305FD74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ADB51-E2B6-7880-0B4D-E0ED3A16F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5E43D-A82F-E385-CE5D-F31241B33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39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184F1-1182-9FDE-62B3-57FCA59E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918AF-41CF-8FEB-E47B-F3A1F48603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1FEBC-1D97-0A8A-E592-D9F43D097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E9D39-DE11-CEDC-E77E-A6792986C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1FD316-EDCB-3D7C-C41C-3A40A8DF5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449086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F3CEF-01DF-30E1-A495-C6F464038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E82C9-F222-622A-8251-E555CFF229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7DBE83-C737-4313-1266-0588B2FDE7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D3C180-E08A-6256-6609-D85B65E14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63F6F-5A24-34D1-F711-1AD9F7EC3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2FC846-1881-3E73-2ACB-243226015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913875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B97FD-368B-D52F-766D-3FF1DBD08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D293C-06D8-4D13-C4E1-FAD5FCC0A8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8921A3-B70A-7867-83C9-B2273F2539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FB3633-708A-883B-B3ED-039EC65EE8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29CBEE-A2D5-6CFB-41B8-FCF5A8A4AA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B7488B-FCD8-5A1D-398E-BE0A49BA8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2A1BBE-85C7-C6E9-FA66-90061D22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93E929-486E-D86C-86A4-A92D9FA78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251725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2ECF-2F27-98EB-4794-8DEB4CF11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AB0CCE-A89D-149E-7D33-95C575470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6B8B85-DB75-E110-FF8A-1599B4ABD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A1789B-3D9F-1715-0BCF-56E2D6AAA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439468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8A5881C-2817-12D7-5308-87B5302E3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AC8FCF-2869-D134-EADB-382C51D5E7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E665B8-03B6-8FF8-AFA6-7D07DF0B9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0439583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F91F9-80E0-6FDA-7422-56D260A57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2DB80B-D903-ACA6-0B89-570AE0966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05094-3D0D-7686-7B29-FE53C4967C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CD092C-DAC4-9FC6-0EC2-B925FE67C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B4F7CB-D0A8-8F33-7DC9-786A1B00C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2598A6-ADD9-5408-EE3C-D9773E76B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819197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B37AB-50ED-AD46-396D-E16B2B31AA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DB402C-607B-3195-0299-FF622CE17FC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4E3AB-F390-E976-56D8-A2DDDDBE9F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7E8017-BEE0-D0B5-E522-CD9587DF3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AC081-ACE3-6B2C-60D5-B6765881C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F04B7C-3DF9-AB71-2314-905ED58F6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77840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38B32-3F82-666C-B8A6-8AC3CBEB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DCB74B-46D6-49E8-62A2-8DFB9DAA1B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22CF-6611-ABB1-BE0D-1E1CEEF34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3969B5-5357-AA45-F470-4E792CE4C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4C16A6-0682-4C6C-E6D2-56A64D47B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632617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283EC3-180F-5CC6-6C19-622338487A5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9DBFD7-B027-CAC2-FD7E-E2DDE8D898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6616-91F8-5D6A-2A11-C120C5D9D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EB188-64E7-746D-0739-AE8206489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4B5825-D5DC-B988-462A-95FEBB71B3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23137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601DFC-70E4-9602-9EE4-4FD2BEF6A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A37DDD-DA6B-00EE-A2E5-CCF7A0F9A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859896-723F-B54C-E9DB-28D5A0D888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4F69D-A07D-2540-A0CF-3D9333BA4B17}" type="datetimeFigureOut">
              <a:rPr lang="en-RU" smtClean="0"/>
              <a:t>06/03/2026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7DDF0-C6EB-F279-D0FC-F0A4156C26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67E40-4119-9342-6313-79BA81ABB5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112700-C974-BF44-A8D0-A8B8F4A1AC29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894303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7.png"/><Relationship Id="rId26" Type="http://schemas.openxmlformats.org/officeDocument/2006/relationships/image" Target="../media/image11.png"/><Relationship Id="rId3" Type="http://schemas.openxmlformats.org/officeDocument/2006/relationships/image" Target="../media/image2.png"/><Relationship Id="rId21" Type="http://schemas.openxmlformats.org/officeDocument/2006/relationships/image" Target="../media/image20.png"/><Relationship Id="rId34" Type="http://schemas.openxmlformats.org/officeDocument/2006/relationships/image" Target="../media/image32.png"/><Relationship Id="rId7" Type="http://schemas.openxmlformats.org/officeDocument/2006/relationships/image" Target="../media/image35.png"/><Relationship Id="rId12" Type="http://schemas.openxmlformats.org/officeDocument/2006/relationships/image" Target="../media/image8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1.png"/><Relationship Id="rId38" Type="http://schemas.openxmlformats.org/officeDocument/2006/relationships/image" Target="../media/image2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image" Target="../media/image7.png"/><Relationship Id="rId24" Type="http://schemas.openxmlformats.org/officeDocument/2006/relationships/image" Target="../media/image23.png"/><Relationship Id="rId32" Type="http://schemas.openxmlformats.org/officeDocument/2006/relationships/image" Target="../media/image30.png"/><Relationship Id="rId37" Type="http://schemas.openxmlformats.org/officeDocument/2006/relationships/image" Target="../media/image12.png"/><Relationship Id="rId5" Type="http://schemas.openxmlformats.org/officeDocument/2006/relationships/image" Target="../media/image13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36" Type="http://schemas.openxmlformats.org/officeDocument/2006/relationships/image" Target="../media/image34.png"/><Relationship Id="rId10" Type="http://schemas.openxmlformats.org/officeDocument/2006/relationships/image" Target="../media/image6.png"/><Relationship Id="rId19" Type="http://schemas.openxmlformats.org/officeDocument/2006/relationships/image" Target="../media/image18.png"/><Relationship Id="rId31" Type="http://schemas.openxmlformats.org/officeDocument/2006/relationships/image" Target="../media/image29.png"/><Relationship Id="rId4" Type="http://schemas.openxmlformats.org/officeDocument/2006/relationships/image" Target="../media/image3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35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26" Type="http://schemas.openxmlformats.org/officeDocument/2006/relationships/image" Target="../media/image60.png"/><Relationship Id="rId39" Type="http://schemas.openxmlformats.org/officeDocument/2006/relationships/image" Target="../media/image73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68.png"/><Relationship Id="rId42" Type="http://schemas.openxmlformats.org/officeDocument/2006/relationships/image" Target="../media/image76.png"/><Relationship Id="rId47" Type="http://schemas.openxmlformats.org/officeDocument/2006/relationships/image" Target="../media/image81.png"/><Relationship Id="rId50" Type="http://schemas.openxmlformats.org/officeDocument/2006/relationships/image" Target="../media/image84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5" Type="http://schemas.openxmlformats.org/officeDocument/2006/relationships/image" Target="../media/image59.png"/><Relationship Id="rId33" Type="http://schemas.openxmlformats.org/officeDocument/2006/relationships/image" Target="../media/image67.png"/><Relationship Id="rId38" Type="http://schemas.openxmlformats.org/officeDocument/2006/relationships/image" Target="../media/image72.png"/><Relationship Id="rId46" Type="http://schemas.openxmlformats.org/officeDocument/2006/relationships/image" Target="../media/image80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29" Type="http://schemas.openxmlformats.org/officeDocument/2006/relationships/image" Target="../media/image63.png"/><Relationship Id="rId41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24" Type="http://schemas.openxmlformats.org/officeDocument/2006/relationships/image" Target="../media/image58.png"/><Relationship Id="rId32" Type="http://schemas.openxmlformats.org/officeDocument/2006/relationships/image" Target="../media/image66.png"/><Relationship Id="rId37" Type="http://schemas.openxmlformats.org/officeDocument/2006/relationships/image" Target="../media/image71.png"/><Relationship Id="rId40" Type="http://schemas.openxmlformats.org/officeDocument/2006/relationships/image" Target="../media/image74.png"/><Relationship Id="rId45" Type="http://schemas.openxmlformats.org/officeDocument/2006/relationships/image" Target="../media/image79.png"/><Relationship Id="rId53" Type="http://schemas.openxmlformats.org/officeDocument/2006/relationships/image" Target="../media/image87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23" Type="http://schemas.openxmlformats.org/officeDocument/2006/relationships/image" Target="../media/image57.png"/><Relationship Id="rId28" Type="http://schemas.openxmlformats.org/officeDocument/2006/relationships/image" Target="../media/image62.png"/><Relationship Id="rId36" Type="http://schemas.openxmlformats.org/officeDocument/2006/relationships/image" Target="../media/image70.png"/><Relationship Id="rId49" Type="http://schemas.openxmlformats.org/officeDocument/2006/relationships/image" Target="../media/image83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31" Type="http://schemas.openxmlformats.org/officeDocument/2006/relationships/image" Target="../media/image65.png"/><Relationship Id="rId44" Type="http://schemas.openxmlformats.org/officeDocument/2006/relationships/image" Target="../media/image78.png"/><Relationship Id="rId52" Type="http://schemas.openxmlformats.org/officeDocument/2006/relationships/image" Target="../media/image86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Relationship Id="rId22" Type="http://schemas.openxmlformats.org/officeDocument/2006/relationships/image" Target="../media/image56.png"/><Relationship Id="rId27" Type="http://schemas.openxmlformats.org/officeDocument/2006/relationships/image" Target="../media/image61.png"/><Relationship Id="rId30" Type="http://schemas.openxmlformats.org/officeDocument/2006/relationships/image" Target="../media/image64.png"/><Relationship Id="rId35" Type="http://schemas.openxmlformats.org/officeDocument/2006/relationships/image" Target="../media/image69.png"/><Relationship Id="rId43" Type="http://schemas.openxmlformats.org/officeDocument/2006/relationships/image" Target="../media/image77.png"/><Relationship Id="rId48" Type="http://schemas.openxmlformats.org/officeDocument/2006/relationships/image" Target="../media/image82.png"/><Relationship Id="rId8" Type="http://schemas.openxmlformats.org/officeDocument/2006/relationships/image" Target="../media/image42.png"/><Relationship Id="rId51" Type="http://schemas.openxmlformats.org/officeDocument/2006/relationships/image" Target="../media/image8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89.png"/><Relationship Id="rId18" Type="http://schemas.openxmlformats.org/officeDocument/2006/relationships/image" Target="../media/image94.png"/><Relationship Id="rId39" Type="http://schemas.openxmlformats.org/officeDocument/2006/relationships/image" Target="../media/image107.png"/><Relationship Id="rId51" Type="http://schemas.openxmlformats.org/officeDocument/2006/relationships/image" Target="../media/image85.png"/><Relationship Id="rId3" Type="http://schemas.openxmlformats.org/officeDocument/2006/relationships/image" Target="../media/image37.png"/><Relationship Id="rId21" Type="http://schemas.openxmlformats.org/officeDocument/2006/relationships/image" Target="../media/image55.png"/><Relationship Id="rId34" Type="http://schemas.openxmlformats.org/officeDocument/2006/relationships/image" Target="../media/image102.png"/><Relationship Id="rId55" Type="http://schemas.openxmlformats.org/officeDocument/2006/relationships/image" Target="../media/image112.png"/><Relationship Id="rId7" Type="http://schemas.openxmlformats.org/officeDocument/2006/relationships/image" Target="../media/image41.png"/><Relationship Id="rId12" Type="http://schemas.openxmlformats.org/officeDocument/2006/relationships/image" Target="../media/image88.png"/><Relationship Id="rId17" Type="http://schemas.openxmlformats.org/officeDocument/2006/relationships/image" Target="../media/image93.png"/><Relationship Id="rId33" Type="http://schemas.openxmlformats.org/officeDocument/2006/relationships/image" Target="../media/image101.png"/><Relationship Id="rId38" Type="http://schemas.openxmlformats.org/officeDocument/2006/relationships/image" Target="../media/image106.png"/><Relationship Id="rId59" Type="http://schemas.openxmlformats.org/officeDocument/2006/relationships/image" Target="../media/image116.png"/><Relationship Id="rId16" Type="http://schemas.openxmlformats.org/officeDocument/2006/relationships/image" Target="../media/image92.png"/><Relationship Id="rId20" Type="http://schemas.openxmlformats.org/officeDocument/2006/relationships/image" Target="../media/image96.png"/><Relationship Id="rId29" Type="http://schemas.openxmlformats.org/officeDocument/2006/relationships/image" Target="../media/image63.png"/><Relationship Id="rId54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32" Type="http://schemas.openxmlformats.org/officeDocument/2006/relationships/image" Target="../media/image100.png"/><Relationship Id="rId37" Type="http://schemas.openxmlformats.org/officeDocument/2006/relationships/image" Target="../media/image105.png"/><Relationship Id="rId40" Type="http://schemas.openxmlformats.org/officeDocument/2006/relationships/image" Target="../media/image108.png"/><Relationship Id="rId53" Type="http://schemas.openxmlformats.org/officeDocument/2006/relationships/image" Target="../media/image110.png"/><Relationship Id="rId58" Type="http://schemas.openxmlformats.org/officeDocument/2006/relationships/image" Target="../media/image115.png"/><Relationship Id="rId5" Type="http://schemas.openxmlformats.org/officeDocument/2006/relationships/image" Target="../media/image39.png"/><Relationship Id="rId15" Type="http://schemas.openxmlformats.org/officeDocument/2006/relationships/image" Target="../media/image91.png"/><Relationship Id="rId28" Type="http://schemas.openxmlformats.org/officeDocument/2006/relationships/image" Target="../media/image62.png"/><Relationship Id="rId36" Type="http://schemas.openxmlformats.org/officeDocument/2006/relationships/image" Target="../media/image104.png"/><Relationship Id="rId57" Type="http://schemas.openxmlformats.org/officeDocument/2006/relationships/image" Target="../media/image114.png"/><Relationship Id="rId10" Type="http://schemas.openxmlformats.org/officeDocument/2006/relationships/image" Target="../media/image44.png"/><Relationship Id="rId19" Type="http://schemas.openxmlformats.org/officeDocument/2006/relationships/image" Target="../media/image95.png"/><Relationship Id="rId31" Type="http://schemas.openxmlformats.org/officeDocument/2006/relationships/image" Target="../media/image99.png"/><Relationship Id="rId52" Type="http://schemas.openxmlformats.org/officeDocument/2006/relationships/image" Target="../media/image109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90.png"/><Relationship Id="rId22" Type="http://schemas.openxmlformats.org/officeDocument/2006/relationships/image" Target="../media/image97.png"/><Relationship Id="rId27" Type="http://schemas.openxmlformats.org/officeDocument/2006/relationships/image" Target="../media/image61.png"/><Relationship Id="rId30" Type="http://schemas.openxmlformats.org/officeDocument/2006/relationships/image" Target="../media/image98.png"/><Relationship Id="rId35" Type="http://schemas.openxmlformats.org/officeDocument/2006/relationships/image" Target="../media/image103.png"/><Relationship Id="rId56" Type="http://schemas.openxmlformats.org/officeDocument/2006/relationships/image" Target="../media/image1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18" Type="http://schemas.openxmlformats.org/officeDocument/2006/relationships/image" Target="../media/image133.png"/><Relationship Id="rId26" Type="http://schemas.openxmlformats.org/officeDocument/2006/relationships/image" Target="../media/image141.png"/><Relationship Id="rId39" Type="http://schemas.openxmlformats.org/officeDocument/2006/relationships/image" Target="../media/image154.png"/><Relationship Id="rId3" Type="http://schemas.openxmlformats.org/officeDocument/2006/relationships/image" Target="../media/image118.png"/><Relationship Id="rId21" Type="http://schemas.openxmlformats.org/officeDocument/2006/relationships/image" Target="../media/image136.png"/><Relationship Id="rId34" Type="http://schemas.openxmlformats.org/officeDocument/2006/relationships/image" Target="../media/image149.png"/><Relationship Id="rId42" Type="http://schemas.openxmlformats.org/officeDocument/2006/relationships/image" Target="../media/image157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5" Type="http://schemas.openxmlformats.org/officeDocument/2006/relationships/image" Target="../media/image140.png"/><Relationship Id="rId33" Type="http://schemas.openxmlformats.org/officeDocument/2006/relationships/image" Target="../media/image148.png"/><Relationship Id="rId38" Type="http://schemas.openxmlformats.org/officeDocument/2006/relationships/image" Target="../media/image153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20" Type="http://schemas.openxmlformats.org/officeDocument/2006/relationships/image" Target="../media/image135.png"/><Relationship Id="rId29" Type="http://schemas.openxmlformats.org/officeDocument/2006/relationships/image" Target="../media/image144.png"/><Relationship Id="rId41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24" Type="http://schemas.openxmlformats.org/officeDocument/2006/relationships/image" Target="../media/image139.png"/><Relationship Id="rId32" Type="http://schemas.openxmlformats.org/officeDocument/2006/relationships/image" Target="../media/image147.png"/><Relationship Id="rId37" Type="http://schemas.openxmlformats.org/officeDocument/2006/relationships/image" Target="../media/image152.png"/><Relationship Id="rId40" Type="http://schemas.openxmlformats.org/officeDocument/2006/relationships/image" Target="../media/image155.png"/><Relationship Id="rId45" Type="http://schemas.openxmlformats.org/officeDocument/2006/relationships/image" Target="../media/image160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23" Type="http://schemas.openxmlformats.org/officeDocument/2006/relationships/image" Target="../media/image138.png"/><Relationship Id="rId28" Type="http://schemas.openxmlformats.org/officeDocument/2006/relationships/image" Target="../media/image143.png"/><Relationship Id="rId36" Type="http://schemas.openxmlformats.org/officeDocument/2006/relationships/image" Target="../media/image151.png"/><Relationship Id="rId10" Type="http://schemas.openxmlformats.org/officeDocument/2006/relationships/image" Target="../media/image125.png"/><Relationship Id="rId19" Type="http://schemas.openxmlformats.org/officeDocument/2006/relationships/image" Target="../media/image134.png"/><Relationship Id="rId31" Type="http://schemas.openxmlformats.org/officeDocument/2006/relationships/image" Target="../media/image146.png"/><Relationship Id="rId44" Type="http://schemas.openxmlformats.org/officeDocument/2006/relationships/image" Target="../media/image159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Relationship Id="rId22" Type="http://schemas.openxmlformats.org/officeDocument/2006/relationships/image" Target="../media/image137.png"/><Relationship Id="rId27" Type="http://schemas.openxmlformats.org/officeDocument/2006/relationships/image" Target="../media/image142.png"/><Relationship Id="rId30" Type="http://schemas.openxmlformats.org/officeDocument/2006/relationships/image" Target="../media/image145.png"/><Relationship Id="rId35" Type="http://schemas.openxmlformats.org/officeDocument/2006/relationships/image" Target="../media/image150.png"/><Relationship Id="rId43" Type="http://schemas.openxmlformats.org/officeDocument/2006/relationships/image" Target="../media/image158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72.png"/><Relationship Id="rId18" Type="http://schemas.openxmlformats.org/officeDocument/2006/relationships/image" Target="../media/image177.png"/><Relationship Id="rId26" Type="http://schemas.openxmlformats.org/officeDocument/2006/relationships/image" Target="../media/image185.png"/><Relationship Id="rId39" Type="http://schemas.openxmlformats.org/officeDocument/2006/relationships/image" Target="../media/image198.png"/><Relationship Id="rId21" Type="http://schemas.openxmlformats.org/officeDocument/2006/relationships/image" Target="../media/image180.png"/><Relationship Id="rId34" Type="http://schemas.openxmlformats.org/officeDocument/2006/relationships/image" Target="../media/image193.png"/><Relationship Id="rId42" Type="http://schemas.openxmlformats.org/officeDocument/2006/relationships/image" Target="../media/image201.png"/><Relationship Id="rId47" Type="http://schemas.openxmlformats.org/officeDocument/2006/relationships/image" Target="../media/image206.png"/><Relationship Id="rId50" Type="http://schemas.openxmlformats.org/officeDocument/2006/relationships/image" Target="../media/image209.png"/><Relationship Id="rId63" Type="http://schemas.openxmlformats.org/officeDocument/2006/relationships/image" Target="../media/image219.png"/><Relationship Id="rId68" Type="http://schemas.openxmlformats.org/officeDocument/2006/relationships/image" Target="../media/image224.png"/><Relationship Id="rId76" Type="http://schemas.openxmlformats.org/officeDocument/2006/relationships/image" Target="../media/image232.png"/><Relationship Id="rId84" Type="http://schemas.openxmlformats.org/officeDocument/2006/relationships/image" Target="../media/image240.png"/><Relationship Id="rId89" Type="http://schemas.openxmlformats.org/officeDocument/2006/relationships/image" Target="../media/image245.png"/><Relationship Id="rId7" Type="http://schemas.openxmlformats.org/officeDocument/2006/relationships/image" Target="../media/image166.png"/><Relationship Id="rId71" Type="http://schemas.openxmlformats.org/officeDocument/2006/relationships/image" Target="../media/image227.png"/><Relationship Id="rId92" Type="http://schemas.openxmlformats.org/officeDocument/2006/relationships/image" Target="../media/image248.png"/><Relationship Id="rId2" Type="http://schemas.openxmlformats.org/officeDocument/2006/relationships/image" Target="../media/image161.png"/><Relationship Id="rId16" Type="http://schemas.openxmlformats.org/officeDocument/2006/relationships/image" Target="../media/image175.png"/><Relationship Id="rId29" Type="http://schemas.openxmlformats.org/officeDocument/2006/relationships/image" Target="../media/image188.png"/><Relationship Id="rId11" Type="http://schemas.openxmlformats.org/officeDocument/2006/relationships/image" Target="../media/image170.png"/><Relationship Id="rId24" Type="http://schemas.openxmlformats.org/officeDocument/2006/relationships/image" Target="../media/image183.png"/><Relationship Id="rId32" Type="http://schemas.openxmlformats.org/officeDocument/2006/relationships/image" Target="../media/image191.png"/><Relationship Id="rId37" Type="http://schemas.openxmlformats.org/officeDocument/2006/relationships/image" Target="../media/image196.png"/><Relationship Id="rId40" Type="http://schemas.openxmlformats.org/officeDocument/2006/relationships/image" Target="../media/image199.png"/><Relationship Id="rId45" Type="http://schemas.openxmlformats.org/officeDocument/2006/relationships/image" Target="../media/image204.png"/><Relationship Id="rId53" Type="http://schemas.openxmlformats.org/officeDocument/2006/relationships/image" Target="../media/image212.png"/><Relationship Id="rId58" Type="http://schemas.openxmlformats.org/officeDocument/2006/relationships/image" Target="../media/image217.png"/><Relationship Id="rId66" Type="http://schemas.openxmlformats.org/officeDocument/2006/relationships/image" Target="../media/image222.png"/><Relationship Id="rId74" Type="http://schemas.openxmlformats.org/officeDocument/2006/relationships/image" Target="../media/image230.png"/><Relationship Id="rId79" Type="http://schemas.openxmlformats.org/officeDocument/2006/relationships/image" Target="../media/image235.png"/><Relationship Id="rId87" Type="http://schemas.openxmlformats.org/officeDocument/2006/relationships/image" Target="../media/image243.png"/><Relationship Id="rId5" Type="http://schemas.openxmlformats.org/officeDocument/2006/relationships/image" Target="../media/image164.png"/><Relationship Id="rId61" Type="http://schemas.openxmlformats.org/officeDocument/2006/relationships/image" Target="../media/image214.png"/><Relationship Id="rId82" Type="http://schemas.openxmlformats.org/officeDocument/2006/relationships/image" Target="../media/image238.png"/><Relationship Id="rId90" Type="http://schemas.openxmlformats.org/officeDocument/2006/relationships/image" Target="../media/image246.png"/><Relationship Id="rId95" Type="http://schemas.openxmlformats.org/officeDocument/2006/relationships/image" Target="../media/image251.png"/><Relationship Id="rId19" Type="http://schemas.openxmlformats.org/officeDocument/2006/relationships/image" Target="../media/image178.png"/><Relationship Id="rId14" Type="http://schemas.openxmlformats.org/officeDocument/2006/relationships/image" Target="../media/image173.png"/><Relationship Id="rId22" Type="http://schemas.openxmlformats.org/officeDocument/2006/relationships/image" Target="../media/image181.png"/><Relationship Id="rId27" Type="http://schemas.openxmlformats.org/officeDocument/2006/relationships/image" Target="../media/image186.png"/><Relationship Id="rId30" Type="http://schemas.openxmlformats.org/officeDocument/2006/relationships/image" Target="../media/image189.png"/><Relationship Id="rId35" Type="http://schemas.openxmlformats.org/officeDocument/2006/relationships/image" Target="../media/image194.png"/><Relationship Id="rId43" Type="http://schemas.openxmlformats.org/officeDocument/2006/relationships/image" Target="../media/image202.png"/><Relationship Id="rId48" Type="http://schemas.openxmlformats.org/officeDocument/2006/relationships/image" Target="../media/image207.png"/><Relationship Id="rId64" Type="http://schemas.openxmlformats.org/officeDocument/2006/relationships/image" Target="../media/image220.png"/><Relationship Id="rId69" Type="http://schemas.openxmlformats.org/officeDocument/2006/relationships/image" Target="../media/image225.png"/><Relationship Id="rId77" Type="http://schemas.openxmlformats.org/officeDocument/2006/relationships/image" Target="../media/image233.png"/><Relationship Id="rId8" Type="http://schemas.openxmlformats.org/officeDocument/2006/relationships/image" Target="../media/image167.png"/><Relationship Id="rId51" Type="http://schemas.openxmlformats.org/officeDocument/2006/relationships/image" Target="../media/image210.png"/><Relationship Id="rId72" Type="http://schemas.openxmlformats.org/officeDocument/2006/relationships/image" Target="../media/image228.png"/><Relationship Id="rId80" Type="http://schemas.openxmlformats.org/officeDocument/2006/relationships/image" Target="../media/image236.png"/><Relationship Id="rId85" Type="http://schemas.openxmlformats.org/officeDocument/2006/relationships/image" Target="../media/image241.png"/><Relationship Id="rId93" Type="http://schemas.openxmlformats.org/officeDocument/2006/relationships/image" Target="../media/image249.png"/><Relationship Id="rId3" Type="http://schemas.openxmlformats.org/officeDocument/2006/relationships/image" Target="../media/image162.png"/><Relationship Id="rId12" Type="http://schemas.openxmlformats.org/officeDocument/2006/relationships/image" Target="../media/image171.png"/><Relationship Id="rId17" Type="http://schemas.openxmlformats.org/officeDocument/2006/relationships/image" Target="../media/image176.png"/><Relationship Id="rId25" Type="http://schemas.openxmlformats.org/officeDocument/2006/relationships/image" Target="../media/image184.png"/><Relationship Id="rId33" Type="http://schemas.openxmlformats.org/officeDocument/2006/relationships/image" Target="../media/image192.png"/><Relationship Id="rId38" Type="http://schemas.openxmlformats.org/officeDocument/2006/relationships/image" Target="../media/image197.png"/><Relationship Id="rId46" Type="http://schemas.openxmlformats.org/officeDocument/2006/relationships/image" Target="../media/image205.png"/><Relationship Id="rId59" Type="http://schemas.openxmlformats.org/officeDocument/2006/relationships/image" Target="../media/image218.png"/><Relationship Id="rId67" Type="http://schemas.openxmlformats.org/officeDocument/2006/relationships/image" Target="../media/image223.png"/><Relationship Id="rId20" Type="http://schemas.openxmlformats.org/officeDocument/2006/relationships/image" Target="../media/image179.png"/><Relationship Id="rId41" Type="http://schemas.openxmlformats.org/officeDocument/2006/relationships/image" Target="../media/image200.png"/><Relationship Id="rId62" Type="http://schemas.openxmlformats.org/officeDocument/2006/relationships/image" Target="../media/image215.png"/><Relationship Id="rId70" Type="http://schemas.openxmlformats.org/officeDocument/2006/relationships/image" Target="../media/image226.png"/><Relationship Id="rId75" Type="http://schemas.openxmlformats.org/officeDocument/2006/relationships/image" Target="../media/image231.png"/><Relationship Id="rId83" Type="http://schemas.openxmlformats.org/officeDocument/2006/relationships/image" Target="../media/image239.png"/><Relationship Id="rId88" Type="http://schemas.openxmlformats.org/officeDocument/2006/relationships/image" Target="../media/image244.png"/><Relationship Id="rId91" Type="http://schemas.openxmlformats.org/officeDocument/2006/relationships/image" Target="../media/image2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5.png"/><Relationship Id="rId15" Type="http://schemas.openxmlformats.org/officeDocument/2006/relationships/image" Target="../media/image174.png"/><Relationship Id="rId23" Type="http://schemas.openxmlformats.org/officeDocument/2006/relationships/image" Target="../media/image182.png"/><Relationship Id="rId28" Type="http://schemas.openxmlformats.org/officeDocument/2006/relationships/image" Target="../media/image187.png"/><Relationship Id="rId36" Type="http://schemas.openxmlformats.org/officeDocument/2006/relationships/image" Target="../media/image195.png"/><Relationship Id="rId49" Type="http://schemas.openxmlformats.org/officeDocument/2006/relationships/image" Target="../media/image208.png"/><Relationship Id="rId57" Type="http://schemas.openxmlformats.org/officeDocument/2006/relationships/image" Target="../media/image216.png"/><Relationship Id="rId10" Type="http://schemas.openxmlformats.org/officeDocument/2006/relationships/image" Target="../media/image169.png"/><Relationship Id="rId31" Type="http://schemas.openxmlformats.org/officeDocument/2006/relationships/image" Target="../media/image190.png"/><Relationship Id="rId44" Type="http://schemas.openxmlformats.org/officeDocument/2006/relationships/image" Target="../media/image203.png"/><Relationship Id="rId52" Type="http://schemas.openxmlformats.org/officeDocument/2006/relationships/image" Target="../media/image211.png"/><Relationship Id="rId60" Type="http://schemas.openxmlformats.org/officeDocument/2006/relationships/image" Target="../media/image213.png"/><Relationship Id="rId65" Type="http://schemas.openxmlformats.org/officeDocument/2006/relationships/image" Target="../media/image221.png"/><Relationship Id="rId73" Type="http://schemas.openxmlformats.org/officeDocument/2006/relationships/image" Target="../media/image229.png"/><Relationship Id="rId78" Type="http://schemas.openxmlformats.org/officeDocument/2006/relationships/image" Target="../media/image234.png"/><Relationship Id="rId81" Type="http://schemas.openxmlformats.org/officeDocument/2006/relationships/image" Target="../media/image237.png"/><Relationship Id="rId86" Type="http://schemas.openxmlformats.org/officeDocument/2006/relationships/image" Target="../media/image242.png"/><Relationship Id="rId94" Type="http://schemas.openxmlformats.org/officeDocument/2006/relationships/image" Target="../media/image250.png"/><Relationship Id="rId4" Type="http://schemas.openxmlformats.org/officeDocument/2006/relationships/image" Target="../media/image163.png"/><Relationship Id="rId9" Type="http://schemas.openxmlformats.org/officeDocument/2006/relationships/image" Target="../media/image16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60.png"/><Relationship Id="rId13" Type="http://schemas.openxmlformats.org/officeDocument/2006/relationships/image" Target="../media/image2410.png"/><Relationship Id="rId18" Type="http://schemas.openxmlformats.org/officeDocument/2006/relationships/image" Target="../media/image2460.png"/><Relationship Id="rId26" Type="http://schemas.openxmlformats.org/officeDocument/2006/relationships/image" Target="../media/image254.png"/><Relationship Id="rId3" Type="http://schemas.openxmlformats.org/officeDocument/2006/relationships/image" Target="../media/image2310.png"/><Relationship Id="rId21" Type="http://schemas.openxmlformats.org/officeDocument/2006/relationships/image" Target="../media/image2490.png"/><Relationship Id="rId7" Type="http://schemas.openxmlformats.org/officeDocument/2006/relationships/image" Target="../media/image2350.png"/><Relationship Id="rId12" Type="http://schemas.openxmlformats.org/officeDocument/2006/relationships/image" Target="../media/image2400.png"/><Relationship Id="rId17" Type="http://schemas.openxmlformats.org/officeDocument/2006/relationships/image" Target="../media/image2450.png"/><Relationship Id="rId25" Type="http://schemas.openxmlformats.org/officeDocument/2006/relationships/image" Target="../media/image253.png"/><Relationship Id="rId2" Type="http://schemas.openxmlformats.org/officeDocument/2006/relationships/image" Target="../media/image2300.png"/><Relationship Id="rId16" Type="http://schemas.openxmlformats.org/officeDocument/2006/relationships/image" Target="../media/image2440.png"/><Relationship Id="rId20" Type="http://schemas.openxmlformats.org/officeDocument/2006/relationships/image" Target="../media/image2480.png"/><Relationship Id="rId29" Type="http://schemas.openxmlformats.org/officeDocument/2006/relationships/image" Target="../media/image25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40.png"/><Relationship Id="rId11" Type="http://schemas.openxmlformats.org/officeDocument/2006/relationships/image" Target="../media/image2390.png"/><Relationship Id="rId24" Type="http://schemas.openxmlformats.org/officeDocument/2006/relationships/image" Target="../media/image252.png"/><Relationship Id="rId32" Type="http://schemas.openxmlformats.org/officeDocument/2006/relationships/image" Target="../media/image260.png"/><Relationship Id="rId5" Type="http://schemas.openxmlformats.org/officeDocument/2006/relationships/image" Target="../media/image2330.png"/><Relationship Id="rId15" Type="http://schemas.openxmlformats.org/officeDocument/2006/relationships/image" Target="../media/image2430.png"/><Relationship Id="rId23" Type="http://schemas.openxmlformats.org/officeDocument/2006/relationships/image" Target="../media/image2510.png"/><Relationship Id="rId28" Type="http://schemas.openxmlformats.org/officeDocument/2006/relationships/image" Target="../media/image256.png"/><Relationship Id="rId10" Type="http://schemas.openxmlformats.org/officeDocument/2006/relationships/image" Target="../media/image2380.png"/><Relationship Id="rId19" Type="http://schemas.openxmlformats.org/officeDocument/2006/relationships/image" Target="../media/image2470.png"/><Relationship Id="rId31" Type="http://schemas.openxmlformats.org/officeDocument/2006/relationships/image" Target="../media/image259.png"/><Relationship Id="rId4" Type="http://schemas.openxmlformats.org/officeDocument/2006/relationships/image" Target="../media/image2320.png"/><Relationship Id="rId9" Type="http://schemas.openxmlformats.org/officeDocument/2006/relationships/image" Target="../media/image2370.png"/><Relationship Id="rId14" Type="http://schemas.openxmlformats.org/officeDocument/2006/relationships/image" Target="../media/image2420.png"/><Relationship Id="rId22" Type="http://schemas.openxmlformats.org/officeDocument/2006/relationships/image" Target="../media/image2500.png"/><Relationship Id="rId27" Type="http://schemas.openxmlformats.org/officeDocument/2006/relationships/image" Target="../media/image255.png"/><Relationship Id="rId30" Type="http://schemas.openxmlformats.org/officeDocument/2006/relationships/image" Target="../media/image2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" name="Straight Connector 142"/>
          <p:cNvCxnSpPr>
            <a:cxnSpLocks/>
          </p:cNvCxnSpPr>
          <p:nvPr/>
        </p:nvCxnSpPr>
        <p:spPr>
          <a:xfrm flipV="1">
            <a:off x="717460" y="55309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/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543B21D4-5DE5-E4A1-61E6-1B42D9AEB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47" y="5202423"/>
                <a:ext cx="891591" cy="385234"/>
              </a:xfrm>
              <a:prstGeom prst="rect">
                <a:avLst/>
              </a:prstGeom>
              <a:blipFill>
                <a:blip r:embed="rId2"/>
                <a:stretch>
                  <a:fillRect l="-4225" b="-625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2" name="Straight Connector 141"/>
          <p:cNvCxnSpPr>
            <a:cxnSpLocks/>
          </p:cNvCxnSpPr>
          <p:nvPr/>
        </p:nvCxnSpPr>
        <p:spPr>
          <a:xfrm>
            <a:off x="717460" y="52272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>
            <a:cxnSpLocks/>
          </p:cNvCxnSpPr>
          <p:nvPr/>
        </p:nvCxnSpPr>
        <p:spPr>
          <a:xfrm>
            <a:off x="717460" y="4951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/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859F1B2F-6DAA-96AA-279B-09DDCBB11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508" y="4641867"/>
                <a:ext cx="912173" cy="385234"/>
              </a:xfrm>
              <a:prstGeom prst="rect">
                <a:avLst/>
              </a:prstGeom>
              <a:blipFill>
                <a:blip r:embed="rId3"/>
                <a:stretch>
                  <a:fillRect l="-5479" b="-1290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0" name="Straight Connector 139"/>
          <p:cNvCxnSpPr>
            <a:cxnSpLocks/>
          </p:cNvCxnSpPr>
          <p:nvPr/>
        </p:nvCxnSpPr>
        <p:spPr>
          <a:xfrm flipV="1">
            <a:off x="717460" y="466798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>
            <a:cxnSpLocks/>
          </p:cNvCxnSpPr>
          <p:nvPr/>
        </p:nvCxnSpPr>
        <p:spPr>
          <a:xfrm flipV="1">
            <a:off x="717460" y="43818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/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RU" sz="2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 lang="en-RU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1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RU" sz="2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C9768E2-195A-439F-39A6-1F57BEA814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279" y="4067700"/>
                <a:ext cx="871842" cy="385234"/>
              </a:xfrm>
              <a:prstGeom prst="rect">
                <a:avLst/>
              </a:prstGeom>
              <a:blipFill>
                <a:blip r:embed="rId4"/>
                <a:stretch>
                  <a:fillRect l="-2857" b="-967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23835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327526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63683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93232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2254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52852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Rectangle 119">
            <a:extLst>
              <a:ext uri="{FF2B5EF4-FFF2-40B4-BE49-F238E27FC236}">
                <a16:creationId xmlns:a16="http://schemas.microsoft.com/office/drawing/2014/main" id="{A43BBBAB-B05E-9C87-FFF1-21F81656E674}"/>
              </a:ext>
            </a:extLst>
          </p:cNvPr>
          <p:cNvSpPr/>
          <p:nvPr/>
        </p:nvSpPr>
        <p:spPr>
          <a:xfrm flipH="1">
            <a:off x="6372707" y="5235265"/>
            <a:ext cx="425637" cy="29457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5C7EBF31-996B-1191-B2E6-4BF93238539E}"/>
              </a:ext>
            </a:extLst>
          </p:cNvPr>
          <p:cNvSpPr/>
          <p:nvPr/>
        </p:nvSpPr>
        <p:spPr>
          <a:xfrm flipH="1">
            <a:off x="4048819" y="5223638"/>
            <a:ext cx="1534863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D23442F8-8AF9-8F12-7D68-FEEBC29EEA0B}"/>
              </a:ext>
            </a:extLst>
          </p:cNvPr>
          <p:cNvSpPr/>
          <p:nvPr/>
        </p:nvSpPr>
        <p:spPr>
          <a:xfrm flipH="1">
            <a:off x="2505017" y="5221046"/>
            <a:ext cx="771025" cy="305721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6E04F85C-3567-81BC-1F20-D0D4AE72167D}"/>
              </a:ext>
            </a:extLst>
          </p:cNvPr>
          <p:cNvSpPr/>
          <p:nvPr/>
        </p:nvSpPr>
        <p:spPr>
          <a:xfrm flipH="1">
            <a:off x="6364956" y="4670158"/>
            <a:ext cx="425637" cy="28101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CCF7C9E-B4FE-B4AA-940C-B7D51C8E1390}"/>
              </a:ext>
            </a:extLst>
          </p:cNvPr>
          <p:cNvSpPr/>
          <p:nvPr/>
        </p:nvSpPr>
        <p:spPr>
          <a:xfrm flipH="1">
            <a:off x="2507558" y="4672703"/>
            <a:ext cx="3082527" cy="282114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17D050FA-768A-F41D-D263-CA59CB0EB9B2}"/>
              </a:ext>
            </a:extLst>
          </p:cNvPr>
          <p:cNvSpPr/>
          <p:nvPr/>
        </p:nvSpPr>
        <p:spPr>
          <a:xfrm flipH="1">
            <a:off x="1737940" y="4100413"/>
            <a:ext cx="766428" cy="281032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087AA584-A4D3-862B-4949-D9AC6426008B}"/>
              </a:ext>
            </a:extLst>
          </p:cNvPr>
          <p:cNvSpPr/>
          <p:nvPr/>
        </p:nvSpPr>
        <p:spPr>
          <a:xfrm flipH="1">
            <a:off x="5600169" y="4103854"/>
            <a:ext cx="762059" cy="280470"/>
          </a:xfrm>
          <a:prstGeom prst="rect">
            <a:avLst/>
          </a:prstGeom>
          <a:solidFill>
            <a:schemeClr val="bg1">
              <a:lumMod val="85000"/>
              <a:alpha val="55000"/>
            </a:schemeClr>
          </a:solidFill>
          <a:ln w="15875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9813DC7-05F6-6CE2-7B28-8F695E701ABB}"/>
              </a:ext>
            </a:extLst>
          </p:cNvPr>
          <p:cNvCxnSpPr>
            <a:cxnSpLocks/>
          </p:cNvCxnSpPr>
          <p:nvPr/>
        </p:nvCxnSpPr>
        <p:spPr>
          <a:xfrm>
            <a:off x="2520836" y="4378497"/>
            <a:ext cx="3073914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725227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1728183" y="346351"/>
            <a:ext cx="0" cy="615600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346351"/>
            <a:ext cx="3023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346351"/>
            <a:ext cx="2876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346351"/>
            <a:ext cx="571" cy="6423565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346351"/>
            <a:ext cx="8811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346351"/>
            <a:ext cx="0" cy="6511649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346351"/>
            <a:ext cx="0" cy="6156004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674839" y="34635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>
            <a:cxnSpLocks/>
          </p:cNvCxnSpPr>
          <p:nvPr/>
        </p:nvCxnSpPr>
        <p:spPr>
          <a:xfrm>
            <a:off x="717460" y="409867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>
            <a:cxnSpLocks/>
          </p:cNvCxnSpPr>
          <p:nvPr/>
        </p:nvCxnSpPr>
        <p:spPr>
          <a:xfrm>
            <a:off x="717460" y="563087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584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9374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5293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52707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8975" y="588938"/>
                <a:ext cx="317779" cy="338554"/>
              </a:xfrm>
              <a:prstGeom prst="rect">
                <a:avLst/>
              </a:prstGeom>
              <a:blipFill>
                <a:blip r:embed="rId5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02" y="886814"/>
                <a:ext cx="324320" cy="338554"/>
              </a:xfrm>
              <a:prstGeom prst="rect">
                <a:avLst/>
              </a:prstGeom>
              <a:blipFill>
                <a:blip r:embed="rId6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494" y="1190354"/>
                <a:ext cx="284886" cy="338554"/>
              </a:xfrm>
              <a:prstGeom prst="rect">
                <a:avLst/>
              </a:prstGeom>
              <a:blipFill>
                <a:blip r:embed="rId7"/>
                <a:stretch>
                  <a:fillRect l="-13043" r="-13043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2D6090DE-60DB-B2A2-04C8-BDA3A2CD6ACE}"/>
              </a:ext>
            </a:extLst>
          </p:cNvPr>
          <p:cNvGrpSpPr/>
          <p:nvPr/>
        </p:nvGrpSpPr>
        <p:grpSpPr>
          <a:xfrm>
            <a:off x="2503644" y="1221549"/>
            <a:ext cx="784665" cy="301550"/>
            <a:chOff x="2027257" y="1526734"/>
            <a:chExt cx="385349" cy="391568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206142E-1561-CEDD-BE41-6D5B6AEBB10E}"/>
                </a:ext>
              </a:extLst>
            </p:cNvPr>
            <p:cNvGrpSpPr/>
            <p:nvPr/>
          </p:nvGrpSpPr>
          <p:grpSpPr>
            <a:xfrm>
              <a:off x="2027257" y="1528499"/>
              <a:ext cx="385349" cy="389803"/>
              <a:chOff x="4726748" y="371058"/>
              <a:chExt cx="385349" cy="389803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723C387-53D3-0C3E-B7F5-ED2544F38A9F}"/>
                  </a:ext>
                </a:extLst>
              </p:cNvPr>
              <p:cNvSpPr/>
              <p:nvPr/>
            </p:nvSpPr>
            <p:spPr>
              <a:xfrm flipH="1">
                <a:off x="4729506" y="378198"/>
                <a:ext cx="375905" cy="381835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000E2270-D331-6AF9-A931-50CEBC139D1A}"/>
                  </a:ext>
                </a:extLst>
              </p:cNvPr>
              <p:cNvCxnSpPr/>
              <p:nvPr/>
            </p:nvCxnSpPr>
            <p:spPr>
              <a:xfrm flipV="1">
                <a:off x="472674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FBEF96D2-993B-D965-E49A-F8B9A9025339}"/>
                  </a:ext>
                </a:extLst>
              </p:cNvPr>
              <p:cNvCxnSpPr/>
              <p:nvPr/>
            </p:nvCxnSpPr>
            <p:spPr>
              <a:xfrm flipH="1" flipV="1">
                <a:off x="4730388" y="376496"/>
                <a:ext cx="381709" cy="170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011AE30-FF80-547D-6FBB-16E90E3B04CB}"/>
                  </a:ext>
                </a:extLst>
              </p:cNvPr>
              <p:cNvCxnSpPr/>
              <p:nvPr/>
            </p:nvCxnSpPr>
            <p:spPr>
              <a:xfrm flipH="1">
                <a:off x="4726748" y="760033"/>
                <a:ext cx="385349" cy="828"/>
              </a:xfrm>
              <a:prstGeom prst="line">
                <a:avLst/>
              </a:prstGeom>
              <a:ln w="19050" cmpd="sng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EA1B0360-DE50-3EBB-B3F1-6C11D5082CB3}"/>
                </a:ext>
              </a:extLst>
            </p:cNvPr>
            <p:cNvCxnSpPr/>
            <p:nvPr/>
          </p:nvCxnSpPr>
          <p:spPr>
            <a:xfrm flipV="1">
              <a:off x="2408344" y="1526734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615107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615107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615107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615107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615107"/>
                <a:ext cx="200375" cy="307777"/>
              </a:xfrm>
              <a:prstGeom prst="rect">
                <a:avLst/>
              </a:prstGeom>
              <a:blipFill>
                <a:blip r:embed="rId12"/>
                <a:stretch>
                  <a:fillRect l="-29412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615107"/>
                <a:ext cx="200375" cy="307777"/>
              </a:xfrm>
              <a:prstGeom prst="rect">
                <a:avLst/>
              </a:prstGeom>
              <a:blipFill>
                <a:blip r:embed="rId13"/>
                <a:stretch>
                  <a:fillRect l="-31250" r="-31250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D66F7072-9824-507E-C50F-B08A977E6EF0}"/>
              </a:ext>
            </a:extLst>
          </p:cNvPr>
          <p:cNvGrpSpPr/>
          <p:nvPr/>
        </p:nvGrpSpPr>
        <p:grpSpPr>
          <a:xfrm>
            <a:off x="6362229" y="1219361"/>
            <a:ext cx="428885" cy="314132"/>
            <a:chOff x="4726748" y="371058"/>
            <a:chExt cx="385349" cy="389803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CF85DF7-F4CD-D5A8-10E2-53882FF03CCF}"/>
                </a:ext>
              </a:extLst>
            </p:cNvPr>
            <p:cNvSpPr/>
            <p:nvPr/>
          </p:nvSpPr>
          <p:spPr>
            <a:xfrm flipH="1">
              <a:off x="4729506" y="378198"/>
              <a:ext cx="375905" cy="38183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15875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F6CFEAB-166E-4585-C8C4-3B92FA45642C}"/>
                </a:ext>
              </a:extLst>
            </p:cNvPr>
            <p:cNvCxnSpPr/>
            <p:nvPr/>
          </p:nvCxnSpPr>
          <p:spPr>
            <a:xfrm flipV="1">
              <a:off x="4726748" y="371058"/>
              <a:ext cx="276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5B39162-9C59-5EBE-7930-65757298DCF1}"/>
                </a:ext>
              </a:extLst>
            </p:cNvPr>
            <p:cNvCxnSpPr/>
            <p:nvPr/>
          </p:nvCxnSpPr>
          <p:spPr>
            <a:xfrm flipH="1" flipV="1">
              <a:off x="4730388" y="376496"/>
              <a:ext cx="381709" cy="170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90AC20A3-9C62-C828-8AAA-34041034714F}"/>
                </a:ext>
              </a:extLst>
            </p:cNvPr>
            <p:cNvCxnSpPr/>
            <p:nvPr/>
          </p:nvCxnSpPr>
          <p:spPr>
            <a:xfrm flipH="1">
              <a:off x="4726748" y="760033"/>
              <a:ext cx="385349" cy="828"/>
            </a:xfrm>
            <a:prstGeom prst="line">
              <a:avLst/>
            </a:prstGeom>
            <a:ln w="19050" cmpd="sng">
              <a:solidFill>
                <a:schemeClr val="tx1">
                  <a:lumMod val="65000"/>
                  <a:lumOff val="35000"/>
                </a:schemeClr>
              </a:solidFill>
              <a:prstDash val="solid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E93268D-C157-CEA3-20C1-8776E64ED1D4}"/>
              </a:ext>
            </a:extLst>
          </p:cNvPr>
          <p:cNvGrpSpPr/>
          <p:nvPr/>
        </p:nvGrpSpPr>
        <p:grpSpPr>
          <a:xfrm flipH="1" flipV="1">
            <a:off x="4045889" y="1225192"/>
            <a:ext cx="1552082" cy="305320"/>
            <a:chOff x="2030015" y="1528499"/>
            <a:chExt cx="382591" cy="388977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F92DB02C-5B3E-23E6-2272-96859FC46972}"/>
                </a:ext>
              </a:extLst>
            </p:cNvPr>
            <p:cNvGrpSpPr/>
            <p:nvPr/>
          </p:nvGrpSpPr>
          <p:grpSpPr>
            <a:xfrm>
              <a:off x="2030015" y="1528499"/>
              <a:ext cx="382591" cy="388977"/>
              <a:chOff x="4729506" y="371058"/>
              <a:chExt cx="382591" cy="388977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E244F8B7-8FDE-8678-157C-BC0608572188}"/>
                  </a:ext>
                </a:extLst>
              </p:cNvPr>
              <p:cNvSpPr/>
              <p:nvPr/>
            </p:nvSpPr>
            <p:spPr>
              <a:xfrm flipH="1">
                <a:off x="4729506" y="375637"/>
                <a:ext cx="380324" cy="384398"/>
              </a:xfrm>
              <a:prstGeom prst="rect">
                <a:avLst/>
              </a:prstGeom>
              <a:solidFill>
                <a:schemeClr val="bg1">
                  <a:lumMod val="75000"/>
                </a:schemeClr>
              </a:solidFill>
              <a:ln w="15875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A263EFD-0742-1108-5E61-06FFB28EFF8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4729508" y="759051"/>
                <a:ext cx="382589" cy="9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none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D09929D8-7C88-3679-DF80-34B7BB32507C}"/>
                  </a:ext>
                </a:extLst>
              </p:cNvPr>
              <p:cNvCxnSpPr/>
              <p:nvPr/>
            </p:nvCxnSpPr>
            <p:spPr>
              <a:xfrm flipV="1">
                <a:off x="4729508" y="371058"/>
                <a:ext cx="0" cy="382582"/>
              </a:xfrm>
              <a:prstGeom prst="line">
                <a:avLst/>
              </a:prstGeom>
              <a:ln w="15875" cmpd="sng">
                <a:solidFill>
                  <a:schemeClr val="tx1"/>
                </a:solidFill>
                <a:prstDash val="solid"/>
                <a:headEnd type="none" w="med" len="lg"/>
                <a:tailEnd type="stealth" w="lg" len="lg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2A2BFF7-883F-BC7A-DFD7-AFEF2FCE255D}"/>
                </a:ext>
              </a:extLst>
            </p:cNvPr>
            <p:cNvCxnSpPr/>
            <p:nvPr/>
          </p:nvCxnSpPr>
          <p:spPr>
            <a:xfrm flipV="1">
              <a:off x="2411104" y="1531283"/>
              <a:ext cx="0" cy="382582"/>
            </a:xfrm>
            <a:prstGeom prst="line">
              <a:avLst/>
            </a:prstGeom>
            <a:ln w="15875" cmpd="sng">
              <a:solidFill>
                <a:schemeClr val="tx1"/>
              </a:solidFill>
              <a:prstDash val="dash"/>
              <a:headEnd type="none" w="med" len="lg"/>
              <a:tailEnd type="none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527737"/>
            <a:ext cx="5411622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7070" y="15805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Oval 45">
            <a:extLst>
              <a:ext uri="{FF2B5EF4-FFF2-40B4-BE49-F238E27FC236}">
                <a16:creationId xmlns:a16="http://schemas.microsoft.com/office/drawing/2014/main" id="{08921AB7-F7F3-9CAF-60FD-3962FE2D80C7}"/>
              </a:ext>
            </a:extLst>
          </p:cNvPr>
          <p:cNvSpPr>
            <a:spLocks noChangeAspect="1"/>
          </p:cNvSpPr>
          <p:nvPr/>
        </p:nvSpPr>
        <p:spPr>
          <a:xfrm>
            <a:off x="1693765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661B659-92EC-546B-992A-5A166BAE0CAC}"/>
              </a:ext>
            </a:extLst>
          </p:cNvPr>
          <p:cNvCxnSpPr>
            <a:cxnSpLocks/>
          </p:cNvCxnSpPr>
          <p:nvPr/>
        </p:nvCxnSpPr>
        <p:spPr>
          <a:xfrm>
            <a:off x="1738978" y="409648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31D17373-0A2E-2574-2C71-DF63C597D6FC}"/>
              </a:ext>
            </a:extLst>
          </p:cNvPr>
          <p:cNvSpPr>
            <a:spLocks noChangeAspect="1"/>
          </p:cNvSpPr>
          <p:nvPr/>
        </p:nvSpPr>
        <p:spPr>
          <a:xfrm>
            <a:off x="2464649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ED9DD958-6C3B-047C-349C-CA5D4BEE9B18}"/>
              </a:ext>
            </a:extLst>
          </p:cNvPr>
          <p:cNvSpPr>
            <a:spLocks noChangeAspect="1"/>
          </p:cNvSpPr>
          <p:nvPr/>
        </p:nvSpPr>
        <p:spPr>
          <a:xfrm>
            <a:off x="5548954" y="405285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0F718C27-8D44-1C09-82FA-24312E98C5A7}"/>
              </a:ext>
            </a:extLst>
          </p:cNvPr>
          <p:cNvSpPr>
            <a:spLocks noChangeAspect="1"/>
          </p:cNvSpPr>
          <p:nvPr/>
        </p:nvSpPr>
        <p:spPr>
          <a:xfrm>
            <a:off x="4774221" y="43335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D1D0754-2710-5D59-DC7B-000751EA5176}"/>
              </a:ext>
            </a:extLst>
          </p:cNvPr>
          <p:cNvSpPr>
            <a:spLocks noChangeAspect="1"/>
          </p:cNvSpPr>
          <p:nvPr/>
        </p:nvSpPr>
        <p:spPr>
          <a:xfrm>
            <a:off x="4018603" y="4331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BFF258DE-600D-4CEE-14AF-30CCB58EBA5C}"/>
              </a:ext>
            </a:extLst>
          </p:cNvPr>
          <p:cNvSpPr>
            <a:spLocks noChangeAspect="1"/>
          </p:cNvSpPr>
          <p:nvPr/>
        </p:nvSpPr>
        <p:spPr>
          <a:xfrm>
            <a:off x="3241963" y="433368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CFA026B4-FE4E-D478-BB6F-2294A4B0AC64}"/>
              </a:ext>
            </a:extLst>
          </p:cNvPr>
          <p:cNvCxnSpPr>
            <a:cxnSpLocks/>
          </p:cNvCxnSpPr>
          <p:nvPr/>
        </p:nvCxnSpPr>
        <p:spPr>
          <a:xfrm>
            <a:off x="5601767" y="4096487"/>
            <a:ext cx="756578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7BD75B9E-CEBE-ECD2-D34E-3F04CF2C0330}"/>
              </a:ext>
            </a:extLst>
          </p:cNvPr>
          <p:cNvCxnSpPr>
            <a:cxnSpLocks/>
          </p:cNvCxnSpPr>
          <p:nvPr/>
        </p:nvCxnSpPr>
        <p:spPr>
          <a:xfrm>
            <a:off x="5592709" y="4948113"/>
            <a:ext cx="765636" cy="1473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>
            <a:extLst>
              <a:ext uri="{FF2B5EF4-FFF2-40B4-BE49-F238E27FC236}">
                <a16:creationId xmlns:a16="http://schemas.microsoft.com/office/drawing/2014/main" id="{75CABB38-C43C-80C6-9040-4A86FE1611C5}"/>
              </a:ext>
            </a:extLst>
          </p:cNvPr>
          <p:cNvSpPr>
            <a:spLocks noChangeAspect="1"/>
          </p:cNvSpPr>
          <p:nvPr/>
        </p:nvSpPr>
        <p:spPr>
          <a:xfrm>
            <a:off x="2457360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B7455BC-A6AD-A482-3F1E-37181A216499}"/>
              </a:ext>
            </a:extLst>
          </p:cNvPr>
          <p:cNvCxnSpPr>
            <a:cxnSpLocks/>
          </p:cNvCxnSpPr>
          <p:nvPr/>
        </p:nvCxnSpPr>
        <p:spPr>
          <a:xfrm>
            <a:off x="2502573" y="4667576"/>
            <a:ext cx="3095390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>
            <a:extLst>
              <a:ext uri="{FF2B5EF4-FFF2-40B4-BE49-F238E27FC236}">
                <a16:creationId xmlns:a16="http://schemas.microsoft.com/office/drawing/2014/main" id="{B0F51690-02BC-9F6A-C652-A5AA712BC81C}"/>
              </a:ext>
            </a:extLst>
          </p:cNvPr>
          <p:cNvSpPr>
            <a:spLocks noChangeAspect="1"/>
          </p:cNvSpPr>
          <p:nvPr/>
        </p:nvSpPr>
        <p:spPr>
          <a:xfrm>
            <a:off x="3228244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93977206-00B1-EC15-B613-16D59F078400}"/>
              </a:ext>
            </a:extLst>
          </p:cNvPr>
          <p:cNvSpPr>
            <a:spLocks noChangeAspect="1"/>
          </p:cNvSpPr>
          <p:nvPr/>
        </p:nvSpPr>
        <p:spPr>
          <a:xfrm>
            <a:off x="6312549" y="462394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A8B10D76-7D98-2808-A021-3879692504EC}"/>
              </a:ext>
            </a:extLst>
          </p:cNvPr>
          <p:cNvSpPr>
            <a:spLocks noChangeAspect="1"/>
          </p:cNvSpPr>
          <p:nvPr/>
        </p:nvSpPr>
        <p:spPr>
          <a:xfrm>
            <a:off x="5537816" y="4904624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B947379-65A4-316E-3408-20D0380D2717}"/>
              </a:ext>
            </a:extLst>
          </p:cNvPr>
          <p:cNvSpPr>
            <a:spLocks noChangeAspect="1"/>
          </p:cNvSpPr>
          <p:nvPr/>
        </p:nvSpPr>
        <p:spPr>
          <a:xfrm>
            <a:off x="4782198" y="4621862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CAA411FC-34C4-37C6-E20D-DF11CEC9C3E6}"/>
              </a:ext>
            </a:extLst>
          </p:cNvPr>
          <p:cNvSpPr>
            <a:spLocks noChangeAspect="1"/>
          </p:cNvSpPr>
          <p:nvPr/>
        </p:nvSpPr>
        <p:spPr>
          <a:xfrm>
            <a:off x="4005558" y="46245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4BE53D3-EAAA-2669-A07E-C143D5F0BB2E}"/>
              </a:ext>
            </a:extLst>
          </p:cNvPr>
          <p:cNvCxnSpPr>
            <a:cxnSpLocks/>
          </p:cNvCxnSpPr>
          <p:nvPr/>
        </p:nvCxnSpPr>
        <p:spPr>
          <a:xfrm>
            <a:off x="6365362" y="4667576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AE600F05-7BD6-32C4-AF66-BC97885D1A78}"/>
              </a:ext>
            </a:extLst>
          </p:cNvPr>
          <p:cNvCxnSpPr>
            <a:cxnSpLocks/>
          </p:cNvCxnSpPr>
          <p:nvPr/>
        </p:nvCxnSpPr>
        <p:spPr>
          <a:xfrm flipV="1">
            <a:off x="3283631" y="5523249"/>
            <a:ext cx="766927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>
            <a:extLst>
              <a:ext uri="{FF2B5EF4-FFF2-40B4-BE49-F238E27FC236}">
                <a16:creationId xmlns:a16="http://schemas.microsoft.com/office/drawing/2014/main" id="{26890244-EABC-2E08-5AAB-D33A1C3DD94B}"/>
              </a:ext>
            </a:extLst>
          </p:cNvPr>
          <p:cNvSpPr>
            <a:spLocks noChangeAspect="1"/>
          </p:cNvSpPr>
          <p:nvPr/>
        </p:nvSpPr>
        <p:spPr>
          <a:xfrm>
            <a:off x="2456560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65F82FCE-53E9-39F3-A8B9-823ED93274C2}"/>
              </a:ext>
            </a:extLst>
          </p:cNvPr>
          <p:cNvCxnSpPr>
            <a:cxnSpLocks/>
          </p:cNvCxnSpPr>
          <p:nvPr/>
        </p:nvCxnSpPr>
        <p:spPr>
          <a:xfrm>
            <a:off x="2501773" y="5229750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Oval 76">
            <a:extLst>
              <a:ext uri="{FF2B5EF4-FFF2-40B4-BE49-F238E27FC236}">
                <a16:creationId xmlns:a16="http://schemas.microsoft.com/office/drawing/2014/main" id="{B103932A-BB24-64D6-3711-94153819AA8D}"/>
              </a:ext>
            </a:extLst>
          </p:cNvPr>
          <p:cNvSpPr>
            <a:spLocks noChangeAspect="1"/>
          </p:cNvSpPr>
          <p:nvPr/>
        </p:nvSpPr>
        <p:spPr>
          <a:xfrm>
            <a:off x="3227444" y="5484837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A328FFDF-4FDE-469D-2B05-3B2196592220}"/>
              </a:ext>
            </a:extLst>
          </p:cNvPr>
          <p:cNvSpPr>
            <a:spLocks noChangeAspect="1"/>
          </p:cNvSpPr>
          <p:nvPr/>
        </p:nvSpPr>
        <p:spPr>
          <a:xfrm>
            <a:off x="6311749" y="5186121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530D79FD-2EB9-B48B-7E5C-616DCB0EFD70}"/>
              </a:ext>
            </a:extLst>
          </p:cNvPr>
          <p:cNvSpPr>
            <a:spLocks noChangeAspect="1"/>
          </p:cNvSpPr>
          <p:nvPr/>
        </p:nvSpPr>
        <p:spPr>
          <a:xfrm>
            <a:off x="5537016" y="548734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61882E75-2D0A-33B7-E6E9-4180DEEC79FC}"/>
              </a:ext>
            </a:extLst>
          </p:cNvPr>
          <p:cNvSpPr>
            <a:spLocks noChangeAspect="1"/>
          </p:cNvSpPr>
          <p:nvPr/>
        </p:nvSpPr>
        <p:spPr>
          <a:xfrm>
            <a:off x="4781398" y="5179250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E07AA50C-95F7-D5C5-63A0-09D34960C888}"/>
              </a:ext>
            </a:extLst>
          </p:cNvPr>
          <p:cNvSpPr>
            <a:spLocks noChangeAspect="1"/>
          </p:cNvSpPr>
          <p:nvPr/>
        </p:nvSpPr>
        <p:spPr>
          <a:xfrm>
            <a:off x="4004758" y="5181909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5CF93C33-8CF4-A02A-3CE7-CF65B75B716F}"/>
              </a:ext>
            </a:extLst>
          </p:cNvPr>
          <p:cNvCxnSpPr>
            <a:cxnSpLocks/>
          </p:cNvCxnSpPr>
          <p:nvPr/>
        </p:nvCxnSpPr>
        <p:spPr>
          <a:xfrm>
            <a:off x="6364562" y="5229750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4758177-084B-BC44-AD31-D666766127B3}"/>
              </a:ext>
            </a:extLst>
          </p:cNvPr>
          <p:cNvGrpSpPr/>
          <p:nvPr/>
        </p:nvGrpSpPr>
        <p:grpSpPr>
          <a:xfrm>
            <a:off x="9994897" y="5473831"/>
            <a:ext cx="1387533" cy="706571"/>
            <a:chOff x="8671389" y="2234796"/>
            <a:chExt cx="1387533" cy="706571"/>
          </a:xfrm>
        </p:grpSpPr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C83ECCD9-A27B-9F17-86D4-D324925A066F}"/>
                </a:ext>
              </a:extLst>
            </p:cNvPr>
            <p:cNvGrpSpPr/>
            <p:nvPr/>
          </p:nvGrpSpPr>
          <p:grpSpPr>
            <a:xfrm>
              <a:off x="8671389" y="2524609"/>
              <a:ext cx="1387533" cy="416758"/>
              <a:chOff x="869860" y="3953631"/>
              <a:chExt cx="8100002" cy="416758"/>
            </a:xfrm>
          </p:grpSpPr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E67D7004-07E7-4AB3-4956-41C4E5EF045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9860" y="3953631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71E6773F-B0CB-EB34-326E-2FA4FE4F01B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69860" y="4370389"/>
                <a:ext cx="8100002" cy="0"/>
              </a:xfrm>
              <a:prstGeom prst="line">
                <a:avLst/>
              </a:prstGeom>
              <a:ln w="12700" cmpd="sng">
                <a:solidFill>
                  <a:schemeClr val="bg1">
                    <a:lumMod val="75000"/>
                  </a:schemeClr>
                </a:solidFill>
                <a:prstDash val="sysDash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4F6CD96E-276C-9A95-1CDD-9B738AE29F01}"/>
                </a:ext>
              </a:extLst>
            </p:cNvPr>
            <p:cNvCxnSpPr>
              <a:cxnSpLocks/>
            </p:cNvCxnSpPr>
            <p:nvPr/>
          </p:nvCxnSpPr>
          <p:spPr>
            <a:xfrm>
              <a:off x="8671389" y="2234796"/>
              <a:ext cx="1387533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BC594E0-5C1D-CCC2-36E7-07BE046D01EE}"/>
              </a:ext>
            </a:extLst>
          </p:cNvPr>
          <p:cNvCxnSpPr>
            <a:cxnSpLocks/>
          </p:cNvCxnSpPr>
          <p:nvPr/>
        </p:nvCxnSpPr>
        <p:spPr>
          <a:xfrm flipV="1">
            <a:off x="4052050" y="5224250"/>
            <a:ext cx="1538035" cy="1705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F03449A-79A1-E19C-CF44-FB2A043C4546}"/>
              </a:ext>
            </a:extLst>
          </p:cNvPr>
          <p:cNvCxnSpPr>
            <a:cxnSpLocks/>
          </p:cNvCxnSpPr>
          <p:nvPr/>
        </p:nvCxnSpPr>
        <p:spPr>
          <a:xfrm>
            <a:off x="5582465" y="5528866"/>
            <a:ext cx="780213" cy="971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/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03303CF6-B4C2-A8D5-925C-82EEBF85B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542" y="4247252"/>
                <a:ext cx="181139" cy="276999"/>
              </a:xfrm>
              <a:prstGeom prst="rect">
                <a:avLst/>
              </a:prstGeom>
              <a:blipFill>
                <a:blip r:embed="rId15"/>
                <a:stretch>
                  <a:fillRect l="-33333" r="-26667"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/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919C639D-D6B8-3F77-308A-DE5C5B7AF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9357" y="3961261"/>
                <a:ext cx="181140" cy="276999"/>
              </a:xfrm>
              <a:prstGeom prst="rect">
                <a:avLst/>
              </a:prstGeom>
              <a:blipFill>
                <a:blip r:embed="rId16"/>
                <a:stretch>
                  <a:fillRect l="-33333" r="-26667" b="-909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7297" y="2365677"/>
                <a:ext cx="575734" cy="921021"/>
              </a:xfrm>
              <a:prstGeom prst="rect">
                <a:avLst/>
              </a:prstGeom>
              <a:blipFill>
                <a:blip r:embed="rId17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365677"/>
                <a:ext cx="575735" cy="921021"/>
              </a:xfrm>
              <a:prstGeom prst="rect">
                <a:avLst/>
              </a:prstGeom>
              <a:blipFill>
                <a:blip r:embed="rId18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365677"/>
                <a:ext cx="608821" cy="923330"/>
              </a:xfrm>
              <a:prstGeom prst="rect">
                <a:avLst/>
              </a:prstGeom>
              <a:blipFill>
                <a:blip r:embed="rId19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365677"/>
                <a:ext cx="608821" cy="923330"/>
              </a:xfrm>
              <a:prstGeom prst="rect">
                <a:avLst/>
              </a:prstGeom>
              <a:blipFill>
                <a:blip r:embed="rId20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365677"/>
                <a:ext cx="608821" cy="923330"/>
              </a:xfrm>
              <a:prstGeom prst="rect">
                <a:avLst/>
              </a:prstGeom>
              <a:blipFill>
                <a:blip r:embed="rId21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2792418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207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291" y="2340351"/>
                <a:ext cx="317779" cy="338554"/>
              </a:xfrm>
              <a:prstGeom prst="rect">
                <a:avLst/>
              </a:prstGeom>
              <a:blipFill>
                <a:blip r:embed="rId23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774" y="2631931"/>
                <a:ext cx="324320" cy="338554"/>
              </a:xfrm>
              <a:prstGeom prst="rect">
                <a:avLst/>
              </a:prstGeom>
              <a:blipFill>
                <a:blip r:embed="rId24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28" y="2934978"/>
                <a:ext cx="284886" cy="338554"/>
              </a:xfrm>
              <a:prstGeom prst="rect">
                <a:avLst/>
              </a:prstGeom>
              <a:blipFill>
                <a:blip r:embed="rId25"/>
                <a:stretch>
                  <a:fillRect l="-13043" r="-8696" b="-2142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/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State Trajectory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ED61D8DD-0EAD-99BC-85A5-0D10FB788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36" y="2099540"/>
                <a:ext cx="1688154" cy="276999"/>
              </a:xfrm>
              <a:prstGeom prst="rect">
                <a:avLst/>
              </a:prstGeom>
              <a:blipFill>
                <a:blip r:embed="rId26"/>
                <a:stretch>
                  <a:fillRect l="-8209" t="-34783" r="-7463" b="-4782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337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84D7EA3E-0F16-7C45-BE0C-2229BEE92AE9}"/>
              </a:ext>
            </a:extLst>
          </p:cNvPr>
          <p:cNvCxnSpPr>
            <a:cxnSpLocks/>
          </p:cNvCxnSpPr>
          <p:nvPr/>
        </p:nvCxnSpPr>
        <p:spPr>
          <a:xfrm>
            <a:off x="717460" y="6325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745543" y="353202"/>
            <a:ext cx="1114088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dirty="0">
                <a:latin typeface="+mj-lt"/>
              </a:rPr>
              <a:t>Schedule: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/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dirty="0">
                    <a:latin typeface="+mj-lt"/>
                  </a:rPr>
                  <a:t>Characteristic functions for task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RU" dirty="0">
                    <a:latin typeface="+mj-lt"/>
                  </a:rPr>
                  <a:t>:</a:t>
                </a:r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DDF85489-EC74-B3CB-8841-C10C15DE1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424" y="3769312"/>
                <a:ext cx="3217163" cy="276999"/>
              </a:xfrm>
              <a:prstGeom prst="rect">
                <a:avLst/>
              </a:prstGeom>
              <a:blipFill>
                <a:blip r:embed="rId27"/>
                <a:stretch>
                  <a:fillRect l="-4743" t="-26087" r="-3953" b="-5217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05072" y="238355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38462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38551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3864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D1FC04CA-13D6-C3B6-747A-548EFFA5A497}"/>
              </a:ext>
            </a:extLst>
          </p:cNvPr>
          <p:cNvGrpSpPr/>
          <p:nvPr/>
        </p:nvGrpSpPr>
        <p:grpSpPr>
          <a:xfrm>
            <a:off x="3281054" y="622466"/>
            <a:ext cx="769021" cy="305442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925F3E50-FD12-F1EA-7E3E-142DA01784FA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242ECFCD-85E1-DFD3-F19F-EA9B499B0722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0" name="Straight Connector 229">
              <a:extLst>
                <a:ext uri="{FF2B5EF4-FFF2-40B4-BE49-F238E27FC236}">
                  <a16:creationId xmlns:a16="http://schemas.microsoft.com/office/drawing/2014/main" id="{D284931B-4963-7996-C405-28B8E6EE1BB3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2965A76-7FAD-D78B-696E-6B607499F6BC}"/>
              </a:ext>
            </a:extLst>
          </p:cNvPr>
          <p:cNvGrpSpPr/>
          <p:nvPr/>
        </p:nvGrpSpPr>
        <p:grpSpPr>
          <a:xfrm>
            <a:off x="3280997" y="925331"/>
            <a:ext cx="1548338" cy="304196"/>
            <a:chOff x="1256957" y="371058"/>
            <a:chExt cx="1540874" cy="389802"/>
          </a:xfrm>
          <a:solidFill>
            <a:schemeClr val="bg1"/>
          </a:solidFill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FA86FC-BD26-1D0B-F38F-C39E02C45DE5}"/>
                </a:ext>
              </a:extLst>
            </p:cNvPr>
            <p:cNvSpPr/>
            <p:nvPr/>
          </p:nvSpPr>
          <p:spPr>
            <a:xfrm flipH="1">
              <a:off x="1259714" y="378198"/>
              <a:ext cx="1538116" cy="381835"/>
            </a:xfrm>
            <a:prstGeom prst="rect">
              <a:avLst/>
            </a:prstGeom>
            <a:grpFill/>
            <a:ln w="19050" cmpd="sng">
              <a:solidFill>
                <a:schemeClr val="tx1"/>
              </a:solidFill>
              <a:prstDash val="lg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BC56DB36-B512-E63F-A252-7F9DB7A47E0B}"/>
                </a:ext>
              </a:extLst>
            </p:cNvPr>
            <p:cNvCxnSpPr/>
            <p:nvPr/>
          </p:nvCxnSpPr>
          <p:spPr>
            <a:xfrm flipV="1">
              <a:off x="1256957" y="37105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ECC6EC0-BA1D-3AE7-A0DE-37A7E597F1F0}"/>
                </a:ext>
              </a:extLst>
            </p:cNvPr>
            <p:cNvCxnSpPr/>
            <p:nvPr/>
          </p:nvCxnSpPr>
          <p:spPr>
            <a:xfrm>
              <a:off x="2795071" y="378278"/>
              <a:ext cx="2760" cy="382582"/>
            </a:xfrm>
            <a:prstGeom prst="line">
              <a:avLst/>
            </a:prstGeom>
            <a:grpFill/>
            <a:ln w="15875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8385" y="2391229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412" y="2369983"/>
                <a:ext cx="575735" cy="921021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E20D56B1-204C-8957-A5A9-5CAAC76E04EF}"/>
              </a:ext>
            </a:extLst>
          </p:cNvPr>
          <p:cNvCxnSpPr>
            <a:cxnSpLocks/>
          </p:cNvCxnSpPr>
          <p:nvPr/>
        </p:nvCxnSpPr>
        <p:spPr>
          <a:xfrm flipV="1">
            <a:off x="2020479" y="281415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/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7" name="TextBox 156">
                <a:extLst>
                  <a:ext uri="{FF2B5EF4-FFF2-40B4-BE49-F238E27FC236}">
                    <a16:creationId xmlns:a16="http://schemas.microsoft.com/office/drawing/2014/main" id="{A0BFA56E-8F1E-E923-7F77-7095FFCDE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9357" y="3305171"/>
                <a:ext cx="700063" cy="276999"/>
              </a:xfrm>
              <a:prstGeom prst="rect">
                <a:avLst/>
              </a:prstGeom>
              <a:blipFill>
                <a:blip r:embed="rId30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/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8" name="TextBox 157">
                <a:extLst>
                  <a:ext uri="{FF2B5EF4-FFF2-40B4-BE49-F238E27FC236}">
                    <a16:creationId xmlns:a16="http://schemas.microsoft.com/office/drawing/2014/main" id="{91700FA1-63A0-6043-EB4A-114AE1BEC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8725" y="3305171"/>
                <a:ext cx="700063" cy="276999"/>
              </a:xfrm>
              <a:prstGeom prst="rect">
                <a:avLst/>
              </a:prstGeom>
              <a:blipFill>
                <a:blip r:embed="rId31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/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59" name="TextBox 158">
                <a:extLst>
                  <a:ext uri="{FF2B5EF4-FFF2-40B4-BE49-F238E27FC236}">
                    <a16:creationId xmlns:a16="http://schemas.microsoft.com/office/drawing/2014/main" id="{D0D27EBE-2D86-829C-84E5-03F1CFCF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324" y="3305171"/>
                <a:ext cx="700063" cy="276999"/>
              </a:xfrm>
              <a:prstGeom prst="rect">
                <a:avLst/>
              </a:prstGeom>
              <a:blipFill>
                <a:blip r:embed="rId32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/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𝟒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89A2F1D6-C943-8B6C-E6CF-3CB9C0F18E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3775" y="3305171"/>
                <a:ext cx="700063" cy="276999"/>
              </a:xfrm>
              <a:prstGeom prst="rect">
                <a:avLst/>
              </a:prstGeom>
              <a:blipFill>
                <a:blip r:embed="rId33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/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𝟓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E361E91E-336A-1B15-7C67-5A06B2E588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6876" y="3305171"/>
                <a:ext cx="700063" cy="276999"/>
              </a:xfrm>
              <a:prstGeom prst="rect">
                <a:avLst/>
              </a:prstGeom>
              <a:blipFill>
                <a:blip r:embed="rId3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/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𝟔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DB48DA8B-ED9C-F6B4-61AA-A9DB40F21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35210" y="3305171"/>
                <a:ext cx="700063" cy="276999"/>
              </a:xfrm>
              <a:prstGeom prst="rect">
                <a:avLst/>
              </a:prstGeom>
              <a:blipFill>
                <a:blip r:embed="rId35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615107"/>
                <a:ext cx="200376" cy="307777"/>
              </a:xfrm>
              <a:prstGeom prst="rect">
                <a:avLst/>
              </a:prstGeom>
              <a:blipFill>
                <a:blip r:embed="rId36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6" name="Oval 165">
            <a:extLst>
              <a:ext uri="{FF2B5EF4-FFF2-40B4-BE49-F238E27FC236}">
                <a16:creationId xmlns:a16="http://schemas.microsoft.com/office/drawing/2014/main" id="{3A5243BA-AF74-4B6D-0579-EE1A0C3F7800}"/>
              </a:ext>
            </a:extLst>
          </p:cNvPr>
          <p:cNvSpPr>
            <a:spLocks noChangeAspect="1"/>
          </p:cNvSpPr>
          <p:nvPr/>
        </p:nvSpPr>
        <p:spPr>
          <a:xfrm>
            <a:off x="6325803" y="4339026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F9386D8F-5AF3-143C-25B8-6B10F93C2EAE}"/>
              </a:ext>
            </a:extLst>
          </p:cNvPr>
          <p:cNvCxnSpPr>
            <a:cxnSpLocks/>
          </p:cNvCxnSpPr>
          <p:nvPr/>
        </p:nvCxnSpPr>
        <p:spPr>
          <a:xfrm>
            <a:off x="6378616" y="4382655"/>
            <a:ext cx="424042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Oval 167">
            <a:extLst>
              <a:ext uri="{FF2B5EF4-FFF2-40B4-BE49-F238E27FC236}">
                <a16:creationId xmlns:a16="http://schemas.microsoft.com/office/drawing/2014/main" id="{7705B8C0-14E7-783E-601E-1D10153F666E}"/>
              </a:ext>
            </a:extLst>
          </p:cNvPr>
          <p:cNvSpPr>
            <a:spLocks noChangeAspect="1"/>
          </p:cNvSpPr>
          <p:nvPr/>
        </p:nvSpPr>
        <p:spPr>
          <a:xfrm>
            <a:off x="1687141" y="4910935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69" name="Straight Connector 168">
            <a:extLst>
              <a:ext uri="{FF2B5EF4-FFF2-40B4-BE49-F238E27FC236}">
                <a16:creationId xmlns:a16="http://schemas.microsoft.com/office/drawing/2014/main" id="{562FEB08-4600-979D-0BD6-96B6098B8B31}"/>
              </a:ext>
            </a:extLst>
          </p:cNvPr>
          <p:cNvCxnSpPr>
            <a:cxnSpLocks/>
          </p:cNvCxnSpPr>
          <p:nvPr/>
        </p:nvCxnSpPr>
        <p:spPr>
          <a:xfrm>
            <a:off x="1732354" y="4954564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Oval 169">
            <a:extLst>
              <a:ext uri="{FF2B5EF4-FFF2-40B4-BE49-F238E27FC236}">
                <a16:creationId xmlns:a16="http://schemas.microsoft.com/office/drawing/2014/main" id="{DA9F8063-B406-C05D-7608-0C81703433AC}"/>
              </a:ext>
            </a:extLst>
          </p:cNvPr>
          <p:cNvSpPr>
            <a:spLocks noChangeAspect="1"/>
          </p:cNvSpPr>
          <p:nvPr/>
        </p:nvSpPr>
        <p:spPr>
          <a:xfrm>
            <a:off x="1690456" y="5480778"/>
            <a:ext cx="90000" cy="90000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1869FCB-1B23-F103-7F60-62258D72C5AB}"/>
              </a:ext>
            </a:extLst>
          </p:cNvPr>
          <p:cNvCxnSpPr>
            <a:cxnSpLocks/>
          </p:cNvCxnSpPr>
          <p:nvPr/>
        </p:nvCxnSpPr>
        <p:spPr>
          <a:xfrm>
            <a:off x="1735669" y="5524407"/>
            <a:ext cx="767456" cy="0"/>
          </a:xfrm>
          <a:prstGeom prst="line">
            <a:avLst/>
          </a:prstGeom>
          <a:ln w="19050" cmpd="sng">
            <a:solidFill>
              <a:schemeClr val="tx1"/>
            </a:solidFill>
            <a:prstDash val="dash"/>
            <a:headEnd type="none" w="med" len="lg"/>
            <a:tailEnd type="non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>
                      <a:lumMod val="50000"/>
                      <a:lumOff val="50000"/>
                    </a:schemeClr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271" y="2374926"/>
                <a:ext cx="575734" cy="921021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35046" y="239280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67906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97213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/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t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d>
                        <m:dPr>
                          <m:ctrlPr>
                            <a:rPr lang="en-RU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𝟎</m:t>
                          </m:r>
                        </m:e>
                      </m:d>
                    </m:oMath>
                  </m:oMathPara>
                </a14:m>
                <a:endParaRPr lang="en-RU" b="1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9226F49-A212-DBB2-E11D-5BB337DBAD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0078" y="3307678"/>
                <a:ext cx="700063" cy="276999"/>
              </a:xfrm>
              <a:prstGeom prst="rect">
                <a:avLst/>
              </a:prstGeom>
              <a:blipFill>
                <a:blip r:embed="rId38"/>
                <a:stretch>
                  <a:fillRect b="-43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8636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637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 flipV="1">
            <a:off x="35656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19750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3225" y="3742789"/>
            <a:ext cx="11279" cy="2485320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32" y="1631941"/>
                <a:ext cx="231602" cy="430887"/>
              </a:xfrm>
              <a:prstGeom prst="rect">
                <a:avLst/>
              </a:prstGeom>
              <a:blipFill>
                <a:blip r:embed="rId2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84375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 flipH="1">
            <a:off x="1723712" y="760657"/>
            <a:ext cx="0" cy="2515943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447" y="2229443"/>
                <a:ext cx="575734" cy="92102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0347" y="2229443"/>
                <a:ext cx="575735" cy="92102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125" y="2229443"/>
                <a:ext cx="608821" cy="923330"/>
              </a:xfrm>
              <a:prstGeom prst="rect">
                <a:avLst/>
              </a:prstGeom>
              <a:blipFill>
                <a:blip r:embed="rId1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2798" y="2229443"/>
                <a:ext cx="608821" cy="923330"/>
              </a:xfrm>
              <a:prstGeom prst="rect">
                <a:avLst/>
              </a:prstGeom>
              <a:blipFill>
                <a:blip r:embed="rId1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0970" y="2229443"/>
                <a:ext cx="608821" cy="923330"/>
              </a:xfrm>
              <a:prstGeom prst="rect">
                <a:avLst/>
              </a:prstGeom>
              <a:blipFill>
                <a:blip r:embed="rId1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54218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44873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684542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204117"/>
                <a:ext cx="317779" cy="338554"/>
              </a:xfrm>
              <a:prstGeom prst="rect">
                <a:avLst/>
              </a:prstGeom>
              <a:blipFill>
                <a:blip r:embed="rId17"/>
                <a:stretch>
                  <a:fillRect l="-7692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495697"/>
                <a:ext cx="324320" cy="338554"/>
              </a:xfrm>
              <a:prstGeom prst="rect">
                <a:avLst/>
              </a:prstGeom>
              <a:blipFill>
                <a:blip r:embed="rId18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798744"/>
                <a:ext cx="324320" cy="338554"/>
              </a:xfrm>
              <a:prstGeom prst="rect">
                <a:avLst/>
              </a:prstGeom>
              <a:blipFill>
                <a:blip r:embed="rId19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3062222" y="224732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74681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63369" y="2248386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49278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50210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48860" y="2254995"/>
            <a:ext cx="539642" cy="890640"/>
          </a:xfrm>
          <a:prstGeom prst="roundRect">
            <a:avLst/>
          </a:prstGeom>
          <a:solidFill>
            <a:schemeClr val="bg1">
              <a:lumMod val="95000"/>
            </a:schemeClr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887" y="2233749"/>
                <a:ext cx="575735" cy="921021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0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9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9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19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0596" y="2238692"/>
                <a:ext cx="575734" cy="921021"/>
              </a:xfrm>
              <a:prstGeom prst="rect">
                <a:avLst/>
              </a:prstGeom>
              <a:blipFill>
                <a:blip r:embed="rId22"/>
                <a:stretch>
                  <a:fillRect b="-137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168371" y="225657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475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540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31471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3DADE35F-0FB1-4A70-9D50-8EB736ECF4C5}"/>
              </a:ext>
            </a:extLst>
          </p:cNvPr>
          <p:cNvCxnSpPr>
            <a:cxnSpLocks/>
          </p:cNvCxnSpPr>
          <p:nvPr/>
        </p:nvCxnSpPr>
        <p:spPr>
          <a:xfrm flipV="1">
            <a:off x="713401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2B817F16-19E3-DB7F-F64D-A248FF700468}"/>
              </a:ext>
            </a:extLst>
          </p:cNvPr>
          <p:cNvCxnSpPr>
            <a:cxnSpLocks/>
          </p:cNvCxnSpPr>
          <p:nvPr/>
        </p:nvCxnSpPr>
        <p:spPr>
          <a:xfrm flipV="1">
            <a:off x="7905128" y="165224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/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9E912165-ECAD-A9E4-BC48-86E1CBDAFA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0731" y="1740278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/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40A5B52-0A61-D134-DAE2-B4F499BF8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3707" y="1740278"/>
                <a:ext cx="200375" cy="307777"/>
              </a:xfrm>
              <a:prstGeom prst="rect">
                <a:avLst/>
              </a:prstGeom>
              <a:blipFill>
                <a:blip r:embed="rId24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/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3" name="TextBox 192">
                <a:extLst>
                  <a:ext uri="{FF2B5EF4-FFF2-40B4-BE49-F238E27FC236}">
                    <a16:creationId xmlns:a16="http://schemas.microsoft.com/office/drawing/2014/main" id="{FD9083D7-04E3-926A-F2DC-EDA42211F3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9142" y="2224377"/>
                <a:ext cx="608821" cy="923330"/>
              </a:xfrm>
              <a:prstGeom prst="rect">
                <a:avLst/>
              </a:prstGeom>
              <a:blipFill>
                <a:blip r:embed="rId25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C7D973D8-E86F-2C25-6932-1E9A8A68FC5F}"/>
              </a:ext>
            </a:extLst>
          </p:cNvPr>
          <p:cNvCxnSpPr>
            <a:cxnSpLocks/>
          </p:cNvCxnSpPr>
          <p:nvPr/>
        </p:nvCxnSpPr>
        <p:spPr>
          <a:xfrm flipV="1">
            <a:off x="6648524" y="267947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FB4F40A7-138B-55DC-32E7-8F8FC1FD9BD9}"/>
              </a:ext>
            </a:extLst>
          </p:cNvPr>
          <p:cNvSpPr/>
          <p:nvPr/>
        </p:nvSpPr>
        <p:spPr>
          <a:xfrm>
            <a:off x="6855100" y="2245144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/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6" name="TextBox 195">
                <a:extLst>
                  <a:ext uri="{FF2B5EF4-FFF2-40B4-BE49-F238E27FC236}">
                    <a16:creationId xmlns:a16="http://schemas.microsoft.com/office/drawing/2014/main" id="{71CB0CF0-AACB-2A7B-606E-AFB650AE1F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4671" y="2224376"/>
                <a:ext cx="608821" cy="923330"/>
              </a:xfrm>
              <a:prstGeom prst="rect">
                <a:avLst/>
              </a:prstGeom>
              <a:blipFill>
                <a:blip r:embed="rId26"/>
                <a:stretch>
                  <a:fillRect b="-274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94B3034F-FA9A-8908-2E02-D64E78FBE44A}"/>
              </a:ext>
            </a:extLst>
          </p:cNvPr>
          <p:cNvCxnSpPr>
            <a:cxnSpLocks/>
          </p:cNvCxnSpPr>
          <p:nvPr/>
        </p:nvCxnSpPr>
        <p:spPr>
          <a:xfrm flipV="1">
            <a:off x="7424053" y="267947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ounded Rectangle 198">
            <a:extLst>
              <a:ext uri="{FF2B5EF4-FFF2-40B4-BE49-F238E27FC236}">
                <a16:creationId xmlns:a16="http://schemas.microsoft.com/office/drawing/2014/main" id="{8717807F-ECB6-B7E7-306E-3FF6944284C7}"/>
              </a:ext>
            </a:extLst>
          </p:cNvPr>
          <p:cNvSpPr/>
          <p:nvPr/>
        </p:nvSpPr>
        <p:spPr>
          <a:xfrm>
            <a:off x="7630629" y="224514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AA9B4C2-3839-1825-35CB-F99B15F0F631}"/>
              </a:ext>
            </a:extLst>
          </p:cNvPr>
          <p:cNvSpPr/>
          <p:nvPr/>
        </p:nvSpPr>
        <p:spPr>
          <a:xfrm flipH="1">
            <a:off x="7136805" y="762883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21" name="Straight Connector 220">
            <a:extLst>
              <a:ext uri="{FF2B5EF4-FFF2-40B4-BE49-F238E27FC236}">
                <a16:creationId xmlns:a16="http://schemas.microsoft.com/office/drawing/2014/main" id="{AE4CBA55-AD2B-14C3-82DA-DE4FEF79118C}"/>
              </a:ext>
            </a:extLst>
          </p:cNvPr>
          <p:cNvCxnSpPr>
            <a:cxnSpLocks/>
          </p:cNvCxnSpPr>
          <p:nvPr/>
        </p:nvCxnSpPr>
        <p:spPr>
          <a:xfrm>
            <a:off x="7906743" y="75931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A4B2FFF9-5F4A-1043-5059-B894E7EC0645}"/>
              </a:ext>
            </a:extLst>
          </p:cNvPr>
          <p:cNvCxnSpPr>
            <a:cxnSpLocks/>
          </p:cNvCxnSpPr>
          <p:nvPr/>
        </p:nvCxnSpPr>
        <p:spPr>
          <a:xfrm>
            <a:off x="7137782" y="76387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02F346A3-43A4-E85D-7EB8-0F52757C5D34}"/>
              </a:ext>
            </a:extLst>
          </p:cNvPr>
          <p:cNvCxnSpPr>
            <a:cxnSpLocks/>
          </p:cNvCxnSpPr>
          <p:nvPr/>
        </p:nvCxnSpPr>
        <p:spPr>
          <a:xfrm>
            <a:off x="7131138" y="105201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38E4F475-4121-5B89-2AF4-40FB0D3849EC}"/>
              </a:ext>
            </a:extLst>
          </p:cNvPr>
          <p:cNvCxnSpPr>
            <a:cxnSpLocks/>
          </p:cNvCxnSpPr>
          <p:nvPr/>
        </p:nvCxnSpPr>
        <p:spPr>
          <a:xfrm flipH="1" flipV="1">
            <a:off x="7131431" y="76799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646146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243" name="Group 242">
            <a:extLst>
              <a:ext uri="{FF2B5EF4-FFF2-40B4-BE49-F238E27FC236}">
                <a16:creationId xmlns:a16="http://schemas.microsoft.com/office/drawing/2014/main" id="{9E3986CA-CF8B-606C-1CB5-2E1F7EC3D3B0}"/>
              </a:ext>
            </a:extLst>
          </p:cNvPr>
          <p:cNvGrpSpPr/>
          <p:nvPr/>
        </p:nvGrpSpPr>
        <p:grpSpPr>
          <a:xfrm>
            <a:off x="7917437" y="1348105"/>
            <a:ext cx="45719" cy="296189"/>
            <a:chOff x="3509152" y="253612"/>
            <a:chExt cx="45719" cy="296189"/>
          </a:xfrm>
        </p:grpSpPr>
        <p:sp>
          <p:nvSpPr>
            <p:cNvPr id="244" name="Rectangle 243">
              <a:extLst>
                <a:ext uri="{FF2B5EF4-FFF2-40B4-BE49-F238E27FC236}">
                  <a16:creationId xmlns:a16="http://schemas.microsoft.com/office/drawing/2014/main" id="{0E28881C-34C4-CE0B-AB89-476ABA82029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45" name="Straight Connector 244">
              <a:extLst>
                <a:ext uri="{FF2B5EF4-FFF2-40B4-BE49-F238E27FC236}">
                  <a16:creationId xmlns:a16="http://schemas.microsoft.com/office/drawing/2014/main" id="{022423BD-113E-B0EF-312A-82DC015A8DF6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40" name="Straight Connector 239">
            <a:extLst>
              <a:ext uri="{FF2B5EF4-FFF2-40B4-BE49-F238E27FC236}">
                <a16:creationId xmlns:a16="http://schemas.microsoft.com/office/drawing/2014/main" id="{55B3B7FE-FFDA-4834-B069-6EF51FCF1162}"/>
              </a:ext>
            </a:extLst>
          </p:cNvPr>
          <p:cNvCxnSpPr>
            <a:cxnSpLocks/>
          </p:cNvCxnSpPr>
          <p:nvPr/>
        </p:nvCxnSpPr>
        <p:spPr>
          <a:xfrm>
            <a:off x="7902988" y="13478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93292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8246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4462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7417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4034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33793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897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70087" y="49270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979377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277253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580793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785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5015071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5015071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5015071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/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1AB1DAD5-98E5-87E4-E149-06407EDA63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6656" y="5505582"/>
                <a:ext cx="608821" cy="923330"/>
              </a:xfrm>
              <a:prstGeom prst="rect">
                <a:avLst/>
              </a:prstGeom>
              <a:blipFill>
                <a:blip r:embed="rId36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/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BD6CF3E7-31BB-2916-D356-67187B671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329" y="5505582"/>
                <a:ext cx="608821" cy="923330"/>
              </a:xfrm>
              <a:prstGeom prst="rect">
                <a:avLst/>
              </a:prstGeom>
              <a:blipFill>
                <a:blip r:embed="rId37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/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FB735AB-6992-B600-586D-826FC29EE5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9501" y="5505582"/>
                <a:ext cx="608821" cy="923330"/>
              </a:xfrm>
              <a:prstGeom prst="rect">
                <a:avLst/>
              </a:prstGeom>
              <a:blipFill>
                <a:blip r:embed="rId38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960681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/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D1226A0B-FCF4-116B-B821-5A74EDBC3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572" y="5480256"/>
                <a:ext cx="317779" cy="338554"/>
              </a:xfrm>
              <a:prstGeom prst="rect">
                <a:avLst/>
              </a:prstGeom>
              <a:blipFill>
                <a:blip r:embed="rId39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/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4A0080C-42D6-D492-3DA0-226FD50F5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8055" y="5771836"/>
                <a:ext cx="324320" cy="338554"/>
              </a:xfrm>
              <a:prstGeom prst="rect">
                <a:avLst/>
              </a:prstGeom>
              <a:blipFill>
                <a:blip r:embed="rId40"/>
                <a:stretch>
                  <a:fillRect l="-11111" r="-3704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/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743C3B81-DFD6-7479-087C-CC2C698EF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609" y="6074883"/>
                <a:ext cx="324320" cy="338554"/>
              </a:xfrm>
              <a:prstGeom prst="rect">
                <a:avLst/>
              </a:prstGeom>
              <a:blipFill>
                <a:blip r:embed="rId41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2744739" y="3781146"/>
            <a:ext cx="1283300" cy="433388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br>
              <a:rPr lang="en-RU" b="1" dirty="0"/>
            </a:br>
            <a:r>
              <a:rPr lang="en-RU" sz="1500" b="1" dirty="0"/>
              <a:t>(transformed)    </a:t>
            </a:r>
          </a:p>
        </p:txBody>
      </p:sp>
      <p:sp>
        <p:nvSpPr>
          <p:cNvPr id="288" name="Rounded Rectangle 287">
            <a:extLst>
              <a:ext uri="{FF2B5EF4-FFF2-40B4-BE49-F238E27FC236}">
                <a16:creationId xmlns:a16="http://schemas.microsoft.com/office/drawing/2014/main" id="{E396BDFB-5256-D5E4-4954-FB1F3456D8C5}"/>
              </a:ext>
            </a:extLst>
          </p:cNvPr>
          <p:cNvSpPr/>
          <p:nvPr/>
        </p:nvSpPr>
        <p:spPr>
          <a:xfrm>
            <a:off x="4571900" y="5524525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9" name="Rounded Rectangle 288">
            <a:extLst>
              <a:ext uri="{FF2B5EF4-FFF2-40B4-BE49-F238E27FC236}">
                <a16:creationId xmlns:a16="http://schemas.microsoft.com/office/drawing/2014/main" id="{B8A81308-1A41-C750-8641-683E01DA775A}"/>
              </a:ext>
            </a:extLst>
          </p:cNvPr>
          <p:cNvSpPr/>
          <p:nvPr/>
        </p:nvSpPr>
        <p:spPr>
          <a:xfrm>
            <a:off x="5334835" y="5525417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90" name="Rounded Rectangle 289">
            <a:extLst>
              <a:ext uri="{FF2B5EF4-FFF2-40B4-BE49-F238E27FC236}">
                <a16:creationId xmlns:a16="http://schemas.microsoft.com/office/drawing/2014/main" id="{EAFC207A-F142-8644-2C64-770F6B4C1262}"/>
              </a:ext>
            </a:extLst>
          </p:cNvPr>
          <p:cNvSpPr/>
          <p:nvPr/>
        </p:nvSpPr>
        <p:spPr>
          <a:xfrm>
            <a:off x="6095459" y="5526349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2284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52149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61280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4035800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403223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403679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CB51D2DB-5417-2600-B56B-70A902937C50}"/>
              </a:ext>
            </a:extLst>
          </p:cNvPr>
          <p:cNvCxnSpPr>
            <a:cxnSpLocks/>
          </p:cNvCxnSpPr>
          <p:nvPr/>
        </p:nvCxnSpPr>
        <p:spPr>
          <a:xfrm flipV="1">
            <a:off x="714254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14226E6-DF08-AF7E-F4FD-FE7492871180}"/>
              </a:ext>
            </a:extLst>
          </p:cNvPr>
          <p:cNvCxnSpPr>
            <a:cxnSpLocks/>
          </p:cNvCxnSpPr>
          <p:nvPr/>
        </p:nvCxnSpPr>
        <p:spPr>
          <a:xfrm flipV="1">
            <a:off x="7913659" y="492838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/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4" name="TextBox 323">
                <a:extLst>
                  <a:ext uri="{FF2B5EF4-FFF2-40B4-BE49-F238E27FC236}">
                    <a16:creationId xmlns:a16="http://schemas.microsoft.com/office/drawing/2014/main" id="{C117EEC0-C24D-68A2-B7B0-17D72EA7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9262" y="5016417"/>
                <a:ext cx="200375" cy="307777"/>
              </a:xfrm>
              <a:prstGeom prst="rect">
                <a:avLst/>
              </a:prstGeom>
              <a:blipFill>
                <a:blip r:embed="rId42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/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62D16F2B-1585-3A94-1464-E296F5D5F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2238" y="5016417"/>
                <a:ext cx="200375" cy="307777"/>
              </a:xfrm>
              <a:prstGeom prst="rect">
                <a:avLst/>
              </a:prstGeom>
              <a:blipFill>
                <a:blip r:embed="rId43"/>
                <a:stretch>
                  <a:fillRect l="-23529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/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1,1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6" name="TextBox 325">
                <a:extLst>
                  <a:ext uri="{FF2B5EF4-FFF2-40B4-BE49-F238E27FC236}">
                    <a16:creationId xmlns:a16="http://schemas.microsoft.com/office/drawing/2014/main" id="{20164CF9-9A24-9D5D-6350-898B2B4D6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7673" y="5500516"/>
                <a:ext cx="608821" cy="923330"/>
              </a:xfrm>
              <a:prstGeom prst="rect">
                <a:avLst/>
              </a:prstGeom>
              <a:blipFill>
                <a:blip r:embed="rId44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9556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Rounded Rectangle 327">
            <a:extLst>
              <a:ext uri="{FF2B5EF4-FFF2-40B4-BE49-F238E27FC236}">
                <a16:creationId xmlns:a16="http://schemas.microsoft.com/office/drawing/2014/main" id="{091900DA-0A0C-3005-2106-DB4098C618A0}"/>
              </a:ext>
            </a:extLst>
          </p:cNvPr>
          <p:cNvSpPr/>
          <p:nvPr/>
        </p:nvSpPr>
        <p:spPr>
          <a:xfrm>
            <a:off x="6863631" y="5521283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/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</m:t>
                          </m:r>
                        </m:e>
                      </m:d>
                    </m:oMath>
                  </m:oMathPara>
                </a14:m>
                <a:endParaRPr lang="en-US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</m:t>
                          </m:r>
                        </m:e>
                      </m:d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9" name="TextBox 328">
                <a:extLst>
                  <a:ext uri="{FF2B5EF4-FFF2-40B4-BE49-F238E27FC236}">
                    <a16:creationId xmlns:a16="http://schemas.microsoft.com/office/drawing/2014/main" id="{F7A464C1-541D-0DFA-2714-83FD2460D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202" y="5500515"/>
                <a:ext cx="608821" cy="923330"/>
              </a:xfrm>
              <a:prstGeom prst="rect">
                <a:avLst/>
              </a:prstGeom>
              <a:blipFill>
                <a:blip r:embed="rId45"/>
                <a:stretch>
                  <a:fillRect b="-135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1F72B565-ACBC-4E9D-860A-4B22AB7B330C}"/>
              </a:ext>
            </a:extLst>
          </p:cNvPr>
          <p:cNvCxnSpPr>
            <a:cxnSpLocks/>
          </p:cNvCxnSpPr>
          <p:nvPr/>
        </p:nvCxnSpPr>
        <p:spPr>
          <a:xfrm flipV="1">
            <a:off x="7432584" y="5955614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1" name="Rounded Rectangle 330">
            <a:extLst>
              <a:ext uri="{FF2B5EF4-FFF2-40B4-BE49-F238E27FC236}">
                <a16:creationId xmlns:a16="http://schemas.microsoft.com/office/drawing/2014/main" id="{C1B8095E-37E2-2D1F-D979-9F1A26671059}"/>
              </a:ext>
            </a:extLst>
          </p:cNvPr>
          <p:cNvSpPr/>
          <p:nvPr/>
        </p:nvSpPr>
        <p:spPr>
          <a:xfrm>
            <a:off x="7639160" y="5521282"/>
            <a:ext cx="539642" cy="89064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335890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328178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329324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3358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404091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4039625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339023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630407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62795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625961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 flipV="1">
            <a:off x="4811207" y="4622900"/>
            <a:ext cx="3100312" cy="107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603521" y="4631658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363" name="Group 362">
            <a:extLst>
              <a:ext uri="{FF2B5EF4-FFF2-40B4-BE49-F238E27FC236}">
                <a16:creationId xmlns:a16="http://schemas.microsoft.com/office/drawing/2014/main" id="{2D1D3D44-9D20-DA22-5CD3-DCA26F04121A}"/>
              </a:ext>
            </a:extLst>
          </p:cNvPr>
          <p:cNvGrpSpPr/>
          <p:nvPr/>
        </p:nvGrpSpPr>
        <p:grpSpPr>
          <a:xfrm>
            <a:off x="7925968" y="4624244"/>
            <a:ext cx="45719" cy="296189"/>
            <a:chOff x="3509152" y="253612"/>
            <a:chExt cx="45719" cy="296189"/>
          </a:xfrm>
        </p:grpSpPr>
        <p:sp>
          <p:nvSpPr>
            <p:cNvPr id="364" name="Rectangle 363">
              <a:extLst>
                <a:ext uri="{FF2B5EF4-FFF2-40B4-BE49-F238E27FC236}">
                  <a16:creationId xmlns:a16="http://schemas.microsoft.com/office/drawing/2014/main" id="{769F9B71-1AC6-9581-1A95-EF74332FA4E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FF6A891D-E63E-ED7A-E058-72400FF583BA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66" name="Straight Connector 365">
            <a:extLst>
              <a:ext uri="{FF2B5EF4-FFF2-40B4-BE49-F238E27FC236}">
                <a16:creationId xmlns:a16="http://schemas.microsoft.com/office/drawing/2014/main" id="{68764EAA-F6FE-91B1-5D9C-8C733F131544}"/>
              </a:ext>
            </a:extLst>
          </p:cNvPr>
          <p:cNvCxnSpPr>
            <a:cxnSpLocks/>
          </p:cNvCxnSpPr>
          <p:nvPr/>
        </p:nvCxnSpPr>
        <p:spPr>
          <a:xfrm>
            <a:off x="7911519" y="462397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4044945"/>
                <a:ext cx="215636" cy="261610"/>
              </a:xfrm>
              <a:prstGeom prst="rect">
                <a:avLst/>
              </a:prstGeom>
              <a:blipFill>
                <a:blip r:embed="rId4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326925"/>
                <a:ext cx="220701" cy="261610"/>
              </a:xfrm>
              <a:prstGeom prst="rect">
                <a:avLst/>
              </a:prstGeom>
              <a:blipFill>
                <a:blip r:embed="rId4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634007"/>
                <a:ext cx="220701" cy="261610"/>
              </a:xfrm>
              <a:prstGeom prst="rect">
                <a:avLst/>
              </a:prstGeom>
              <a:blipFill>
                <a:blip r:embed="rId48"/>
                <a:stretch>
                  <a:fillRect l="-26316" r="-10526" b="-2727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3161706"/>
                <a:ext cx="2264338" cy="276999"/>
              </a:xfrm>
              <a:prstGeom prst="rect">
                <a:avLst/>
              </a:prstGeom>
              <a:blipFill>
                <a:blip r:embed="rId4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0" name="Group 389">
            <a:extLst>
              <a:ext uri="{FF2B5EF4-FFF2-40B4-BE49-F238E27FC236}">
                <a16:creationId xmlns:a16="http://schemas.microsoft.com/office/drawing/2014/main" id="{DAD2FEEA-28D7-8206-0E6C-B4BE362FA4F0}"/>
              </a:ext>
            </a:extLst>
          </p:cNvPr>
          <p:cNvGrpSpPr/>
          <p:nvPr/>
        </p:nvGrpSpPr>
        <p:grpSpPr>
          <a:xfrm>
            <a:off x="2739698" y="2595435"/>
            <a:ext cx="309691" cy="205149"/>
            <a:chOff x="9664906" y="3882521"/>
            <a:chExt cx="309691" cy="205149"/>
          </a:xfrm>
        </p:grpSpPr>
        <p:grpSp>
          <p:nvGrpSpPr>
            <p:cNvPr id="387" name="Group 386">
              <a:extLst>
                <a:ext uri="{FF2B5EF4-FFF2-40B4-BE49-F238E27FC236}">
                  <a16:creationId xmlns:a16="http://schemas.microsoft.com/office/drawing/2014/main" id="{472B1528-0BF3-750A-636A-F2E6C3599F8A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86" name="Rectangle 385">
                <a:extLst>
                  <a:ext uri="{FF2B5EF4-FFF2-40B4-BE49-F238E27FC236}">
                    <a16:creationId xmlns:a16="http://schemas.microsoft.com/office/drawing/2014/main" id="{5CD140FD-2796-114A-A353-E99A9F01F2FF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85" name="Group 384">
                <a:extLst>
                  <a:ext uri="{FF2B5EF4-FFF2-40B4-BE49-F238E27FC236}">
                    <a16:creationId xmlns:a16="http://schemas.microsoft.com/office/drawing/2014/main" id="{96A2CE66-4C0A-02C8-D4AB-14323B8D4471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78" name="Straight Connector 377">
                  <a:extLst>
                    <a:ext uri="{FF2B5EF4-FFF2-40B4-BE49-F238E27FC236}">
                      <a16:creationId xmlns:a16="http://schemas.microsoft.com/office/drawing/2014/main" id="{84F0707E-9951-B929-09B2-79806BB69D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0" name="Straight Connector 379">
                  <a:extLst>
                    <a:ext uri="{FF2B5EF4-FFF2-40B4-BE49-F238E27FC236}">
                      <a16:creationId xmlns:a16="http://schemas.microsoft.com/office/drawing/2014/main" id="{042A67FA-2F1F-F7E6-FF96-A65F3F11D0D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88" name="Straight Connector 387">
              <a:extLst>
                <a:ext uri="{FF2B5EF4-FFF2-40B4-BE49-F238E27FC236}">
                  <a16:creationId xmlns:a16="http://schemas.microsoft.com/office/drawing/2014/main" id="{19B93D71-7E87-9211-14F1-8A55411789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6938" y="4908080"/>
                <a:ext cx="231602" cy="430887"/>
              </a:xfrm>
              <a:prstGeom prst="rect">
                <a:avLst/>
              </a:prstGeom>
              <a:blipFill>
                <a:blip r:embed="rId50"/>
                <a:stretch>
                  <a:fillRect l="-25000" r="-20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932011"/>
            <a:ext cx="3706140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2" name="Group 391">
            <a:extLst>
              <a:ext uri="{FF2B5EF4-FFF2-40B4-BE49-F238E27FC236}">
                <a16:creationId xmlns:a16="http://schemas.microsoft.com/office/drawing/2014/main" id="{D4B63AFA-87C2-D1D9-0F58-3E704FD7E656}"/>
              </a:ext>
            </a:extLst>
          </p:cNvPr>
          <p:cNvGrpSpPr/>
          <p:nvPr/>
        </p:nvGrpSpPr>
        <p:grpSpPr>
          <a:xfrm>
            <a:off x="8204915" y="5853307"/>
            <a:ext cx="309691" cy="205149"/>
            <a:chOff x="9664906" y="3882521"/>
            <a:chExt cx="309691" cy="205149"/>
          </a:xfrm>
        </p:grpSpPr>
        <p:grpSp>
          <p:nvGrpSpPr>
            <p:cNvPr id="393" name="Group 392">
              <a:extLst>
                <a:ext uri="{FF2B5EF4-FFF2-40B4-BE49-F238E27FC236}">
                  <a16:creationId xmlns:a16="http://schemas.microsoft.com/office/drawing/2014/main" id="{28653104-3605-B3F4-2A19-1BEAA2A1508E}"/>
                </a:ext>
              </a:extLst>
            </p:cNvPr>
            <p:cNvGrpSpPr/>
            <p:nvPr/>
          </p:nvGrpSpPr>
          <p:grpSpPr>
            <a:xfrm>
              <a:off x="9682759" y="3882521"/>
              <a:ext cx="181382" cy="205149"/>
              <a:chOff x="9710295" y="2576141"/>
              <a:chExt cx="181383" cy="289752"/>
            </a:xfrm>
          </p:grpSpPr>
          <p:sp>
            <p:nvSpPr>
              <p:cNvPr id="395" name="Rectangle 394">
                <a:extLst>
                  <a:ext uri="{FF2B5EF4-FFF2-40B4-BE49-F238E27FC236}">
                    <a16:creationId xmlns:a16="http://schemas.microsoft.com/office/drawing/2014/main" id="{92E81726-11DE-6DF4-52CC-3A4387B7D1EE}"/>
                  </a:ext>
                </a:extLst>
              </p:cNvPr>
              <p:cNvSpPr/>
              <p:nvPr/>
            </p:nvSpPr>
            <p:spPr>
              <a:xfrm flipH="1">
                <a:off x="9710295" y="2576141"/>
                <a:ext cx="181383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grpSp>
            <p:nvGrpSpPr>
              <p:cNvPr id="396" name="Group 395">
                <a:extLst>
                  <a:ext uri="{FF2B5EF4-FFF2-40B4-BE49-F238E27FC236}">
                    <a16:creationId xmlns:a16="http://schemas.microsoft.com/office/drawing/2014/main" id="{6CA0B3E4-78C9-7765-D66D-3EEA07EF6039}"/>
                  </a:ext>
                </a:extLst>
              </p:cNvPr>
              <p:cNvGrpSpPr/>
              <p:nvPr/>
            </p:nvGrpSpPr>
            <p:grpSpPr>
              <a:xfrm>
                <a:off x="9729192" y="2627437"/>
                <a:ext cx="123586" cy="187160"/>
                <a:chOff x="10105712" y="4024829"/>
                <a:chExt cx="295588" cy="385917"/>
              </a:xfrm>
            </p:grpSpPr>
            <p:cxnSp>
              <p:nvCxnSpPr>
                <p:cNvPr id="397" name="Straight Connector 396">
                  <a:extLst>
                    <a:ext uri="{FF2B5EF4-FFF2-40B4-BE49-F238E27FC236}">
                      <a16:creationId xmlns:a16="http://schemas.microsoft.com/office/drawing/2014/main" id="{76E18BEE-ECD3-31B9-6FC5-8E02A6CE99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8" name="Straight Connector 397">
                  <a:extLst>
                    <a:ext uri="{FF2B5EF4-FFF2-40B4-BE49-F238E27FC236}">
                      <a16:creationId xmlns:a16="http://schemas.microsoft.com/office/drawing/2014/main" id="{21AC2C74-AD39-1206-3005-99F3050DFB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105712" y="4024829"/>
                  <a:ext cx="295588" cy="385917"/>
                </a:xfrm>
                <a:prstGeom prst="line">
                  <a:avLst/>
                </a:prstGeom>
                <a:ln w="38100" cmpd="sng">
                  <a:solidFill>
                    <a:schemeClr val="tx1"/>
                  </a:solidFill>
                  <a:prstDash val="solid"/>
                  <a:round/>
                </a:ln>
                <a:effectLst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94" name="Straight Connector 393">
              <a:extLst>
                <a:ext uri="{FF2B5EF4-FFF2-40B4-BE49-F238E27FC236}">
                  <a16:creationId xmlns:a16="http://schemas.microsoft.com/office/drawing/2014/main" id="{8F506F3F-48A1-7A9D-02B2-B7A54F5DAE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64906" y="3979109"/>
              <a:ext cx="309691" cy="537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olid"/>
              <a:headEnd type="none" w="med" len="lg"/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/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6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600" dirty="0">
                    <a:solidFill>
                      <a:schemeClr val="tx1"/>
                    </a:solidFill>
                  </a:rPr>
                  <a:t> violates interf. </a:t>
                </a:r>
                <a:r>
                  <a:rPr lang="en-GB" sz="1600" dirty="0"/>
                  <a:t>c</a:t>
                </a:r>
                <a:r>
                  <a:rPr lang="en-RU" sz="1600" dirty="0">
                    <a:solidFill>
                      <a:schemeClr val="tx1"/>
                    </a:solidFill>
                  </a:rPr>
                  <a:t>ond.;</a:t>
                </a:r>
              </a:p>
              <a:p>
                <a:r>
                  <a:rPr lang="en-RU" sz="1600" dirty="0"/>
                  <a:t>schedule is not examined further</a:t>
                </a:r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4" name="TextBox 403">
                <a:extLst>
                  <a:ext uri="{FF2B5EF4-FFF2-40B4-BE49-F238E27FC236}">
                    <a16:creationId xmlns:a16="http://schemas.microsoft.com/office/drawing/2014/main" id="{4C0CC175-1B06-4CC2-BA0F-8C75E19109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662" y="3664343"/>
                <a:ext cx="2015890" cy="738664"/>
              </a:xfrm>
              <a:prstGeom prst="rect">
                <a:avLst/>
              </a:prstGeom>
              <a:blipFill>
                <a:blip r:embed="rId52"/>
                <a:stretch>
                  <a:fillRect l="-6250" t="-8475" r="-3125" b="-152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5" name="Freeform 404">
            <a:extLst>
              <a:ext uri="{FF2B5EF4-FFF2-40B4-BE49-F238E27FC236}">
                <a16:creationId xmlns:a16="http://schemas.microsoft.com/office/drawing/2014/main" id="{DB736707-EA4C-5E84-6F10-0884EC45636F}"/>
              </a:ext>
            </a:extLst>
          </p:cNvPr>
          <p:cNvSpPr/>
          <p:nvPr/>
        </p:nvSpPr>
        <p:spPr>
          <a:xfrm>
            <a:off x="7962118" y="4095213"/>
            <a:ext cx="146676" cy="6779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  <a:gd name="connsiteX0" fmla="*/ 4889 w 166567"/>
              <a:gd name="connsiteY0" fmla="*/ 0 h 569630"/>
              <a:gd name="connsiteX1" fmla="*/ 161925 w 166567"/>
              <a:gd name="connsiteY1" fmla="*/ 464855 h 569630"/>
              <a:gd name="connsiteX2" fmla="*/ 0 w 166567"/>
              <a:gd name="connsiteY2" fmla="*/ 569630 h 569630"/>
              <a:gd name="connsiteX0" fmla="*/ 4889 w 178392"/>
              <a:gd name="connsiteY0" fmla="*/ 0 h 569630"/>
              <a:gd name="connsiteX1" fmla="*/ 161925 w 178392"/>
              <a:gd name="connsiteY1" fmla="*/ 464855 h 569630"/>
              <a:gd name="connsiteX2" fmla="*/ 0 w 178392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12555"/>
              <a:gd name="connsiteY0" fmla="*/ 0 h 569630"/>
              <a:gd name="connsiteX1" fmla="*/ 201404 w 212555"/>
              <a:gd name="connsiteY1" fmla="*/ 328783 h 569630"/>
              <a:gd name="connsiteX2" fmla="*/ 0 w 212555"/>
              <a:gd name="connsiteY2" fmla="*/ 569630 h 569630"/>
              <a:gd name="connsiteX0" fmla="*/ 4889 w 201404"/>
              <a:gd name="connsiteY0" fmla="*/ 0 h 569630"/>
              <a:gd name="connsiteX1" fmla="*/ 201404 w 201404"/>
              <a:gd name="connsiteY1" fmla="*/ 328783 h 569630"/>
              <a:gd name="connsiteX2" fmla="*/ 0 w 20140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328783 h 569630"/>
              <a:gd name="connsiteX2" fmla="*/ 0 w 201714"/>
              <a:gd name="connsiteY2" fmla="*/ 569630 h 569630"/>
              <a:gd name="connsiteX0" fmla="*/ 4889 w 201714"/>
              <a:gd name="connsiteY0" fmla="*/ 0 h 569630"/>
              <a:gd name="connsiteX1" fmla="*/ 201404 w 201714"/>
              <a:gd name="connsiteY1" fmla="*/ 290513 h 569630"/>
              <a:gd name="connsiteX2" fmla="*/ 0 w 201714"/>
              <a:gd name="connsiteY2" fmla="*/ 569630 h 569630"/>
              <a:gd name="connsiteX0" fmla="*/ 0 w 295524"/>
              <a:gd name="connsiteY0" fmla="*/ 0 h 743972"/>
              <a:gd name="connsiteX1" fmla="*/ 295214 w 295524"/>
              <a:gd name="connsiteY1" fmla="*/ 464855 h 743972"/>
              <a:gd name="connsiteX2" fmla="*/ 93810 w 295524"/>
              <a:gd name="connsiteY2" fmla="*/ 743972 h 743972"/>
              <a:gd name="connsiteX0" fmla="*/ 0 w 288958"/>
              <a:gd name="connsiteY0" fmla="*/ 0 h 743972"/>
              <a:gd name="connsiteX1" fmla="*/ 288635 w 288958"/>
              <a:gd name="connsiteY1" fmla="*/ 379810 h 743972"/>
              <a:gd name="connsiteX2" fmla="*/ 93810 w 288958"/>
              <a:gd name="connsiteY2" fmla="*/ 743972 h 743972"/>
              <a:gd name="connsiteX0" fmla="*/ 0 w 308658"/>
              <a:gd name="connsiteY0" fmla="*/ 0 h 743972"/>
              <a:gd name="connsiteX1" fmla="*/ 308374 w 308658"/>
              <a:gd name="connsiteY1" fmla="*/ 396818 h 743972"/>
              <a:gd name="connsiteX2" fmla="*/ 93810 w 308658"/>
              <a:gd name="connsiteY2" fmla="*/ 743972 h 743972"/>
              <a:gd name="connsiteX0" fmla="*/ 0 w 308659"/>
              <a:gd name="connsiteY0" fmla="*/ 0 h 743972"/>
              <a:gd name="connsiteX1" fmla="*/ 308374 w 308659"/>
              <a:gd name="connsiteY1" fmla="*/ 396818 h 743972"/>
              <a:gd name="connsiteX2" fmla="*/ 93810 w 308659"/>
              <a:gd name="connsiteY2" fmla="*/ 743972 h 743972"/>
              <a:gd name="connsiteX0" fmla="*/ 0 w 308374"/>
              <a:gd name="connsiteY0" fmla="*/ 0 h 743972"/>
              <a:gd name="connsiteX1" fmla="*/ 308374 w 308374"/>
              <a:gd name="connsiteY1" fmla="*/ 396818 h 743972"/>
              <a:gd name="connsiteX2" fmla="*/ 93810 w 308374"/>
              <a:gd name="connsiteY2" fmla="*/ 743972 h 7439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08374" h="743972">
                <a:moveTo>
                  <a:pt x="0" y="0"/>
                </a:moveTo>
                <a:cubicBezTo>
                  <a:pt x="176525" y="66958"/>
                  <a:pt x="306996" y="163682"/>
                  <a:pt x="308374" y="396818"/>
                </a:cubicBezTo>
                <a:cubicBezTo>
                  <a:pt x="303176" y="604440"/>
                  <a:pt x="155722" y="714603"/>
                  <a:pt x="93810" y="743972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43421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Straight Connector 407">
            <a:extLst>
              <a:ext uri="{FF2B5EF4-FFF2-40B4-BE49-F238E27FC236}">
                <a16:creationId xmlns:a16="http://schemas.microsoft.com/office/drawing/2014/main" id="{32243045-FE09-7443-2094-1975273CA46C}"/>
              </a:ext>
            </a:extLst>
          </p:cNvPr>
          <p:cNvCxnSpPr>
            <a:cxnSpLocks/>
          </p:cNvCxnSpPr>
          <p:nvPr/>
        </p:nvCxnSpPr>
        <p:spPr>
          <a:xfrm>
            <a:off x="731176" y="673761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/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𝟒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410" name="TextBox 409">
                <a:extLst>
                  <a:ext uri="{FF2B5EF4-FFF2-40B4-BE49-F238E27FC236}">
                    <a16:creationId xmlns:a16="http://schemas.microsoft.com/office/drawing/2014/main" id="{E2FE3692-AC60-103D-38C1-C1066BD2B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5124" y="6442533"/>
                <a:ext cx="2264338" cy="276999"/>
              </a:xfrm>
              <a:prstGeom prst="rect">
                <a:avLst/>
              </a:prstGeom>
              <a:blipFill>
                <a:blip r:embed="rId53"/>
                <a:stretch>
                  <a:fillRect l="-6145" t="-27273" r="-2793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3671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4930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201251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207559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52" name="Rounded Rectangle 151">
            <a:extLst>
              <a:ext uri="{FF2B5EF4-FFF2-40B4-BE49-F238E27FC236}">
                <a16:creationId xmlns:a16="http://schemas.microsoft.com/office/drawing/2014/main" id="{253FC0A7-6A6F-00DC-7650-68AC75C06BAF}"/>
              </a:ext>
            </a:extLst>
          </p:cNvPr>
          <p:cNvSpPr/>
          <p:nvPr/>
        </p:nvSpPr>
        <p:spPr>
          <a:xfrm>
            <a:off x="6086928" y="2207086"/>
            <a:ext cx="539642" cy="7555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205175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208037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5853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582247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2" name="Straight Connector 371">
            <a:extLst>
              <a:ext uri="{FF2B5EF4-FFF2-40B4-BE49-F238E27FC236}">
                <a16:creationId xmlns:a16="http://schemas.microsoft.com/office/drawing/2014/main" id="{89321C1B-08E9-682A-AAE0-4A4CB64CC521}"/>
              </a:ext>
            </a:extLst>
          </p:cNvPr>
          <p:cNvCxnSpPr>
            <a:cxnSpLocks/>
          </p:cNvCxnSpPr>
          <p:nvPr/>
        </p:nvCxnSpPr>
        <p:spPr>
          <a:xfrm>
            <a:off x="4807458" y="3709062"/>
            <a:ext cx="7046" cy="2339934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1077652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760657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/>
          <p:nvPr/>
        </p:nvCxnSpPr>
        <p:spPr>
          <a:xfrm>
            <a:off x="713113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7902988" y="174901"/>
            <a:ext cx="0" cy="6156004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20939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67391AA5-4C57-743D-EFF2-4AC8E3B33049}"/>
              </a:ext>
            </a:extLst>
          </p:cNvPr>
          <p:cNvCxnSpPr>
            <a:cxnSpLocks/>
          </p:cNvCxnSpPr>
          <p:nvPr/>
        </p:nvCxnSpPr>
        <p:spPr>
          <a:xfrm flipV="1">
            <a:off x="6361556" y="165090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1400" y="712763"/>
                <a:ext cx="317779" cy="338554"/>
              </a:xfrm>
              <a:prstGeom prst="rect">
                <a:avLst/>
              </a:prstGeom>
              <a:blipFill>
                <a:blip r:embed="rId3"/>
                <a:stretch>
                  <a:fillRect l="-7407" r="-7407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27" y="1010639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919" y="1314179"/>
                <a:ext cx="324320" cy="338554"/>
              </a:xfrm>
              <a:prstGeom prst="rect">
                <a:avLst/>
              </a:prstGeom>
              <a:blipFill>
                <a:blip r:embed="rId5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1738932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1738932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1738932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1738932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1738932"/>
                <a:ext cx="200375" cy="307777"/>
              </a:xfrm>
              <a:prstGeom prst="rect">
                <a:avLst/>
              </a:prstGeom>
              <a:blipFill>
                <a:blip r:embed="rId10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/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6C2F09E-DE8F-EBA3-DA73-AB7EA5B2EE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0135" y="1738932"/>
                <a:ext cx="200375" cy="307777"/>
              </a:xfrm>
              <a:prstGeom prst="rect">
                <a:avLst/>
              </a:prstGeom>
              <a:blipFill>
                <a:blip r:embed="rId11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214895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214895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214895"/>
                <a:ext cx="560987" cy="73674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214895"/>
                <a:ext cx="560987" cy="7367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/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FD6C58F-C471-61CB-89C3-D6B147558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902" y="2214895"/>
                <a:ext cx="560987" cy="7367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430EF08-FAC1-46B0-EFF0-82297BC07C44}"/>
              </a:ext>
            </a:extLst>
          </p:cNvPr>
          <p:cNvCxnSpPr>
            <a:cxnSpLocks/>
          </p:cNvCxnSpPr>
          <p:nvPr/>
        </p:nvCxnSpPr>
        <p:spPr>
          <a:xfrm flipV="1">
            <a:off x="1933731" y="2586070"/>
            <a:ext cx="349771" cy="3158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16" y="2145207"/>
                <a:ext cx="288412" cy="307777"/>
              </a:xfrm>
              <a:prstGeom prst="rect">
                <a:avLst/>
              </a:prstGeom>
              <a:blipFill>
                <a:blip r:embed="rId17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8199" y="2393621"/>
                <a:ext cx="294376" cy="307777"/>
              </a:xfrm>
              <a:prstGeom prst="rect">
                <a:avLst/>
              </a:prstGeom>
              <a:blipFill>
                <a:blip r:embed="rId18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753" y="2645649"/>
                <a:ext cx="294376" cy="307777"/>
              </a:xfrm>
              <a:prstGeom prst="rect">
                <a:avLst/>
              </a:prstGeom>
              <a:blipFill>
                <a:blip r:embed="rId19"/>
                <a:stretch>
                  <a:fillRect l="-8000" r="-4000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1088383" y="181157"/>
            <a:ext cx="130003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393895" y="2207860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3960" y="2214895"/>
                <a:ext cx="560987" cy="7367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1738932"/>
                <a:ext cx="200376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83294" y="2209438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4946" y="2214895"/>
                <a:ext cx="560987" cy="7367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0" name="Rectangle 89">
            <a:extLst>
              <a:ext uri="{FF2B5EF4-FFF2-40B4-BE49-F238E27FC236}">
                <a16:creationId xmlns:a16="http://schemas.microsoft.com/office/drawing/2014/main" id="{CD741747-6CA7-5A43-C2AF-C93FD489DD99}"/>
              </a:ext>
            </a:extLst>
          </p:cNvPr>
          <p:cNvSpPr/>
          <p:nvPr/>
        </p:nvSpPr>
        <p:spPr>
          <a:xfrm flipH="1">
            <a:off x="1732840" y="766614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08E7B0F-CFF2-AA67-D8B6-7840D220231F}"/>
              </a:ext>
            </a:extLst>
          </p:cNvPr>
          <p:cNvCxnSpPr>
            <a:cxnSpLocks/>
          </p:cNvCxnSpPr>
          <p:nvPr/>
        </p:nvCxnSpPr>
        <p:spPr>
          <a:xfrm flipH="1" flipV="1">
            <a:off x="1723832" y="770130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DD1F643-1A0A-C37F-62F3-0FC5886A6FCB}"/>
              </a:ext>
            </a:extLst>
          </p:cNvPr>
          <p:cNvCxnSpPr>
            <a:cxnSpLocks/>
          </p:cNvCxnSpPr>
          <p:nvPr/>
        </p:nvCxnSpPr>
        <p:spPr>
          <a:xfrm>
            <a:off x="2503498" y="75709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ED365A49-C18D-2DFC-EFD6-A0D57AC26186}"/>
              </a:ext>
            </a:extLst>
          </p:cNvPr>
          <p:cNvCxnSpPr>
            <a:cxnSpLocks/>
          </p:cNvCxnSpPr>
          <p:nvPr/>
        </p:nvCxnSpPr>
        <p:spPr>
          <a:xfrm>
            <a:off x="1721827" y="76577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2481131" y="1057009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2499547" y="106182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4049550" y="105567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1727594" y="1347000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1724016" y="1342407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4049614" y="134919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3829" y="1349193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0662" y="765367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1654" y="76888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18258" y="75585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49" y="76452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053185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3E55C4D0-93AD-83E6-C5A8-F157FC92AAE7}"/>
              </a:ext>
            </a:extLst>
          </p:cNvPr>
          <p:cNvGrpSpPr/>
          <p:nvPr/>
        </p:nvGrpSpPr>
        <p:grpSpPr>
          <a:xfrm>
            <a:off x="3239307" y="755850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794541B0-7ED6-B2FD-28AF-DE035D1AA5C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087E0CBD-FDB6-2144-7497-18B63823CE8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9" name="Rectangle 178">
            <a:extLst>
              <a:ext uri="{FF2B5EF4-FFF2-40B4-BE49-F238E27FC236}">
                <a16:creationId xmlns:a16="http://schemas.microsoft.com/office/drawing/2014/main" id="{D07CF95C-945D-16BC-5DD4-7ED0B5DCFBC2}"/>
              </a:ext>
            </a:extLst>
          </p:cNvPr>
          <p:cNvSpPr/>
          <p:nvPr/>
        </p:nvSpPr>
        <p:spPr>
          <a:xfrm flipH="1">
            <a:off x="5589469" y="759661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F3142CAB-EC95-7325-5B5F-C35E3D22F976}"/>
              </a:ext>
            </a:extLst>
          </p:cNvPr>
          <p:cNvCxnSpPr>
            <a:cxnSpLocks/>
          </p:cNvCxnSpPr>
          <p:nvPr/>
        </p:nvCxnSpPr>
        <p:spPr>
          <a:xfrm>
            <a:off x="6359407" y="75609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5E06A8B9-AF58-CF8A-4555-3BAD9B741F15}"/>
              </a:ext>
            </a:extLst>
          </p:cNvPr>
          <p:cNvCxnSpPr>
            <a:cxnSpLocks/>
          </p:cNvCxnSpPr>
          <p:nvPr/>
        </p:nvCxnSpPr>
        <p:spPr>
          <a:xfrm>
            <a:off x="5590446" y="760657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E6D64AE-706A-8D1A-04E9-D5237591BCA8}"/>
              </a:ext>
            </a:extLst>
          </p:cNvPr>
          <p:cNvCxnSpPr>
            <a:cxnSpLocks/>
          </p:cNvCxnSpPr>
          <p:nvPr/>
        </p:nvCxnSpPr>
        <p:spPr>
          <a:xfrm>
            <a:off x="7131138" y="165569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4FD88E89-7EA6-60F8-2316-C6735318F846}"/>
              </a:ext>
            </a:extLst>
          </p:cNvPr>
          <p:cNvCxnSpPr/>
          <p:nvPr/>
        </p:nvCxnSpPr>
        <p:spPr>
          <a:xfrm>
            <a:off x="7902988" y="16557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73C2E1D2-35AF-F895-D1F1-6501B936EC6C}"/>
              </a:ext>
            </a:extLst>
          </p:cNvPr>
          <p:cNvGrpSpPr/>
          <p:nvPr/>
        </p:nvGrpSpPr>
        <p:grpSpPr>
          <a:xfrm>
            <a:off x="4781213" y="1352832"/>
            <a:ext cx="45719" cy="296189"/>
            <a:chOff x="3509152" y="253612"/>
            <a:chExt cx="45719" cy="296189"/>
          </a:xfrm>
        </p:grpSpPr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4F436A34-9D1E-D6A1-8F81-82FDBEA7B5C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655220CF-4FE0-442B-BDC5-976E773CEDC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D7F99D4A-DA70-AC1B-4E02-E2E2FBFA242B}"/>
              </a:ext>
            </a:extLst>
          </p:cNvPr>
          <p:cNvGrpSpPr/>
          <p:nvPr/>
        </p:nvGrpSpPr>
        <p:grpSpPr>
          <a:xfrm>
            <a:off x="4781177" y="1060982"/>
            <a:ext cx="45719" cy="296189"/>
            <a:chOff x="3509152" y="253612"/>
            <a:chExt cx="45719" cy="296189"/>
          </a:xfrm>
        </p:grpSpPr>
        <p:sp>
          <p:nvSpPr>
            <p:cNvPr id="207" name="Rectangle 206">
              <a:extLst>
                <a:ext uri="{FF2B5EF4-FFF2-40B4-BE49-F238E27FC236}">
                  <a16:creationId xmlns:a16="http://schemas.microsoft.com/office/drawing/2014/main" id="{1274663C-3738-9F4C-C9BF-5530EB6A8B7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296A5E5B-85F2-55CF-EBAC-F1A16D1B1B04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2" name="Rectangle 211">
            <a:extLst>
              <a:ext uri="{FF2B5EF4-FFF2-40B4-BE49-F238E27FC236}">
                <a16:creationId xmlns:a16="http://schemas.microsoft.com/office/drawing/2014/main" id="{B65C5093-E7AE-C26D-6BC2-609334472EF5}"/>
              </a:ext>
            </a:extLst>
          </p:cNvPr>
          <p:cNvSpPr/>
          <p:nvPr/>
        </p:nvSpPr>
        <p:spPr>
          <a:xfrm flipH="1">
            <a:off x="4844089" y="1059751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C612976B-AF5E-A28E-0442-436649037CCC}"/>
              </a:ext>
            </a:extLst>
          </p:cNvPr>
          <p:cNvCxnSpPr>
            <a:cxnSpLocks/>
          </p:cNvCxnSpPr>
          <p:nvPr/>
        </p:nvCxnSpPr>
        <p:spPr>
          <a:xfrm flipV="1">
            <a:off x="4837076" y="105203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91E62E69-C9EB-ABF8-AB46-28A82CE33461}"/>
              </a:ext>
            </a:extLst>
          </p:cNvPr>
          <p:cNvCxnSpPr>
            <a:cxnSpLocks/>
          </p:cNvCxnSpPr>
          <p:nvPr/>
        </p:nvCxnSpPr>
        <p:spPr>
          <a:xfrm>
            <a:off x="4835134" y="1053185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7D64F5BC-3A42-EF21-0501-9EA04A9DEAF5}"/>
              </a:ext>
            </a:extLst>
          </p:cNvPr>
          <p:cNvCxnSpPr>
            <a:cxnSpLocks/>
          </p:cNvCxnSpPr>
          <p:nvPr/>
        </p:nvCxnSpPr>
        <p:spPr>
          <a:xfrm>
            <a:off x="6356452" y="105975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29ED57FE-175E-16DD-BDF1-38CF361EBB7E}"/>
              </a:ext>
            </a:extLst>
          </p:cNvPr>
          <p:cNvGrpSpPr/>
          <p:nvPr/>
        </p:nvGrpSpPr>
        <p:grpSpPr>
          <a:xfrm>
            <a:off x="5528721" y="756528"/>
            <a:ext cx="45719" cy="296189"/>
            <a:chOff x="3509152" y="253612"/>
            <a:chExt cx="45719" cy="296189"/>
          </a:xfrm>
        </p:grpSpPr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B2AB7C2B-AA72-4BB6-8739-73112A11FD53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6" name="Straight Connector 225">
              <a:extLst>
                <a:ext uri="{FF2B5EF4-FFF2-40B4-BE49-F238E27FC236}">
                  <a16:creationId xmlns:a16="http://schemas.microsoft.com/office/drawing/2014/main" id="{B4FB3566-7AFE-700E-9F65-D8ACA49E4EA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B2240E7F-4BEC-2743-C287-64A53C3007F4}"/>
              </a:ext>
            </a:extLst>
          </p:cNvPr>
          <p:cNvCxnSpPr>
            <a:cxnSpLocks/>
          </p:cNvCxnSpPr>
          <p:nvPr/>
        </p:nvCxnSpPr>
        <p:spPr>
          <a:xfrm flipH="1" flipV="1">
            <a:off x="5584095" y="764771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C54994D2-10E3-166B-2C4D-529B72D1F5DF}"/>
              </a:ext>
            </a:extLst>
          </p:cNvPr>
          <p:cNvGrpSpPr/>
          <p:nvPr/>
        </p:nvGrpSpPr>
        <p:grpSpPr>
          <a:xfrm>
            <a:off x="7075976" y="763486"/>
            <a:ext cx="45719" cy="296189"/>
            <a:chOff x="3509152" y="253612"/>
            <a:chExt cx="45719" cy="296189"/>
          </a:xfrm>
        </p:grpSpPr>
        <p:sp>
          <p:nvSpPr>
            <p:cNvPr id="232" name="Rectangle 231">
              <a:extLst>
                <a:ext uri="{FF2B5EF4-FFF2-40B4-BE49-F238E27FC236}">
                  <a16:creationId xmlns:a16="http://schemas.microsoft.com/office/drawing/2014/main" id="{A6883D99-BBAF-268F-C7D0-02505D602F79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3" name="Straight Connector 232">
              <a:extLst>
                <a:ext uri="{FF2B5EF4-FFF2-40B4-BE49-F238E27FC236}">
                  <a16:creationId xmlns:a16="http://schemas.microsoft.com/office/drawing/2014/main" id="{FD53EBB2-2816-7D08-A4DC-484B8288195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198797DB-D636-982C-A391-CA49D2517AFE}"/>
              </a:ext>
            </a:extLst>
          </p:cNvPr>
          <p:cNvGrpSpPr/>
          <p:nvPr/>
        </p:nvGrpSpPr>
        <p:grpSpPr>
          <a:xfrm>
            <a:off x="7075976" y="1062884"/>
            <a:ext cx="45719" cy="296189"/>
            <a:chOff x="3509152" y="253612"/>
            <a:chExt cx="45719" cy="296189"/>
          </a:xfrm>
        </p:grpSpPr>
        <p:sp>
          <p:nvSpPr>
            <p:cNvPr id="235" name="Rectangle 234">
              <a:extLst>
                <a:ext uri="{FF2B5EF4-FFF2-40B4-BE49-F238E27FC236}">
                  <a16:creationId xmlns:a16="http://schemas.microsoft.com/office/drawing/2014/main" id="{18CF40FE-7EB7-7595-1C75-334FEDF8A71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209D6118-AAE8-9EB0-9776-A82924ECB0D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7" name="Rectangle 236">
            <a:extLst>
              <a:ext uri="{FF2B5EF4-FFF2-40B4-BE49-F238E27FC236}">
                <a16:creationId xmlns:a16="http://schemas.microsoft.com/office/drawing/2014/main" id="{788F92AC-18AE-B443-D875-724995E592DF}"/>
              </a:ext>
            </a:extLst>
          </p:cNvPr>
          <p:cNvSpPr/>
          <p:nvPr/>
        </p:nvSpPr>
        <p:spPr>
          <a:xfrm flipH="1">
            <a:off x="4846333" y="1354268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D95002DC-80D7-29EF-55D5-C73B1AC13D33}"/>
              </a:ext>
            </a:extLst>
          </p:cNvPr>
          <p:cNvCxnSpPr>
            <a:cxnSpLocks/>
          </p:cNvCxnSpPr>
          <p:nvPr/>
        </p:nvCxnSpPr>
        <p:spPr>
          <a:xfrm flipV="1">
            <a:off x="4836889" y="1351817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8" name="Rectangle 237">
            <a:extLst>
              <a:ext uri="{FF2B5EF4-FFF2-40B4-BE49-F238E27FC236}">
                <a16:creationId xmlns:a16="http://schemas.microsoft.com/office/drawing/2014/main" id="{5CDFBEAB-18EC-C94A-CA54-D23FFB8085EC}"/>
              </a:ext>
            </a:extLst>
          </p:cNvPr>
          <p:cNvSpPr/>
          <p:nvPr/>
        </p:nvSpPr>
        <p:spPr>
          <a:xfrm flipH="1">
            <a:off x="6369177" y="1349822"/>
            <a:ext cx="3037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9C9E10CB-3397-BE54-846F-AF3D4E7690C5}"/>
              </a:ext>
            </a:extLst>
          </p:cNvPr>
          <p:cNvCxnSpPr>
            <a:cxnSpLocks/>
          </p:cNvCxnSpPr>
          <p:nvPr/>
        </p:nvCxnSpPr>
        <p:spPr>
          <a:xfrm>
            <a:off x="4828847" y="1346761"/>
            <a:ext cx="1807623" cy="1272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>
            <a:extLst>
              <a:ext uri="{FF2B5EF4-FFF2-40B4-BE49-F238E27FC236}">
                <a16:creationId xmlns:a16="http://schemas.microsoft.com/office/drawing/2014/main" id="{B14511E5-7CFD-0BC9-3D1A-B28B45F3061E}"/>
              </a:ext>
            </a:extLst>
          </p:cNvPr>
          <p:cNvSpPr/>
          <p:nvPr/>
        </p:nvSpPr>
        <p:spPr>
          <a:xfrm flipH="1">
            <a:off x="5594990" y="1355519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/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6" name="TextBox 245">
                <a:extLst>
                  <a:ext uri="{FF2B5EF4-FFF2-40B4-BE49-F238E27FC236}">
                    <a16:creationId xmlns:a16="http://schemas.microsoft.com/office/drawing/2014/main" id="{6EC012CC-558E-F894-AD4C-0D3C1636C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8520" y="768806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/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7" name="TextBox 246">
                <a:extLst>
                  <a:ext uri="{FF2B5EF4-FFF2-40B4-BE49-F238E27FC236}">
                    <a16:creationId xmlns:a16="http://schemas.microsoft.com/office/drawing/2014/main" id="{357DD3ED-144D-C964-1D71-E45A5E6950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650" y="1050786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/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8" name="TextBox 247">
                <a:extLst>
                  <a:ext uri="{FF2B5EF4-FFF2-40B4-BE49-F238E27FC236}">
                    <a16:creationId xmlns:a16="http://schemas.microsoft.com/office/drawing/2014/main" id="{2DC0D016-2EB0-779C-993D-8C4D16977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1585" y="1357868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7778" r="-11111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5381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E902BC9F-139A-D2E2-A79C-69B1D6B5146C}"/>
              </a:ext>
            </a:extLst>
          </p:cNvPr>
          <p:cNvCxnSpPr>
            <a:cxnSpLocks/>
          </p:cNvCxnSpPr>
          <p:nvPr/>
        </p:nvCxnSpPr>
        <p:spPr>
          <a:xfrm>
            <a:off x="731019" y="553310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6713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56262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85570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5882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FD54F299-148A-8B3D-26AF-3C955CE96507}"/>
              </a:ext>
            </a:extLst>
          </p:cNvPr>
          <p:cNvCxnSpPr>
            <a:cxnSpLocks/>
          </p:cNvCxnSpPr>
          <p:nvPr/>
        </p:nvCxnSpPr>
        <p:spPr>
          <a:xfrm flipV="1">
            <a:off x="4815958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0C5C386D-79A3-ED29-D376-7A559AC9EBF3}"/>
              </a:ext>
            </a:extLst>
          </p:cNvPr>
          <p:cNvCxnSpPr>
            <a:cxnSpLocks/>
          </p:cNvCxnSpPr>
          <p:nvPr/>
        </p:nvCxnSpPr>
        <p:spPr>
          <a:xfrm flipV="1">
            <a:off x="559199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0CEF81E2-C53B-3E1F-C568-CF1144D18790}"/>
              </a:ext>
            </a:extLst>
          </p:cNvPr>
          <p:cNvCxnSpPr>
            <a:cxnSpLocks/>
          </p:cNvCxnSpPr>
          <p:nvPr/>
        </p:nvCxnSpPr>
        <p:spPr>
          <a:xfrm flipV="1">
            <a:off x="6356127" y="4747928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/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2" name="TextBox 261">
                <a:extLst>
                  <a:ext uri="{FF2B5EF4-FFF2-40B4-BE49-F238E27FC236}">
                    <a16:creationId xmlns:a16="http://schemas.microsoft.com/office/drawing/2014/main" id="{ADB1211B-7DF0-052C-E83A-B14DCD9F4C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80781" y="3800264"/>
                <a:ext cx="317779" cy="338554"/>
              </a:xfrm>
              <a:prstGeom prst="rect">
                <a:avLst/>
              </a:prstGeom>
              <a:blipFill>
                <a:blip r:embed="rId30"/>
                <a:stretch>
                  <a:fillRect l="-11538" r="-7692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/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3" name="TextBox 262">
                <a:extLst>
                  <a:ext uri="{FF2B5EF4-FFF2-40B4-BE49-F238E27FC236}">
                    <a16:creationId xmlns:a16="http://schemas.microsoft.com/office/drawing/2014/main" id="{5550AFD3-2BAA-1ACB-9BE9-AEE02963A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7108" y="4098140"/>
                <a:ext cx="324320" cy="338554"/>
              </a:xfrm>
              <a:prstGeom prst="rect">
                <a:avLst/>
              </a:prstGeom>
              <a:blipFill>
                <a:blip r:embed="rId31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/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264" name="TextBox 263">
                <a:extLst>
                  <a:ext uri="{FF2B5EF4-FFF2-40B4-BE49-F238E27FC236}">
                    <a16:creationId xmlns:a16="http://schemas.microsoft.com/office/drawing/2014/main" id="{6531C3B8-B43B-0661-29AF-BB7FA526EB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9300" y="4401680"/>
                <a:ext cx="324320" cy="338554"/>
              </a:xfrm>
              <a:prstGeom prst="rect">
                <a:avLst/>
              </a:prstGeom>
              <a:blipFill>
                <a:blip r:embed="rId32"/>
                <a:stretch>
                  <a:fillRect l="-11538" r="-7692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/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14BD3376-EA4A-A3D2-D0CF-260B275B0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25" y="4835958"/>
                <a:ext cx="200375" cy="307777"/>
              </a:xfrm>
              <a:prstGeom prst="rect">
                <a:avLst/>
              </a:prstGeom>
              <a:blipFill>
                <a:blip r:embed="rId33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/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3E34837F-1DCF-6F83-3446-1EEAB24562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8274" y="4835958"/>
                <a:ext cx="200375" cy="307777"/>
              </a:xfrm>
              <a:prstGeom prst="rect">
                <a:avLst/>
              </a:prstGeom>
              <a:blipFill>
                <a:blip r:embed="rId3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/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37AF1E08-C443-B0FD-A8D6-360D4D986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666" y="4835958"/>
                <a:ext cx="200375" cy="307777"/>
              </a:xfrm>
              <a:prstGeom prst="rect">
                <a:avLst/>
              </a:prstGeom>
              <a:blipFill>
                <a:blip r:embed="rId3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9" name="Straight Connector 278">
            <a:extLst>
              <a:ext uri="{FF2B5EF4-FFF2-40B4-BE49-F238E27FC236}">
                <a16:creationId xmlns:a16="http://schemas.microsoft.com/office/drawing/2014/main" id="{67D7E780-7AD3-78C9-96F7-238CE12C1520}"/>
              </a:ext>
            </a:extLst>
          </p:cNvPr>
          <p:cNvCxnSpPr>
            <a:cxnSpLocks/>
          </p:cNvCxnSpPr>
          <p:nvPr/>
        </p:nvCxnSpPr>
        <p:spPr>
          <a:xfrm flipV="1">
            <a:off x="5122115" y="573198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25C3B5BF-928B-E681-D5B2-4C2C9A7DD934}"/>
              </a:ext>
            </a:extLst>
          </p:cNvPr>
          <p:cNvCxnSpPr>
            <a:cxnSpLocks/>
          </p:cNvCxnSpPr>
          <p:nvPr/>
        </p:nvCxnSpPr>
        <p:spPr>
          <a:xfrm flipV="1">
            <a:off x="5888883" y="5725006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5" name="TextBox 284">
            <a:extLst>
              <a:ext uri="{FF2B5EF4-FFF2-40B4-BE49-F238E27FC236}">
                <a16:creationId xmlns:a16="http://schemas.microsoft.com/office/drawing/2014/main" id="{CADB25EA-F446-7A0B-BB69-1A18195BB1F8}"/>
              </a:ext>
            </a:extLst>
          </p:cNvPr>
          <p:cNvSpPr txBox="1"/>
          <p:nvPr/>
        </p:nvSpPr>
        <p:spPr>
          <a:xfrm>
            <a:off x="3614948" y="3589287"/>
            <a:ext cx="1132563" cy="23750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85000"/>
              </a:lnSpc>
            </a:pPr>
            <a:r>
              <a:rPr lang="en-RU" b="1" dirty="0"/>
              <a:t>Scenario B:</a:t>
            </a:r>
            <a:r>
              <a:rPr lang="en-RU" sz="1500" b="1" dirty="0"/>
              <a:t>    </a:t>
            </a:r>
          </a:p>
        </p:txBody>
      </p: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1B97CED1-5CAD-C111-F67B-20783DA622B3}"/>
              </a:ext>
            </a:extLst>
          </p:cNvPr>
          <p:cNvCxnSpPr>
            <a:cxnSpLocks/>
          </p:cNvCxnSpPr>
          <p:nvPr/>
        </p:nvCxnSpPr>
        <p:spPr>
          <a:xfrm>
            <a:off x="732417" y="578764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Rectangle 318">
            <a:extLst>
              <a:ext uri="{FF2B5EF4-FFF2-40B4-BE49-F238E27FC236}">
                <a16:creationId xmlns:a16="http://schemas.microsoft.com/office/drawing/2014/main" id="{81B40B70-EE90-0306-16A3-2609CD6B172F}"/>
              </a:ext>
            </a:extLst>
          </p:cNvPr>
          <p:cNvSpPr/>
          <p:nvPr/>
        </p:nvSpPr>
        <p:spPr>
          <a:xfrm flipH="1">
            <a:off x="5598000" y="3856687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20" name="Straight Connector 319">
            <a:extLst>
              <a:ext uri="{FF2B5EF4-FFF2-40B4-BE49-F238E27FC236}">
                <a16:creationId xmlns:a16="http://schemas.microsoft.com/office/drawing/2014/main" id="{07F964B2-6BEA-1205-EF53-C0C6C0B17790}"/>
              </a:ext>
            </a:extLst>
          </p:cNvPr>
          <p:cNvCxnSpPr>
            <a:cxnSpLocks/>
          </p:cNvCxnSpPr>
          <p:nvPr/>
        </p:nvCxnSpPr>
        <p:spPr>
          <a:xfrm>
            <a:off x="6367938" y="3853118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Straight Connector 320">
            <a:extLst>
              <a:ext uri="{FF2B5EF4-FFF2-40B4-BE49-F238E27FC236}">
                <a16:creationId xmlns:a16="http://schemas.microsoft.com/office/drawing/2014/main" id="{08ABB2D6-FB72-3262-9089-18F247EE7577}"/>
              </a:ext>
            </a:extLst>
          </p:cNvPr>
          <p:cNvCxnSpPr>
            <a:cxnSpLocks/>
          </p:cNvCxnSpPr>
          <p:nvPr/>
        </p:nvCxnSpPr>
        <p:spPr>
          <a:xfrm>
            <a:off x="5598977" y="3857683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3212F531-F745-B428-7A97-4013280D47DF}"/>
              </a:ext>
            </a:extLst>
          </p:cNvPr>
          <p:cNvCxnSpPr>
            <a:cxnSpLocks/>
          </p:cNvCxnSpPr>
          <p:nvPr/>
        </p:nvCxnSpPr>
        <p:spPr>
          <a:xfrm flipV="1">
            <a:off x="6657055" y="5719940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Rectangle 337">
            <a:extLst>
              <a:ext uri="{FF2B5EF4-FFF2-40B4-BE49-F238E27FC236}">
                <a16:creationId xmlns:a16="http://schemas.microsoft.com/office/drawing/2014/main" id="{8E6EDF67-5603-76AA-8BC2-28E774844116}"/>
              </a:ext>
            </a:extLst>
          </p:cNvPr>
          <p:cNvSpPr/>
          <p:nvPr/>
        </p:nvSpPr>
        <p:spPr>
          <a:xfrm flipH="1">
            <a:off x="4808011" y="4156777"/>
            <a:ext cx="155261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60346485-6691-F3A6-0479-983FB2E2C186}"/>
              </a:ext>
            </a:extLst>
          </p:cNvPr>
          <p:cNvCxnSpPr>
            <a:cxnSpLocks/>
          </p:cNvCxnSpPr>
          <p:nvPr/>
        </p:nvCxnSpPr>
        <p:spPr>
          <a:xfrm flipV="1">
            <a:off x="4814077" y="4149065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0" name="Straight Connector 339">
            <a:extLst>
              <a:ext uri="{FF2B5EF4-FFF2-40B4-BE49-F238E27FC236}">
                <a16:creationId xmlns:a16="http://schemas.microsoft.com/office/drawing/2014/main" id="{96418294-7A42-716F-716F-EB10F5A6DFB4}"/>
              </a:ext>
            </a:extLst>
          </p:cNvPr>
          <p:cNvCxnSpPr>
            <a:cxnSpLocks/>
          </p:cNvCxnSpPr>
          <p:nvPr/>
        </p:nvCxnSpPr>
        <p:spPr>
          <a:xfrm>
            <a:off x="4818258" y="4150211"/>
            <a:ext cx="154865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C41E163C-6438-0102-C441-01EAD4285F3A}"/>
              </a:ext>
            </a:extLst>
          </p:cNvPr>
          <p:cNvCxnSpPr>
            <a:cxnSpLocks/>
          </p:cNvCxnSpPr>
          <p:nvPr/>
        </p:nvCxnSpPr>
        <p:spPr>
          <a:xfrm>
            <a:off x="6364983" y="415677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9E5868A4-57BB-99C6-49BA-D3101EFC855D}"/>
              </a:ext>
            </a:extLst>
          </p:cNvPr>
          <p:cNvCxnSpPr>
            <a:cxnSpLocks/>
          </p:cNvCxnSpPr>
          <p:nvPr/>
        </p:nvCxnSpPr>
        <p:spPr>
          <a:xfrm flipH="1" flipV="1">
            <a:off x="5588122" y="386179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32254EB3-03ED-A6F2-75B6-73314F8FA3B1}"/>
              </a:ext>
            </a:extLst>
          </p:cNvPr>
          <p:cNvGrpSpPr/>
          <p:nvPr/>
        </p:nvGrpSpPr>
        <p:grpSpPr>
          <a:xfrm>
            <a:off x="7107027" y="3860512"/>
            <a:ext cx="45719" cy="296189"/>
            <a:chOff x="3509152" y="253612"/>
            <a:chExt cx="45719" cy="296189"/>
          </a:xfrm>
        </p:grpSpPr>
        <p:sp>
          <p:nvSpPr>
            <p:cNvPr id="351" name="Rectangle 350">
              <a:extLst>
                <a:ext uri="{FF2B5EF4-FFF2-40B4-BE49-F238E27FC236}">
                  <a16:creationId xmlns:a16="http://schemas.microsoft.com/office/drawing/2014/main" id="{6FF11735-4E8D-E16A-24F6-AD53A3F0FB1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2" name="Straight Connector 351">
              <a:extLst>
                <a:ext uri="{FF2B5EF4-FFF2-40B4-BE49-F238E27FC236}">
                  <a16:creationId xmlns:a16="http://schemas.microsoft.com/office/drawing/2014/main" id="{5840A899-A893-7E4E-BD42-141E9AF676D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4" name="Group 353">
            <a:extLst>
              <a:ext uri="{FF2B5EF4-FFF2-40B4-BE49-F238E27FC236}">
                <a16:creationId xmlns:a16="http://schemas.microsoft.com/office/drawing/2014/main" id="{3CF07DC2-21F7-B9B1-7ABA-E3687C73C7C1}"/>
              </a:ext>
            </a:extLst>
          </p:cNvPr>
          <p:cNvGrpSpPr/>
          <p:nvPr/>
        </p:nvGrpSpPr>
        <p:grpSpPr>
          <a:xfrm>
            <a:off x="7107027" y="4159910"/>
            <a:ext cx="45719" cy="296189"/>
            <a:chOff x="3509152" y="253612"/>
            <a:chExt cx="45719" cy="296189"/>
          </a:xfrm>
        </p:grpSpPr>
        <p:sp>
          <p:nvSpPr>
            <p:cNvPr id="355" name="Rectangle 354">
              <a:extLst>
                <a:ext uri="{FF2B5EF4-FFF2-40B4-BE49-F238E27FC236}">
                  <a16:creationId xmlns:a16="http://schemas.microsoft.com/office/drawing/2014/main" id="{B37995B4-3E1A-A63B-CCE5-80FCFFA2DB3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E51DD9BA-EF2D-0EF1-F067-4EDFE5D78071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57" name="Rectangle 356">
            <a:extLst>
              <a:ext uri="{FF2B5EF4-FFF2-40B4-BE49-F238E27FC236}">
                <a16:creationId xmlns:a16="http://schemas.microsoft.com/office/drawing/2014/main" id="{671D587A-32A7-BB5D-B5A1-420A209D0F8E}"/>
              </a:ext>
            </a:extLst>
          </p:cNvPr>
          <p:cNvSpPr/>
          <p:nvPr/>
        </p:nvSpPr>
        <p:spPr>
          <a:xfrm flipH="1">
            <a:off x="4816822" y="4451294"/>
            <a:ext cx="77132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8" name="Straight Connector 357">
            <a:extLst>
              <a:ext uri="{FF2B5EF4-FFF2-40B4-BE49-F238E27FC236}">
                <a16:creationId xmlns:a16="http://schemas.microsoft.com/office/drawing/2014/main" id="{308A727F-CCC1-11F4-5A22-1A1695DA9758}"/>
              </a:ext>
            </a:extLst>
          </p:cNvPr>
          <p:cNvCxnSpPr>
            <a:cxnSpLocks/>
          </p:cNvCxnSpPr>
          <p:nvPr/>
        </p:nvCxnSpPr>
        <p:spPr>
          <a:xfrm flipV="1">
            <a:off x="4813890" y="4448843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Rectangle 359">
            <a:extLst>
              <a:ext uri="{FF2B5EF4-FFF2-40B4-BE49-F238E27FC236}">
                <a16:creationId xmlns:a16="http://schemas.microsoft.com/office/drawing/2014/main" id="{54B09307-4405-47B0-F766-13CE96BC8740}"/>
              </a:ext>
            </a:extLst>
          </p:cNvPr>
          <p:cNvSpPr/>
          <p:nvPr/>
        </p:nvSpPr>
        <p:spPr>
          <a:xfrm flipH="1">
            <a:off x="6377708" y="4446848"/>
            <a:ext cx="292527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60">
            <a:extLst>
              <a:ext uri="{FF2B5EF4-FFF2-40B4-BE49-F238E27FC236}">
                <a16:creationId xmlns:a16="http://schemas.microsoft.com/office/drawing/2014/main" id="{22A5FCE7-94B0-E7B1-EE94-E8CBD20C593D}"/>
              </a:ext>
            </a:extLst>
          </p:cNvPr>
          <p:cNvCxnSpPr>
            <a:cxnSpLocks/>
          </p:cNvCxnSpPr>
          <p:nvPr/>
        </p:nvCxnSpPr>
        <p:spPr>
          <a:xfrm>
            <a:off x="4811207" y="4444857"/>
            <a:ext cx="1819938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Rectangle 361">
            <a:extLst>
              <a:ext uri="{FF2B5EF4-FFF2-40B4-BE49-F238E27FC236}">
                <a16:creationId xmlns:a16="http://schemas.microsoft.com/office/drawing/2014/main" id="{E4FEBD71-3858-6590-CFFE-E13199F242A2}"/>
              </a:ext>
            </a:extLst>
          </p:cNvPr>
          <p:cNvSpPr/>
          <p:nvPr/>
        </p:nvSpPr>
        <p:spPr>
          <a:xfrm flipH="1">
            <a:off x="5596541" y="4459525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/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7" name="TextBox 366">
                <a:extLst>
                  <a:ext uri="{FF2B5EF4-FFF2-40B4-BE49-F238E27FC236}">
                    <a16:creationId xmlns:a16="http://schemas.microsoft.com/office/drawing/2014/main" id="{797B6EBD-0BDA-24FA-CC6E-F98FB7B220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7051" y="3865832"/>
                <a:ext cx="215636" cy="261610"/>
              </a:xfrm>
              <a:prstGeom prst="rect">
                <a:avLst/>
              </a:prstGeom>
              <a:blipFill>
                <a:blip r:embed="rId36"/>
                <a:stretch>
                  <a:fillRect l="-35294" r="-11765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/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CDA896AC-BB73-275E-6425-1E5AACBCF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9181" y="4147812"/>
                <a:ext cx="220701" cy="261610"/>
              </a:xfrm>
              <a:prstGeom prst="rect">
                <a:avLst/>
              </a:prstGeom>
              <a:blipFill>
                <a:blip r:embed="rId37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/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369" name="TextBox 368">
                <a:extLst>
                  <a:ext uri="{FF2B5EF4-FFF2-40B4-BE49-F238E27FC236}">
                    <a16:creationId xmlns:a16="http://schemas.microsoft.com/office/drawing/2014/main" id="{CFB9D2A3-C9FE-AE63-6E33-C9BFB0E17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0116" y="4454894"/>
                <a:ext cx="220701" cy="261610"/>
              </a:xfrm>
              <a:prstGeom prst="rect">
                <a:avLst/>
              </a:prstGeom>
              <a:blipFill>
                <a:blip r:embed="rId38"/>
                <a:stretch>
                  <a:fillRect l="-26316" r="-1052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/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RU" b="1" dirty="0">
                    <a:latin typeface="+mj-lt"/>
                  </a:rPr>
                  <a:t>States pruned for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</m:oMath>
                </a14:m>
                <a:endParaRPr lang="en-RU" b="1" dirty="0">
                  <a:latin typeface="+mj-lt"/>
                </a:endParaRPr>
              </a:p>
            </p:txBody>
          </p:sp>
        </mc:Choice>
        <mc:Fallback xmlns="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1C37BE00-1903-64F1-D4CB-4E8A825827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69741" y="2974430"/>
                <a:ext cx="2264338" cy="276999"/>
              </a:xfrm>
              <a:prstGeom prst="rect">
                <a:avLst/>
              </a:prstGeom>
              <a:blipFill>
                <a:blip r:embed="rId39"/>
                <a:stretch>
                  <a:fillRect l="-6111" t="-27273" r="-2222" b="-5454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8" name="Straight Connector 387">
            <a:extLst>
              <a:ext uri="{FF2B5EF4-FFF2-40B4-BE49-F238E27FC236}">
                <a16:creationId xmlns:a16="http://schemas.microsoft.com/office/drawing/2014/main" id="{19B93D71-7E87-9211-14F1-8A554117894F}"/>
              </a:ext>
            </a:extLst>
          </p:cNvPr>
          <p:cNvCxnSpPr>
            <a:cxnSpLocks/>
          </p:cNvCxnSpPr>
          <p:nvPr/>
        </p:nvCxnSpPr>
        <p:spPr>
          <a:xfrm flipV="1">
            <a:off x="2828144" y="2582247"/>
            <a:ext cx="169889" cy="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7" name="Group 386">
            <a:extLst>
              <a:ext uri="{FF2B5EF4-FFF2-40B4-BE49-F238E27FC236}">
                <a16:creationId xmlns:a16="http://schemas.microsoft.com/office/drawing/2014/main" id="{472B1528-0BF3-750A-636A-F2E6C3599F8A}"/>
              </a:ext>
            </a:extLst>
          </p:cNvPr>
          <p:cNvGrpSpPr/>
          <p:nvPr/>
        </p:nvGrpSpPr>
        <p:grpSpPr>
          <a:xfrm>
            <a:off x="1946773" y="2446203"/>
            <a:ext cx="279600" cy="279990"/>
            <a:chOff x="9710295" y="2576141"/>
            <a:chExt cx="181383" cy="289752"/>
          </a:xfrm>
        </p:grpSpPr>
        <p:sp>
          <p:nvSpPr>
            <p:cNvPr id="386" name="Rectangle 385">
              <a:extLst>
                <a:ext uri="{FF2B5EF4-FFF2-40B4-BE49-F238E27FC236}">
                  <a16:creationId xmlns:a16="http://schemas.microsoft.com/office/drawing/2014/main" id="{5CD140FD-2796-114A-A353-E99A9F01F2FF}"/>
                </a:ext>
              </a:extLst>
            </p:cNvPr>
            <p:cNvSpPr/>
            <p:nvPr/>
          </p:nvSpPr>
          <p:spPr>
            <a:xfrm flipH="1">
              <a:off x="9710295" y="2576141"/>
              <a:ext cx="181383" cy="289752"/>
            </a:xfrm>
            <a:prstGeom prst="rect">
              <a:avLst/>
            </a:prstGeom>
            <a:noFill/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/>
            </a:p>
          </p:txBody>
        </p:sp>
        <p:grpSp>
          <p:nvGrpSpPr>
            <p:cNvPr id="385" name="Group 384">
              <a:extLst>
                <a:ext uri="{FF2B5EF4-FFF2-40B4-BE49-F238E27FC236}">
                  <a16:creationId xmlns:a16="http://schemas.microsoft.com/office/drawing/2014/main" id="{96A2CE66-4C0A-02C8-D4AB-14323B8D4471}"/>
                </a:ext>
              </a:extLst>
            </p:cNvPr>
            <p:cNvGrpSpPr/>
            <p:nvPr/>
          </p:nvGrpSpPr>
          <p:grpSpPr>
            <a:xfrm>
              <a:off x="9729192" y="2627437"/>
              <a:ext cx="123586" cy="187160"/>
              <a:chOff x="10105712" y="4024829"/>
              <a:chExt cx="295588" cy="385917"/>
            </a:xfrm>
          </p:grpSpPr>
          <p:cxnSp>
            <p:nvCxnSpPr>
              <p:cNvPr id="378" name="Straight Connector 377">
                <a:extLst>
                  <a:ext uri="{FF2B5EF4-FFF2-40B4-BE49-F238E27FC236}">
                    <a16:creationId xmlns:a16="http://schemas.microsoft.com/office/drawing/2014/main" id="{84F0707E-9951-B929-09B2-79806BB69D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0" name="Straight Connector 379">
                <a:extLst>
                  <a:ext uri="{FF2B5EF4-FFF2-40B4-BE49-F238E27FC236}">
                    <a16:creationId xmlns:a16="http://schemas.microsoft.com/office/drawing/2014/main" id="{042A67FA-2F1F-F7E6-FF96-A65F3F11D0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5712" y="4024829"/>
                <a:ext cx="295588" cy="385917"/>
              </a:xfrm>
              <a:prstGeom prst="line">
                <a:avLst/>
              </a:prstGeom>
              <a:ln w="38100" cmpd="sng">
                <a:solidFill>
                  <a:srgbClr val="C00000"/>
                </a:solidFill>
                <a:prstDash val="solid"/>
                <a:round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/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249" name="TextBox 248">
                <a:extLst>
                  <a:ext uri="{FF2B5EF4-FFF2-40B4-BE49-F238E27FC236}">
                    <a16:creationId xmlns:a16="http://schemas.microsoft.com/office/drawing/2014/main" id="{B2D48191-0E00-3FC2-B60D-8CAA5A3A48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1289" y="4721760"/>
                <a:ext cx="231602" cy="430887"/>
              </a:xfrm>
              <a:prstGeom prst="rect">
                <a:avLst/>
              </a:prstGeom>
              <a:blipFill>
                <a:blip r:embed="rId40"/>
                <a:stretch>
                  <a:fillRect l="-25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Straight Arrow Connector 358">
            <a:extLst>
              <a:ext uri="{FF2B5EF4-FFF2-40B4-BE49-F238E27FC236}">
                <a16:creationId xmlns:a16="http://schemas.microsoft.com/office/drawing/2014/main" id="{95A0931F-7D82-72B9-D627-D435697C787D}"/>
              </a:ext>
            </a:extLst>
          </p:cNvPr>
          <p:cNvCxnSpPr>
            <a:cxnSpLocks/>
          </p:cNvCxnSpPr>
          <p:nvPr/>
        </p:nvCxnSpPr>
        <p:spPr>
          <a:xfrm>
            <a:off x="4806774" y="4752898"/>
            <a:ext cx="2319962" cy="2312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85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RU" dirty="0">
                    <a:solidFill>
                      <a:schemeClr val="tx1"/>
                    </a:solidFill>
                  </a:rPr>
                  <a:t> violates interf</a:t>
                </a:r>
                <a:r>
                  <a:rPr lang="en-RU" dirty="0"/>
                  <a:t>erence</a:t>
                </a:r>
                <a:r>
                  <a:rPr lang="en-RU" dirty="0">
                    <a:solidFill>
                      <a:schemeClr val="tx1"/>
                    </a:solidFill>
                  </a:rPr>
                  <a:t> </a:t>
                </a:r>
                <a:r>
                  <a:rPr lang="en-GB" dirty="0"/>
                  <a:t>c</a:t>
                </a:r>
                <a:r>
                  <a:rPr lang="en-RU" dirty="0">
                    <a:solidFill>
                      <a:schemeClr val="tx1"/>
                    </a:solidFill>
                  </a:rPr>
                  <a:t>ondition;</a:t>
                </a:r>
              </a:p>
              <a:p>
                <a:pPr>
                  <a:lnSpc>
                    <a:spcPct val="85000"/>
                  </a:lnSpc>
                </a:pPr>
                <a:r>
                  <a:rPr lang="en-RU" dirty="0"/>
                  <a:t>schedule is not examined further</a:t>
                </a:r>
                <a:endParaRPr lang="en-RU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4049" y="194430"/>
                <a:ext cx="3187091" cy="472950"/>
              </a:xfrm>
              <a:prstGeom prst="rect">
                <a:avLst/>
              </a:prstGeom>
              <a:blipFill>
                <a:blip r:embed="rId51"/>
                <a:stretch>
                  <a:fillRect l="-4365" t="-23684" r="-3571" b="-2894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2553574" y="742727"/>
            <a:ext cx="168330" cy="190353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1905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06" name="Straight Connector 405">
            <a:extLst>
              <a:ext uri="{FF2B5EF4-FFF2-40B4-BE49-F238E27FC236}">
                <a16:creationId xmlns:a16="http://schemas.microsoft.com/office/drawing/2014/main" id="{9D96DB24-E86A-8451-D642-D25C872D509D}"/>
              </a:ext>
            </a:extLst>
          </p:cNvPr>
          <p:cNvCxnSpPr>
            <a:cxnSpLocks/>
          </p:cNvCxnSpPr>
          <p:nvPr/>
        </p:nvCxnSpPr>
        <p:spPr>
          <a:xfrm>
            <a:off x="729778" y="603102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61C51E6B-6620-86E4-FC68-0BBCA3E51E99}"/>
              </a:ext>
            </a:extLst>
          </p:cNvPr>
          <p:cNvSpPr/>
          <p:nvPr/>
        </p:nvSpPr>
        <p:spPr>
          <a:xfrm>
            <a:off x="6634400" y="1208015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6803938" y="2333261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501C67A-2AE9-3510-A220-8E9F78893A29}"/>
              </a:ext>
            </a:extLst>
          </p:cNvPr>
          <p:cNvCxnSpPr>
            <a:cxnSpLocks/>
          </p:cNvCxnSpPr>
          <p:nvPr/>
        </p:nvCxnSpPr>
        <p:spPr>
          <a:xfrm flipV="1">
            <a:off x="6636334" y="2582247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Freeform 45">
            <a:extLst>
              <a:ext uri="{FF2B5EF4-FFF2-40B4-BE49-F238E27FC236}">
                <a16:creationId xmlns:a16="http://schemas.microsoft.com/office/drawing/2014/main" id="{56726D27-C3AA-E4A0-D0BD-E916AFB5EAB8}"/>
              </a:ext>
            </a:extLst>
          </p:cNvPr>
          <p:cNvSpPr/>
          <p:nvPr/>
        </p:nvSpPr>
        <p:spPr>
          <a:xfrm>
            <a:off x="6633101" y="4307488"/>
            <a:ext cx="84144" cy="595618"/>
          </a:xfrm>
          <a:custGeom>
            <a:avLst/>
            <a:gdLst>
              <a:gd name="connsiteX0" fmla="*/ 25421 w 84144"/>
              <a:gd name="connsiteY0" fmla="*/ 0 h 595618"/>
              <a:gd name="connsiteX1" fmla="*/ 254 w 84144"/>
              <a:gd name="connsiteY1" fmla="*/ 100668 h 595618"/>
              <a:gd name="connsiteX2" fmla="*/ 17032 w 84144"/>
              <a:gd name="connsiteY2" fmla="*/ 226502 h 595618"/>
              <a:gd name="connsiteX3" fmla="*/ 84144 w 84144"/>
              <a:gd name="connsiteY3" fmla="*/ 377504 h 595618"/>
              <a:gd name="connsiteX4" fmla="*/ 17032 w 84144"/>
              <a:gd name="connsiteY4" fmla="*/ 595618 h 595618"/>
              <a:gd name="connsiteX5" fmla="*/ 17032 w 84144"/>
              <a:gd name="connsiteY5" fmla="*/ 595618 h 595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4144" h="595618">
                <a:moveTo>
                  <a:pt x="25421" y="0"/>
                </a:moveTo>
                <a:cubicBezTo>
                  <a:pt x="13536" y="31459"/>
                  <a:pt x="1652" y="62918"/>
                  <a:pt x="254" y="100668"/>
                </a:cubicBezTo>
                <a:cubicBezTo>
                  <a:pt x="-1144" y="138418"/>
                  <a:pt x="3050" y="180363"/>
                  <a:pt x="17032" y="226502"/>
                </a:cubicBezTo>
                <a:cubicBezTo>
                  <a:pt x="31014" y="272641"/>
                  <a:pt x="84144" y="315985"/>
                  <a:pt x="84144" y="377504"/>
                </a:cubicBezTo>
                <a:cubicBezTo>
                  <a:pt x="84144" y="439023"/>
                  <a:pt x="17032" y="595618"/>
                  <a:pt x="17032" y="595618"/>
                </a:cubicBezTo>
                <a:lnTo>
                  <a:pt x="17032" y="595618"/>
                </a:ln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6838" y="1615534"/>
                <a:ext cx="231602" cy="430887"/>
              </a:xfrm>
              <a:prstGeom prst="rect">
                <a:avLst/>
              </a:prstGeom>
              <a:blipFill>
                <a:blip r:embed="rId52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>
            <a:off x="1727595" y="1646146"/>
            <a:ext cx="5408496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65C2A5A-6C07-7AE2-9E09-8CEEA6143785}"/>
              </a:ext>
            </a:extLst>
          </p:cNvPr>
          <p:cNvSpPr txBox="1"/>
          <p:nvPr/>
        </p:nvSpPr>
        <p:spPr>
          <a:xfrm>
            <a:off x="6825408" y="547449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C14CE618-05CA-5D60-D781-00B3831BA664}"/>
              </a:ext>
            </a:extLst>
          </p:cNvPr>
          <p:cNvSpPr/>
          <p:nvPr/>
        </p:nvSpPr>
        <p:spPr>
          <a:xfrm>
            <a:off x="4547699" y="5286244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/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DAC93A2-E77F-BDD4-8A99-F47B3E4FAC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7764" y="5293279"/>
                <a:ext cx="560987" cy="736740"/>
              </a:xfrm>
              <a:prstGeom prst="rect">
                <a:avLst/>
              </a:prstGeom>
              <a:blipFill>
                <a:blip r:embed="rId5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C45222C-2EE1-B310-2D8E-2FF9F2342C31}"/>
              </a:ext>
            </a:extLst>
          </p:cNvPr>
          <p:cNvSpPr/>
          <p:nvPr/>
        </p:nvSpPr>
        <p:spPr>
          <a:xfrm>
            <a:off x="5321278" y="5285271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/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6E82FC9-4021-2610-2F4F-915AF9BB1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343" y="5292306"/>
                <a:ext cx="560987" cy="736740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134DA4E9-EB84-A6B8-4C35-5583D8C1F992}"/>
              </a:ext>
            </a:extLst>
          </p:cNvPr>
          <p:cNvSpPr/>
          <p:nvPr/>
        </p:nvSpPr>
        <p:spPr>
          <a:xfrm>
            <a:off x="6094929" y="528440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/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78CD8387-BA3A-C285-C6CB-791631BED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994" y="5291441"/>
                <a:ext cx="560987" cy="736740"/>
              </a:xfrm>
              <a:prstGeom prst="rect">
                <a:avLst/>
              </a:prstGeom>
              <a:blipFill>
                <a:blip r:embed="rId5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/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8EACD676-2E9E-625F-722B-78891E2B0C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895" y="5217221"/>
                <a:ext cx="288412" cy="307777"/>
              </a:xfrm>
              <a:prstGeom prst="rect">
                <a:avLst/>
              </a:prstGeom>
              <a:blipFill>
                <a:blip r:embed="rId56"/>
                <a:stretch>
                  <a:fillRect l="-13043" r="-8696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/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E3D4122B-0EE7-4E67-809B-EBAB10620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4378" y="5465635"/>
                <a:ext cx="294376" cy="307777"/>
              </a:xfrm>
              <a:prstGeom prst="rect">
                <a:avLst/>
              </a:prstGeom>
              <a:blipFill>
                <a:blip r:embed="rId57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/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1ABEFB9-DEE7-E6F2-0157-696935AC9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32" y="5717663"/>
                <a:ext cx="294376" cy="307777"/>
              </a:xfrm>
              <a:prstGeom prst="rect">
                <a:avLst/>
              </a:prstGeom>
              <a:blipFill>
                <a:blip r:embed="rId58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114836" y="3261473"/>
            <a:ext cx="1935281" cy="570536"/>
            <a:chOff x="1141271" y="5444206"/>
            <a:chExt cx="1935281" cy="570536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41271" y="5444206"/>
              <a:ext cx="1456809" cy="237501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i="1" dirty="0"/>
                <a:t>State Notation:</a:t>
              </a:r>
              <a:endParaRPr lang="en-RU" sz="1500" i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20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20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20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20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9876" y="5706003"/>
                  <a:ext cx="1906676" cy="308739"/>
                </a:xfrm>
                <a:prstGeom prst="rect">
                  <a:avLst/>
                </a:prstGeom>
                <a:blipFill>
                  <a:blip r:embed="rId59"/>
                  <a:stretch>
                    <a:fillRect l="-1987" b="-24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745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2C4BA709-879D-37FF-377F-245732DC0728}"/>
              </a:ext>
            </a:extLst>
          </p:cNvPr>
          <p:cNvCxnSpPr>
            <a:cxnSpLocks/>
          </p:cNvCxnSpPr>
          <p:nvPr/>
        </p:nvCxnSpPr>
        <p:spPr>
          <a:xfrm>
            <a:off x="748320" y="322047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3436710C-20D0-07E2-C14F-DE337DC2DB50}"/>
              </a:ext>
            </a:extLst>
          </p:cNvPr>
          <p:cNvCxnSpPr>
            <a:cxnSpLocks/>
          </p:cNvCxnSpPr>
          <p:nvPr/>
        </p:nvCxnSpPr>
        <p:spPr>
          <a:xfrm>
            <a:off x="717460" y="654975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30F443AF-EB9E-CA14-1417-55017F4B180D}"/>
              </a:ext>
            </a:extLst>
          </p:cNvPr>
          <p:cNvCxnSpPr>
            <a:cxnSpLocks/>
          </p:cNvCxnSpPr>
          <p:nvPr/>
        </p:nvCxnSpPr>
        <p:spPr>
          <a:xfrm>
            <a:off x="712709" y="57992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47D5A2E4-4608-9D99-777D-11E286ABF8E4}"/>
              </a:ext>
            </a:extLst>
          </p:cNvPr>
          <p:cNvCxnSpPr>
            <a:cxnSpLocks/>
          </p:cNvCxnSpPr>
          <p:nvPr/>
        </p:nvCxnSpPr>
        <p:spPr>
          <a:xfrm>
            <a:off x="712709" y="554306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2371B3EB-B3D4-7E2E-9051-81D3707B2AA1}"/>
              </a:ext>
            </a:extLst>
          </p:cNvPr>
          <p:cNvCxnSpPr>
            <a:cxnSpLocks/>
          </p:cNvCxnSpPr>
          <p:nvPr/>
        </p:nvCxnSpPr>
        <p:spPr>
          <a:xfrm>
            <a:off x="727666" y="500264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cxnSpLocks/>
          </p:cNvCxnSpPr>
          <p:nvPr/>
        </p:nvCxnSpPr>
        <p:spPr>
          <a:xfrm flipH="1">
            <a:off x="4806774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>
            <a:cxnSpLocks/>
          </p:cNvCxnSpPr>
          <p:nvPr/>
        </p:nvCxnSpPr>
        <p:spPr>
          <a:xfrm>
            <a:off x="5587436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1566969-361B-44B8-A22D-4E71199B88C8}"/>
              </a:ext>
            </a:extLst>
          </p:cNvPr>
          <p:cNvCxnSpPr>
            <a:cxnSpLocks/>
          </p:cNvCxnSpPr>
          <p:nvPr/>
        </p:nvCxnSpPr>
        <p:spPr>
          <a:xfrm>
            <a:off x="719135" y="220826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1418E584-5CF8-0BAD-F74D-6DB425936823}"/>
              </a:ext>
            </a:extLst>
          </p:cNvPr>
          <p:cNvCxnSpPr>
            <a:cxnSpLocks/>
          </p:cNvCxnSpPr>
          <p:nvPr/>
        </p:nvCxnSpPr>
        <p:spPr>
          <a:xfrm>
            <a:off x="720810" y="24699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ounded Rectangle 134">
            <a:extLst>
              <a:ext uri="{FF2B5EF4-FFF2-40B4-BE49-F238E27FC236}">
                <a16:creationId xmlns:a16="http://schemas.microsoft.com/office/drawing/2014/main" id="{D4A2FE7C-8DA0-30D2-9F3F-BBC09FCAC147}"/>
              </a:ext>
            </a:extLst>
          </p:cNvPr>
          <p:cNvSpPr/>
          <p:nvPr/>
        </p:nvSpPr>
        <p:spPr>
          <a:xfrm>
            <a:off x="4535901" y="2462519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149" name="Rounded Rectangle 148">
            <a:extLst>
              <a:ext uri="{FF2B5EF4-FFF2-40B4-BE49-F238E27FC236}">
                <a16:creationId xmlns:a16="http://schemas.microsoft.com/office/drawing/2014/main" id="{88D53E86-2F7D-C3D2-392E-66928FCFB802}"/>
              </a:ext>
            </a:extLst>
          </p:cNvPr>
          <p:cNvSpPr/>
          <p:nvPr/>
        </p:nvSpPr>
        <p:spPr>
          <a:xfrm>
            <a:off x="5326304" y="2468827"/>
            <a:ext cx="539642" cy="75356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9" name="Straight Connector 108"/>
          <p:cNvCxnSpPr>
            <a:cxnSpLocks/>
          </p:cNvCxnSpPr>
          <p:nvPr/>
        </p:nvCxnSpPr>
        <p:spPr>
          <a:xfrm>
            <a:off x="4054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FF58150B-053E-0592-3AD1-7475C5746B35}"/>
              </a:ext>
            </a:extLst>
          </p:cNvPr>
          <p:cNvSpPr/>
          <p:nvPr/>
        </p:nvSpPr>
        <p:spPr>
          <a:xfrm>
            <a:off x="3782529" y="2466443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107" name="Straight Connector 106"/>
          <p:cNvCxnSpPr>
            <a:cxnSpLocks/>
          </p:cNvCxnSpPr>
          <p:nvPr/>
        </p:nvCxnSpPr>
        <p:spPr>
          <a:xfrm flipH="1">
            <a:off x="3269010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ounded Rectangle 132">
            <a:extLst>
              <a:ext uri="{FF2B5EF4-FFF2-40B4-BE49-F238E27FC236}">
                <a16:creationId xmlns:a16="http://schemas.microsoft.com/office/drawing/2014/main" id="{D6790B5F-AC19-190D-97CB-1F2B574904B0}"/>
              </a:ext>
            </a:extLst>
          </p:cNvPr>
          <p:cNvSpPr/>
          <p:nvPr/>
        </p:nvSpPr>
        <p:spPr>
          <a:xfrm>
            <a:off x="2997265" y="2469305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0E6CB212-C209-E5D6-1418-680213222407}"/>
              </a:ext>
            </a:extLst>
          </p:cNvPr>
          <p:cNvCxnSpPr>
            <a:cxnSpLocks/>
          </p:cNvCxnSpPr>
          <p:nvPr/>
        </p:nvCxnSpPr>
        <p:spPr>
          <a:xfrm>
            <a:off x="1723674" y="1688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>
            <a:cxnSpLocks/>
          </p:cNvCxnSpPr>
          <p:nvPr/>
        </p:nvCxnSpPr>
        <p:spPr>
          <a:xfrm>
            <a:off x="2500033" y="174900"/>
            <a:ext cx="0" cy="65628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5A6B40FF-5188-D1B7-1699-292BAF6A6AE5}"/>
              </a:ext>
            </a:extLst>
          </p:cNvPr>
          <p:cNvCxnSpPr>
            <a:cxnSpLocks/>
          </p:cNvCxnSpPr>
          <p:nvPr/>
        </p:nvCxnSpPr>
        <p:spPr>
          <a:xfrm>
            <a:off x="748320" y="164614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30CB8D44-E538-4208-7022-599BD041538E}"/>
              </a:ext>
            </a:extLst>
          </p:cNvPr>
          <p:cNvCxnSpPr>
            <a:cxnSpLocks/>
          </p:cNvCxnSpPr>
          <p:nvPr/>
        </p:nvCxnSpPr>
        <p:spPr>
          <a:xfrm>
            <a:off x="727666" y="441188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4B68491-97D1-CDF5-FF25-1972BFDC054C}"/>
              </a:ext>
            </a:extLst>
          </p:cNvPr>
          <p:cNvCxnSpPr>
            <a:cxnSpLocks/>
          </p:cNvCxnSpPr>
          <p:nvPr/>
        </p:nvCxnSpPr>
        <p:spPr>
          <a:xfrm>
            <a:off x="3537679" y="2843515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19EBCBE8-005B-28CD-9D8A-C1AE79FACA62}"/>
              </a:ext>
            </a:extLst>
          </p:cNvPr>
          <p:cNvCxnSpPr>
            <a:cxnSpLocks/>
          </p:cNvCxnSpPr>
          <p:nvPr/>
        </p:nvCxnSpPr>
        <p:spPr>
          <a:xfrm>
            <a:off x="719135" y="1952059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5EB9CE83-AF4A-A1C7-71D4-804A4033887B}"/>
              </a:ext>
            </a:extLst>
          </p:cNvPr>
          <p:cNvCxnSpPr>
            <a:cxnSpLocks/>
          </p:cNvCxnSpPr>
          <p:nvPr/>
        </p:nvCxnSpPr>
        <p:spPr>
          <a:xfrm>
            <a:off x="739789" y="46538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9DA07DCF-6404-4564-D3B9-3DD289361CBC}"/>
              </a:ext>
            </a:extLst>
          </p:cNvPr>
          <p:cNvCxnSpPr>
            <a:cxnSpLocks/>
          </p:cNvCxnSpPr>
          <p:nvPr/>
        </p:nvCxnSpPr>
        <p:spPr>
          <a:xfrm>
            <a:off x="739789" y="760876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3EC11959-4536-9B07-F109-41B3F2AE9C75}"/>
              </a:ext>
            </a:extLst>
          </p:cNvPr>
          <p:cNvCxnSpPr>
            <a:cxnSpLocks/>
          </p:cNvCxnSpPr>
          <p:nvPr/>
        </p:nvCxnSpPr>
        <p:spPr>
          <a:xfrm>
            <a:off x="741464" y="105395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D850D1DF-D5F8-8E88-D14E-00EA7CCC4B63}"/>
              </a:ext>
            </a:extLst>
          </p:cNvPr>
          <p:cNvCxnSpPr>
            <a:cxnSpLocks/>
          </p:cNvCxnSpPr>
          <p:nvPr/>
        </p:nvCxnSpPr>
        <p:spPr>
          <a:xfrm>
            <a:off x="743142" y="135707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>
            <a:cxnSpLocks/>
          </p:cNvCxnSpPr>
          <p:nvPr/>
        </p:nvCxnSpPr>
        <p:spPr>
          <a:xfrm>
            <a:off x="982119" y="174901"/>
            <a:ext cx="10731" cy="6562716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>
            <a:cxnSpLocks/>
          </p:cNvCxnSpPr>
          <p:nvPr/>
        </p:nvCxnSpPr>
        <p:spPr>
          <a:xfrm>
            <a:off x="1723712" y="1077911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/>
          <p:cNvCxnSpPr>
            <a:cxnSpLocks/>
          </p:cNvCxnSpPr>
          <p:nvPr/>
        </p:nvCxnSpPr>
        <p:spPr>
          <a:xfrm>
            <a:off x="713113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>
            <a:cxnSpLocks/>
          </p:cNvCxnSpPr>
          <p:nvPr/>
        </p:nvCxnSpPr>
        <p:spPr>
          <a:xfrm>
            <a:off x="7902988" y="174901"/>
            <a:ext cx="0" cy="65566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BB676003-E75C-C6EB-811E-C0278E7C81B4}"/>
              </a:ext>
            </a:extLst>
          </p:cNvPr>
          <p:cNvCxnSpPr/>
          <p:nvPr/>
        </p:nvCxnSpPr>
        <p:spPr>
          <a:xfrm flipV="1">
            <a:off x="2501489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97062196-B6C0-3AC7-942F-C9008DDE2569}"/>
              </a:ext>
            </a:extLst>
          </p:cNvPr>
          <p:cNvCxnSpPr>
            <a:cxnSpLocks/>
          </p:cNvCxnSpPr>
          <p:nvPr/>
        </p:nvCxnSpPr>
        <p:spPr>
          <a:xfrm flipV="1">
            <a:off x="4049551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AD845780-7ACA-7B49-2014-10ED491C29C4}"/>
              </a:ext>
            </a:extLst>
          </p:cNvPr>
          <p:cNvCxnSpPr>
            <a:cxnSpLocks/>
          </p:cNvCxnSpPr>
          <p:nvPr/>
        </p:nvCxnSpPr>
        <p:spPr>
          <a:xfrm flipV="1">
            <a:off x="3275020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4C71918B-38D9-E28C-CC20-A7E9CFC535E7}"/>
              </a:ext>
            </a:extLst>
          </p:cNvPr>
          <p:cNvCxnSpPr>
            <a:cxnSpLocks/>
          </p:cNvCxnSpPr>
          <p:nvPr/>
        </p:nvCxnSpPr>
        <p:spPr>
          <a:xfrm flipV="1">
            <a:off x="4807292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BD83B2D3-A195-EF8D-85AA-A92B1FEE45DC}"/>
              </a:ext>
            </a:extLst>
          </p:cNvPr>
          <p:cNvCxnSpPr>
            <a:cxnSpLocks/>
          </p:cNvCxnSpPr>
          <p:nvPr/>
        </p:nvCxnSpPr>
        <p:spPr>
          <a:xfrm flipV="1">
            <a:off x="5590446" y="196815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/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5DCD035-AEB6-B07E-C916-08C394532A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9514" y="1030017"/>
                <a:ext cx="317779" cy="338554"/>
              </a:xfrm>
              <a:prstGeom prst="rect">
                <a:avLst/>
              </a:prstGeom>
              <a:blipFill>
                <a:blip r:embed="rId2"/>
                <a:stretch>
                  <a:fillRect l="-11538" r="-11538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/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C2E1CC9-1AFB-5A95-0850-4734C3FE52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41" y="1327893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/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4F9B6FE-4499-F97B-C2A7-F2FC4301C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033" y="1631433"/>
                <a:ext cx="324320" cy="338554"/>
              </a:xfrm>
              <a:prstGeom prst="rect">
                <a:avLst/>
              </a:prstGeom>
              <a:blipFill>
                <a:blip r:embed="rId4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/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EBBC790-4F4A-3EA5-BEB3-A3D611D903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5930" y="2056186"/>
                <a:ext cx="200375" cy="307777"/>
              </a:xfrm>
              <a:prstGeom prst="rect">
                <a:avLst/>
              </a:prstGeom>
              <a:blipFill>
                <a:blip r:embed="rId5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/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5675692-AA2C-3753-44D4-80308A0E23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9850" y="2056186"/>
                <a:ext cx="200375" cy="307777"/>
              </a:xfrm>
              <a:prstGeom prst="rect">
                <a:avLst/>
              </a:prstGeom>
              <a:blipFill>
                <a:blip r:embed="rId6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/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5A94985-7F8F-97BC-D4F8-8361769A60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206" y="2056186"/>
                <a:ext cx="200375" cy="307777"/>
              </a:xfrm>
              <a:prstGeom prst="rect">
                <a:avLst/>
              </a:prstGeom>
              <a:blipFill>
                <a:blip r:embed="rId7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/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AADE6E9-130C-1227-30EA-60B7E70547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4494" y="2056186"/>
                <a:ext cx="200375" cy="307777"/>
              </a:xfrm>
              <a:prstGeom prst="rect">
                <a:avLst/>
              </a:prstGeom>
              <a:blipFill>
                <a:blip r:embed="rId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/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6D8D6D7-802E-32D6-612E-0BE314DAC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9743" y="2056186"/>
                <a:ext cx="200375" cy="307777"/>
              </a:xfrm>
              <a:prstGeom prst="rect">
                <a:avLst/>
              </a:prstGeom>
              <a:blipFill>
                <a:blip r:embed="rId9"/>
                <a:stretch>
                  <a:fillRect l="-29412" r="-29412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/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3FF251-C59E-2CC2-D9B4-610EAD24EF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8917" y="2476163"/>
                <a:ext cx="560987" cy="73674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/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8C0F66F-E373-EC74-6AC6-B3EB5E6BEA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3698" y="2476163"/>
                <a:ext cx="560987" cy="73674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/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8BD5DA8-460C-8578-1C6D-F34B58741D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8938" y="2476163"/>
                <a:ext cx="560987" cy="73674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/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B3065E0-23C1-92C8-F536-CB1B28D00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9896" y="2476163"/>
                <a:ext cx="560987" cy="73674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E36536C-29A9-4DEE-D35D-8C8713C46482}"/>
              </a:ext>
            </a:extLst>
          </p:cNvPr>
          <p:cNvCxnSpPr>
            <a:cxnSpLocks/>
          </p:cNvCxnSpPr>
          <p:nvPr/>
        </p:nvCxnSpPr>
        <p:spPr>
          <a:xfrm flipV="1">
            <a:off x="4333101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695573B-71A0-5EBF-04A0-A430B8C52681}"/>
              </a:ext>
            </a:extLst>
          </p:cNvPr>
          <p:cNvCxnSpPr>
            <a:cxnSpLocks/>
          </p:cNvCxnSpPr>
          <p:nvPr/>
        </p:nvCxnSpPr>
        <p:spPr>
          <a:xfrm flipV="1">
            <a:off x="5113584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902557DE-8097-E652-BF95-9A70274C7A8C}"/>
              </a:ext>
            </a:extLst>
          </p:cNvPr>
          <p:cNvCxnSpPr>
            <a:cxnSpLocks/>
          </p:cNvCxnSpPr>
          <p:nvPr/>
        </p:nvCxnSpPr>
        <p:spPr>
          <a:xfrm flipV="1">
            <a:off x="5880352" y="2843515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/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76C4586E-479A-A406-E741-3B8A24BEA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29" y="2406475"/>
                <a:ext cx="288412" cy="307777"/>
              </a:xfrm>
              <a:prstGeom prst="rect">
                <a:avLst/>
              </a:prstGeom>
              <a:blipFill>
                <a:blip r:embed="rId14"/>
                <a:stretch>
                  <a:fillRect l="-12500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/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4DF6516F-3B8F-C5B9-8C84-15044CBD0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12" y="2654889"/>
                <a:ext cx="294376" cy="307777"/>
              </a:xfrm>
              <a:prstGeom prst="rect">
                <a:avLst/>
              </a:prstGeom>
              <a:blipFill>
                <a:blip r:embed="rId15"/>
                <a:stretch>
                  <a:fillRect l="-12500" r="-8333" b="-12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/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F39AD13-8899-DA5C-84BB-2E1C017655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66" y="2906917"/>
                <a:ext cx="294376" cy="307777"/>
              </a:xfrm>
              <a:prstGeom prst="rect">
                <a:avLst/>
              </a:prstGeom>
              <a:blipFill>
                <a:blip r:embed="rId16"/>
                <a:stretch>
                  <a:fillRect l="-12500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6952F3BD-7018-8E4A-B1CD-5BD2EFF841C7}"/>
              </a:ext>
            </a:extLst>
          </p:cNvPr>
          <p:cNvCxnSpPr>
            <a:cxnSpLocks/>
          </p:cNvCxnSpPr>
          <p:nvPr/>
        </p:nvCxnSpPr>
        <p:spPr>
          <a:xfrm>
            <a:off x="717460" y="1655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D77B7D2C-DDE5-E3F8-0822-C6ACF508FF33}"/>
              </a:ext>
            </a:extLst>
          </p:cNvPr>
          <p:cNvSpPr txBox="1"/>
          <p:nvPr/>
        </p:nvSpPr>
        <p:spPr>
          <a:xfrm>
            <a:off x="992850" y="642674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A:    </a:t>
            </a:r>
          </a:p>
        </p:txBody>
      </p:sp>
      <p:sp>
        <p:nvSpPr>
          <p:cNvPr id="154" name="Rounded Rectangle 153">
            <a:extLst>
              <a:ext uri="{FF2B5EF4-FFF2-40B4-BE49-F238E27FC236}">
                <a16:creationId xmlns:a16="http://schemas.microsoft.com/office/drawing/2014/main" id="{50A88745-64F9-EEB2-DEDF-6B3AABAFF8E6}"/>
              </a:ext>
            </a:extLst>
          </p:cNvPr>
          <p:cNvSpPr/>
          <p:nvPr/>
        </p:nvSpPr>
        <p:spPr>
          <a:xfrm>
            <a:off x="1457585" y="2469128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/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5" name="TextBox 154">
                <a:extLst>
                  <a:ext uri="{FF2B5EF4-FFF2-40B4-BE49-F238E27FC236}">
                    <a16:creationId xmlns:a16="http://schemas.microsoft.com/office/drawing/2014/main" id="{DAB87514-9CFB-5BC5-82CA-E39B67046E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7650" y="2476163"/>
                <a:ext cx="560987" cy="7367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/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1F1415A-AF89-E0FD-1A96-F7EFB166E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684" y="2056186"/>
                <a:ext cx="200376" cy="307777"/>
              </a:xfrm>
              <a:prstGeom prst="rect">
                <a:avLst/>
              </a:prstGeom>
              <a:blipFill>
                <a:blip r:embed="rId18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C6683B8D-C3F4-CEAC-997F-6CE0881B7A37}"/>
              </a:ext>
            </a:extLst>
          </p:cNvPr>
          <p:cNvSpPr/>
          <p:nvPr/>
        </p:nvSpPr>
        <p:spPr>
          <a:xfrm>
            <a:off x="2224155" y="2470706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/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1BEAB658-CB5D-7FAF-5F9F-C3606C8024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5807" y="2476163"/>
                <a:ext cx="560987" cy="736740"/>
              </a:xfrm>
              <a:prstGeom prst="rect">
                <a:avLst/>
              </a:prstGeom>
              <a:blipFill>
                <a:blip r:embed="rId19"/>
                <a:stretch>
                  <a:fillRect b="-1695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4" name="Rectangle 143">
            <a:extLst>
              <a:ext uri="{FF2B5EF4-FFF2-40B4-BE49-F238E27FC236}">
                <a16:creationId xmlns:a16="http://schemas.microsoft.com/office/drawing/2014/main" id="{D38D2058-B5F6-8778-2917-C0D61DA101CE}"/>
              </a:ext>
            </a:extLst>
          </p:cNvPr>
          <p:cNvSpPr/>
          <p:nvPr/>
        </p:nvSpPr>
        <p:spPr>
          <a:xfrm flipH="1">
            <a:off x="1716855" y="1374263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E4BD83C-A599-9516-9AD7-5F54FF13B9A2}"/>
              </a:ext>
            </a:extLst>
          </p:cNvPr>
          <p:cNvCxnSpPr>
            <a:cxnSpLocks/>
          </p:cNvCxnSpPr>
          <p:nvPr/>
        </p:nvCxnSpPr>
        <p:spPr>
          <a:xfrm flipV="1">
            <a:off x="1721624" y="136998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001117A5-60E8-F086-A87C-A3069CE0BEBA}"/>
              </a:ext>
            </a:extLst>
          </p:cNvPr>
          <p:cNvCxnSpPr>
            <a:cxnSpLocks/>
          </p:cNvCxnSpPr>
          <p:nvPr/>
        </p:nvCxnSpPr>
        <p:spPr>
          <a:xfrm>
            <a:off x="3267078" y="137292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37AF42F2-BEA3-5FAE-D4AE-CF2CA236C5E0}"/>
              </a:ext>
            </a:extLst>
          </p:cNvPr>
          <p:cNvSpPr/>
          <p:nvPr/>
        </p:nvSpPr>
        <p:spPr>
          <a:xfrm flipH="1">
            <a:off x="2500969" y="1664254"/>
            <a:ext cx="1542673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F2974397-36FB-7C07-BA52-6738AC7A9EF0}"/>
              </a:ext>
            </a:extLst>
          </p:cNvPr>
          <p:cNvCxnSpPr>
            <a:cxnSpLocks/>
          </p:cNvCxnSpPr>
          <p:nvPr/>
        </p:nvCxnSpPr>
        <p:spPr>
          <a:xfrm flipV="1">
            <a:off x="2497392" y="1674327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ectangle 172">
            <a:extLst>
              <a:ext uri="{FF2B5EF4-FFF2-40B4-BE49-F238E27FC236}">
                <a16:creationId xmlns:a16="http://schemas.microsoft.com/office/drawing/2014/main" id="{49F6013C-6A56-B615-A2F7-9F955C3E21E8}"/>
              </a:ext>
            </a:extLst>
          </p:cNvPr>
          <p:cNvSpPr/>
          <p:nvPr/>
        </p:nvSpPr>
        <p:spPr>
          <a:xfrm flipH="1">
            <a:off x="4065214" y="1082621"/>
            <a:ext cx="73188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4C29DABB-5195-D1B1-A817-6FE2CBEDED7C}"/>
              </a:ext>
            </a:extLst>
          </p:cNvPr>
          <p:cNvCxnSpPr>
            <a:cxnSpLocks/>
          </p:cNvCxnSpPr>
          <p:nvPr/>
        </p:nvCxnSpPr>
        <p:spPr>
          <a:xfrm flipH="1" flipV="1">
            <a:off x="4056207" y="1086137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854CCCA4-D8D2-A3BF-CC71-94185A7BBCC2}"/>
              </a:ext>
            </a:extLst>
          </p:cNvPr>
          <p:cNvCxnSpPr>
            <a:cxnSpLocks/>
          </p:cNvCxnSpPr>
          <p:nvPr/>
        </p:nvCxnSpPr>
        <p:spPr>
          <a:xfrm>
            <a:off x="4804614" y="107310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54EF12DB-5525-FE5F-8892-BC697F7122BB}"/>
              </a:ext>
            </a:extLst>
          </p:cNvPr>
          <p:cNvCxnSpPr>
            <a:cxnSpLocks/>
          </p:cNvCxnSpPr>
          <p:nvPr/>
        </p:nvCxnSpPr>
        <p:spPr>
          <a:xfrm>
            <a:off x="4049653" y="1081780"/>
            <a:ext cx="76155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842B79E8-6CE6-8AD5-3BE3-DA5EC506626A}"/>
              </a:ext>
            </a:extLst>
          </p:cNvPr>
          <p:cNvCxnSpPr>
            <a:cxnSpLocks/>
          </p:cNvCxnSpPr>
          <p:nvPr/>
        </p:nvCxnSpPr>
        <p:spPr>
          <a:xfrm>
            <a:off x="1721827" y="1370439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7D966930-BD8C-1907-1377-86DBD02E19F6}"/>
              </a:ext>
            </a:extLst>
          </p:cNvPr>
          <p:cNvCxnSpPr>
            <a:cxnSpLocks/>
          </p:cNvCxnSpPr>
          <p:nvPr/>
        </p:nvCxnSpPr>
        <p:spPr>
          <a:xfrm>
            <a:off x="727666" y="470715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9F87848-EA1B-F3E0-B385-52AB41BBDC2D}"/>
              </a:ext>
            </a:extLst>
          </p:cNvPr>
          <p:cNvCxnSpPr>
            <a:cxnSpLocks/>
          </p:cNvCxnSpPr>
          <p:nvPr/>
        </p:nvCxnSpPr>
        <p:spPr>
          <a:xfrm>
            <a:off x="748320" y="3478648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20D09607-8D6D-4B92-4231-084428C392AB}"/>
              </a:ext>
            </a:extLst>
          </p:cNvPr>
          <p:cNvCxnSpPr>
            <a:cxnSpLocks/>
          </p:cNvCxnSpPr>
          <p:nvPr/>
        </p:nvCxnSpPr>
        <p:spPr>
          <a:xfrm>
            <a:off x="749995" y="379038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1BC09289-A9A5-2CD1-E8E4-F3C88CE29072}"/>
              </a:ext>
            </a:extLst>
          </p:cNvPr>
          <p:cNvCxnSpPr>
            <a:cxnSpLocks/>
          </p:cNvCxnSpPr>
          <p:nvPr/>
        </p:nvCxnSpPr>
        <p:spPr>
          <a:xfrm>
            <a:off x="751673" y="411217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Connector 297">
            <a:extLst>
              <a:ext uri="{FF2B5EF4-FFF2-40B4-BE49-F238E27FC236}">
                <a16:creationId xmlns:a16="http://schemas.microsoft.com/office/drawing/2014/main" id="{35AC603B-6B4B-49B0-ABF9-2905F4ACE3C6}"/>
              </a:ext>
            </a:extLst>
          </p:cNvPr>
          <p:cNvCxnSpPr>
            <a:cxnSpLocks/>
          </p:cNvCxnSpPr>
          <p:nvPr/>
        </p:nvCxnSpPr>
        <p:spPr>
          <a:xfrm>
            <a:off x="729341" y="528581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>
            <a:off x="8512914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/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completed at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has not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interfered</a:t>
                </a:r>
                <a:r>
                  <a:rPr lang="en-RU" sz="1550" dirty="0"/>
                  <a:t> </a:t>
                </a:r>
                <a:r>
                  <a:rPr lang="en-RU" sz="1550" dirty="0">
                    <a:solidFill>
                      <a:schemeClr val="tx1"/>
                    </a:solidFill>
                  </a:rPr>
                  <a:t>with any other job;</a:t>
                </a:r>
              </a:p>
              <a:p>
                <a:pPr marL="198000" indent="-198000">
                  <a:spcAft>
                    <a:spcPts val="400"/>
                  </a:spcAft>
                  <a:buFont typeface="Arial" panose="020B0604020202020204" pitchFamily="34" charset="0"/>
                  <a:buChar char="•"/>
                </a:pPr>
                <a:r>
                  <a:rPr lang="en-RU" sz="1550" dirty="0"/>
                  <a:t>no need to examine the trajectory for </a:t>
                </a:r>
                <a14:m>
                  <m:oMath xmlns:m="http://schemas.openxmlformats.org/officeDocument/2006/math"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b="0" i="1" smtClean="0">
                        <a:latin typeface="Cambria Math" panose="02040503050406030204" pitchFamily="18" charset="0"/>
                      </a:rPr>
                      <m:t>&gt;1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2" name="TextBox 401">
                <a:extLst>
                  <a:ext uri="{FF2B5EF4-FFF2-40B4-BE49-F238E27FC236}">
                    <a16:creationId xmlns:a16="http://schemas.microsoft.com/office/drawing/2014/main" id="{3CC3A578-8BB9-337A-D7A8-FEF86365F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5998" y="183854"/>
                <a:ext cx="3721596" cy="766877"/>
              </a:xfrm>
              <a:prstGeom prst="rect">
                <a:avLst/>
              </a:prstGeom>
              <a:blipFill>
                <a:blip r:embed="rId20"/>
                <a:stretch>
                  <a:fillRect l="-2721" t="-8197" r="-1020" b="-14754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3" name="Freeform 402">
            <a:extLst>
              <a:ext uri="{FF2B5EF4-FFF2-40B4-BE49-F238E27FC236}">
                <a16:creationId xmlns:a16="http://schemas.microsoft.com/office/drawing/2014/main" id="{40327C4D-B370-82C9-EEF2-0E707698935B}"/>
              </a:ext>
            </a:extLst>
          </p:cNvPr>
          <p:cNvSpPr/>
          <p:nvPr/>
        </p:nvSpPr>
        <p:spPr>
          <a:xfrm>
            <a:off x="3295495" y="1022459"/>
            <a:ext cx="168330" cy="499358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CB2DC8-887E-A1BC-050C-58BCA995051F}"/>
              </a:ext>
            </a:extLst>
          </p:cNvPr>
          <p:cNvSpPr txBox="1"/>
          <p:nvPr/>
        </p:nvSpPr>
        <p:spPr>
          <a:xfrm>
            <a:off x="5998717" y="259452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/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13F0162-86C6-9BFC-3479-9CCEE8171A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5576" y="1919110"/>
                <a:ext cx="231602" cy="430887"/>
              </a:xfrm>
              <a:prstGeom prst="rect">
                <a:avLst/>
              </a:prstGeom>
              <a:blipFill>
                <a:blip r:embed="rId21"/>
                <a:stretch>
                  <a:fillRect l="-20000" r="-20000" b="-294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15F4814D-2882-DCC6-E91B-A36CAFC391A2}"/>
              </a:ext>
            </a:extLst>
          </p:cNvPr>
          <p:cNvGrpSpPr/>
          <p:nvPr/>
        </p:nvGrpSpPr>
        <p:grpSpPr>
          <a:xfrm>
            <a:off x="1030494" y="3487496"/>
            <a:ext cx="2853086" cy="257997"/>
            <a:chOff x="1150602" y="5360033"/>
            <a:chExt cx="2853086" cy="257997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5B48C5CA-8E21-D902-D51C-3E864C0C9A1C}"/>
                </a:ext>
              </a:extLst>
            </p:cNvPr>
            <p:cNvSpPr txBox="1"/>
            <p:nvPr/>
          </p:nvSpPr>
          <p:spPr>
            <a:xfrm>
              <a:off x="1150602" y="5406882"/>
              <a:ext cx="1268168" cy="211148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85000"/>
                </a:lnSpc>
              </a:pPr>
              <a:r>
                <a:rPr lang="en-RU" sz="1600" i="1" dirty="0"/>
                <a:t>State Notation: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/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RU" sz="160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RU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6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en-US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b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bSup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2" name="TextBox 71">
                  <a:extLst>
                    <a:ext uri="{FF2B5EF4-FFF2-40B4-BE49-F238E27FC236}">
                      <a16:creationId xmlns:a16="http://schemas.microsoft.com/office/drawing/2014/main" id="{569E7885-7E81-8395-DFD6-EEAEA3F16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9616" y="5360033"/>
                  <a:ext cx="1524072" cy="247055"/>
                </a:xfrm>
                <a:prstGeom prst="rect">
                  <a:avLst/>
                </a:prstGeom>
                <a:blipFill>
                  <a:blip r:embed="rId22"/>
                  <a:stretch>
                    <a:fillRect l="-1653" r="-826" b="-19048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54348FE2-F06B-8F1D-CD38-800F435613B2}"/>
              </a:ext>
            </a:extLst>
          </p:cNvPr>
          <p:cNvSpPr/>
          <p:nvPr/>
        </p:nvSpPr>
        <p:spPr>
          <a:xfrm flipH="1">
            <a:off x="4048832" y="1376940"/>
            <a:ext cx="156841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075E3E-623E-5094-210E-5B357F8020F2}"/>
              </a:ext>
            </a:extLst>
          </p:cNvPr>
          <p:cNvCxnSpPr>
            <a:cxnSpLocks/>
          </p:cNvCxnSpPr>
          <p:nvPr/>
        </p:nvCxnSpPr>
        <p:spPr>
          <a:xfrm flipV="1">
            <a:off x="4053601" y="137265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655C8FB-C4FE-EF2B-26BD-4AB403919135}"/>
              </a:ext>
            </a:extLst>
          </p:cNvPr>
          <p:cNvCxnSpPr>
            <a:cxnSpLocks/>
          </p:cNvCxnSpPr>
          <p:nvPr/>
        </p:nvCxnSpPr>
        <p:spPr>
          <a:xfrm>
            <a:off x="5599055" y="1375602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DDFA309-3161-1DA0-8105-5356D5715C54}"/>
              </a:ext>
            </a:extLst>
          </p:cNvPr>
          <p:cNvSpPr/>
          <p:nvPr/>
        </p:nvSpPr>
        <p:spPr>
          <a:xfrm flipH="1">
            <a:off x="4063262" y="1678078"/>
            <a:ext cx="73383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DCEFED1-A7F1-2FFB-1FAC-21D350550A5F}"/>
              </a:ext>
            </a:extLst>
          </p:cNvPr>
          <p:cNvSpPr/>
          <p:nvPr/>
        </p:nvSpPr>
        <p:spPr>
          <a:xfrm flipH="1">
            <a:off x="4820133" y="1671291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3A861D4B-F722-B2C1-BFEF-EA2FC63A4E83}"/>
              </a:ext>
            </a:extLst>
          </p:cNvPr>
          <p:cNvCxnSpPr>
            <a:cxnSpLocks/>
          </p:cNvCxnSpPr>
          <p:nvPr/>
        </p:nvCxnSpPr>
        <p:spPr>
          <a:xfrm>
            <a:off x="1725105" y="1674327"/>
            <a:ext cx="386233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32E0CAC-4401-A034-01A4-AA8CE3E0EBC1}"/>
              </a:ext>
            </a:extLst>
          </p:cNvPr>
          <p:cNvGrpSpPr/>
          <p:nvPr/>
        </p:nvGrpSpPr>
        <p:grpSpPr>
          <a:xfrm>
            <a:off x="3993897" y="1378314"/>
            <a:ext cx="45719" cy="296189"/>
            <a:chOff x="3509152" y="253612"/>
            <a:chExt cx="45719" cy="296189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7B3D5A23-89B6-235E-8DF2-3915F91D66A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D27A57C3-E3A1-0D5C-14A2-BEFAD97AE4C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BE75A50C-7A88-5C58-C3E1-1C5505B3B0A3}"/>
              </a:ext>
            </a:extLst>
          </p:cNvPr>
          <p:cNvGrpSpPr/>
          <p:nvPr/>
        </p:nvGrpSpPr>
        <p:grpSpPr>
          <a:xfrm>
            <a:off x="5598161" y="1086028"/>
            <a:ext cx="45719" cy="296189"/>
            <a:chOff x="3509152" y="253612"/>
            <a:chExt cx="45719" cy="296189"/>
          </a:xfrm>
        </p:grpSpPr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DDE09A0A-EE1B-941E-131A-6B3C2C8D7946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95CA8E-E5AD-3476-F626-4DC3B42B8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D780F9C-F9A0-068B-6697-AF63DB048996}"/>
              </a:ext>
            </a:extLst>
          </p:cNvPr>
          <p:cNvCxnSpPr>
            <a:cxnSpLocks/>
          </p:cNvCxnSpPr>
          <p:nvPr/>
        </p:nvCxnSpPr>
        <p:spPr>
          <a:xfrm>
            <a:off x="4053804" y="1373116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0E7595C1-8330-AFD3-6490-EFE10C199609}"/>
              </a:ext>
            </a:extLst>
          </p:cNvPr>
          <p:cNvGrpSpPr/>
          <p:nvPr/>
        </p:nvGrpSpPr>
        <p:grpSpPr>
          <a:xfrm>
            <a:off x="6312237" y="1676395"/>
            <a:ext cx="45719" cy="296189"/>
            <a:chOff x="3509152" y="253612"/>
            <a:chExt cx="45719" cy="29618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977DB23-B041-64D4-1EBB-A6D010F024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52B24209-B179-75DF-A736-75243181F6A5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8070FF6A-9851-E9B2-E073-B44E97171974}"/>
              </a:ext>
            </a:extLst>
          </p:cNvPr>
          <p:cNvCxnSpPr>
            <a:cxnSpLocks/>
          </p:cNvCxnSpPr>
          <p:nvPr/>
        </p:nvCxnSpPr>
        <p:spPr>
          <a:xfrm>
            <a:off x="5587266" y="1666447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C0293757-8F6F-CCB2-661B-156EB6B737CE}"/>
              </a:ext>
            </a:extLst>
          </p:cNvPr>
          <p:cNvCxnSpPr>
            <a:cxnSpLocks/>
          </p:cNvCxnSpPr>
          <p:nvPr/>
        </p:nvCxnSpPr>
        <p:spPr>
          <a:xfrm flipV="1">
            <a:off x="1727595" y="1954006"/>
            <a:ext cx="4631691" cy="9394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/>
          <p:nvPr/>
        </p:nvCxnSpPr>
        <p:spPr>
          <a:xfrm>
            <a:off x="6359286" y="174901"/>
            <a:ext cx="0" cy="65628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4" name="Group 73">
            <a:extLst>
              <a:ext uri="{FF2B5EF4-FFF2-40B4-BE49-F238E27FC236}">
                <a16:creationId xmlns:a16="http://schemas.microsoft.com/office/drawing/2014/main" id="{DC9EA2FC-312C-5719-D455-50BEF289A76D}"/>
              </a:ext>
            </a:extLst>
          </p:cNvPr>
          <p:cNvGrpSpPr/>
          <p:nvPr/>
        </p:nvGrpSpPr>
        <p:grpSpPr>
          <a:xfrm>
            <a:off x="6310072" y="1373809"/>
            <a:ext cx="45719" cy="296189"/>
            <a:chOff x="3509152" y="253612"/>
            <a:chExt cx="45719" cy="29618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1196E3E-5D30-043A-4382-B2DBA9237E2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ACF72CE-EB10-E7AA-D185-93268830052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F8CF0E3-223F-4BAE-E8A0-2BEF48B3E4DF}"/>
              </a:ext>
            </a:extLst>
          </p:cNvPr>
          <p:cNvCxnSpPr>
            <a:cxnSpLocks/>
          </p:cNvCxnSpPr>
          <p:nvPr/>
        </p:nvCxnSpPr>
        <p:spPr>
          <a:xfrm>
            <a:off x="2772245" y="2844533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70D4EE7-357C-42DB-F156-E3003C15D5E5}"/>
              </a:ext>
            </a:extLst>
          </p:cNvPr>
          <p:cNvCxnSpPr>
            <a:cxnSpLocks/>
          </p:cNvCxnSpPr>
          <p:nvPr/>
        </p:nvCxnSpPr>
        <p:spPr>
          <a:xfrm>
            <a:off x="2001776" y="2847299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/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0056E67-120D-07F3-72C6-43F59AD2C7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857" y="1061109"/>
                <a:ext cx="215636" cy="261610"/>
              </a:xfrm>
              <a:prstGeom prst="rect">
                <a:avLst/>
              </a:prstGeom>
              <a:blipFill>
                <a:blip r:embed="rId23"/>
                <a:stretch>
                  <a:fillRect l="-26316" r="-5263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/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CF97CC89-AB4B-0EB0-5B47-C0A455A05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152" y="1361842"/>
                <a:ext cx="220701" cy="261610"/>
              </a:xfrm>
              <a:prstGeom prst="rect">
                <a:avLst/>
              </a:prstGeom>
              <a:blipFill>
                <a:blip r:embed="rId24"/>
                <a:stretch>
                  <a:fillRect l="-26316" r="-526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/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9D186853-20E3-2350-BB01-969445058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0817" y="1658282"/>
                <a:ext cx="220701" cy="261610"/>
              </a:xfrm>
              <a:prstGeom prst="rect">
                <a:avLst/>
              </a:prstGeom>
              <a:blipFill>
                <a:blip r:embed="rId25"/>
                <a:stretch>
                  <a:fillRect l="-33333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4" name="Rounded Rectangle 93">
            <a:extLst>
              <a:ext uri="{FF2B5EF4-FFF2-40B4-BE49-F238E27FC236}">
                <a16:creationId xmlns:a16="http://schemas.microsoft.com/office/drawing/2014/main" id="{541C8ED1-3667-2FCB-5E78-87E5FF5607C3}"/>
              </a:ext>
            </a:extLst>
          </p:cNvPr>
          <p:cNvSpPr/>
          <p:nvPr/>
        </p:nvSpPr>
        <p:spPr>
          <a:xfrm>
            <a:off x="4537993" y="5798307"/>
            <a:ext cx="539642" cy="757334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FA52DD4F-76F9-BB19-D2E5-5480752CCB5B}"/>
              </a:ext>
            </a:extLst>
          </p:cNvPr>
          <p:cNvSpPr/>
          <p:nvPr/>
        </p:nvSpPr>
        <p:spPr>
          <a:xfrm>
            <a:off x="3784621" y="5802231"/>
            <a:ext cx="539642" cy="753410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AF1C8846-ED37-E4CE-0A62-48514ADD53B0}"/>
              </a:ext>
            </a:extLst>
          </p:cNvPr>
          <p:cNvSpPr/>
          <p:nvPr/>
        </p:nvSpPr>
        <p:spPr>
          <a:xfrm>
            <a:off x="2999357" y="5805093"/>
            <a:ext cx="539642" cy="7505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CC4CFED1-E6DA-CA18-EBC1-E0CA0361A415}"/>
              </a:ext>
            </a:extLst>
          </p:cNvPr>
          <p:cNvCxnSpPr>
            <a:cxnSpLocks/>
          </p:cNvCxnSpPr>
          <p:nvPr/>
        </p:nvCxnSpPr>
        <p:spPr>
          <a:xfrm>
            <a:off x="3539771" y="6179303"/>
            <a:ext cx="245504" cy="109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64E40C3-753D-5C75-E32B-C3624EF69940}"/>
              </a:ext>
            </a:extLst>
          </p:cNvPr>
          <p:cNvCxnSpPr>
            <a:cxnSpLocks/>
          </p:cNvCxnSpPr>
          <p:nvPr/>
        </p:nvCxnSpPr>
        <p:spPr>
          <a:xfrm>
            <a:off x="1725804" y="4124438"/>
            <a:ext cx="1393" cy="2397322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B189DE1-DE21-383F-61FD-382F5D0EBB89}"/>
              </a:ext>
            </a:extLst>
          </p:cNvPr>
          <p:cNvCxnSpPr/>
          <p:nvPr/>
        </p:nvCxnSpPr>
        <p:spPr>
          <a:xfrm flipV="1">
            <a:off x="2503581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B226BE52-7078-17C2-5178-0A0B7829558E}"/>
              </a:ext>
            </a:extLst>
          </p:cNvPr>
          <p:cNvCxnSpPr>
            <a:cxnSpLocks/>
          </p:cNvCxnSpPr>
          <p:nvPr/>
        </p:nvCxnSpPr>
        <p:spPr>
          <a:xfrm flipV="1">
            <a:off x="4051643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F1F173E9-909C-7E4A-2FAB-0136ABDCA0E1}"/>
              </a:ext>
            </a:extLst>
          </p:cNvPr>
          <p:cNvCxnSpPr>
            <a:cxnSpLocks/>
          </p:cNvCxnSpPr>
          <p:nvPr/>
        </p:nvCxnSpPr>
        <p:spPr>
          <a:xfrm flipV="1">
            <a:off x="3277112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A13A1B-0452-EBA8-2277-11AF2FD3CBEB}"/>
              </a:ext>
            </a:extLst>
          </p:cNvPr>
          <p:cNvCxnSpPr>
            <a:cxnSpLocks/>
          </p:cNvCxnSpPr>
          <p:nvPr/>
        </p:nvCxnSpPr>
        <p:spPr>
          <a:xfrm flipV="1">
            <a:off x="4809384" y="52946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/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C6B771-3C5B-C8E7-88D4-56D4A7AD2C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606" y="4356474"/>
                <a:ext cx="317779" cy="338554"/>
              </a:xfrm>
              <a:prstGeom prst="rect">
                <a:avLst/>
              </a:prstGeom>
              <a:blipFill>
                <a:blip r:embed="rId26"/>
                <a:stretch>
                  <a:fillRect l="-7692" r="-11538" b="-1851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/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0774FC7-598F-0FBC-704C-85A6A758CE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33" y="4654350"/>
                <a:ext cx="324320" cy="338554"/>
              </a:xfrm>
              <a:prstGeom prst="rect">
                <a:avLst/>
              </a:prstGeom>
              <a:blipFill>
                <a:blip r:embed="rId3"/>
                <a:stretch>
                  <a:fillRect l="-11111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/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2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41AE36B7-0ABA-DC87-4EC5-287D1731E2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0125" y="4957890"/>
                <a:ext cx="324320" cy="338554"/>
              </a:xfrm>
              <a:prstGeom prst="rect">
                <a:avLst/>
              </a:prstGeom>
              <a:blipFill>
                <a:blip r:embed="rId27"/>
                <a:stretch>
                  <a:fillRect l="-7407" r="-7407" b="-1428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/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3766B6BB-0832-B1F0-549F-54DBF20C1E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8022" y="5382643"/>
                <a:ext cx="200375" cy="307777"/>
              </a:xfrm>
              <a:prstGeom prst="rect">
                <a:avLst/>
              </a:prstGeom>
              <a:blipFill>
                <a:blip r:embed="rId28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/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19757536-4C5F-5AF7-2332-394A640D53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1942" y="5382643"/>
                <a:ext cx="200375" cy="307777"/>
              </a:xfrm>
              <a:prstGeom prst="rect">
                <a:avLst/>
              </a:prstGeom>
              <a:blipFill>
                <a:blip r:embed="rId2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/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06241062-1AE9-438E-68A7-9CA463D3FF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3298" y="5382643"/>
                <a:ext cx="200375" cy="307777"/>
              </a:xfrm>
              <a:prstGeom prst="rect">
                <a:avLst/>
              </a:prstGeom>
              <a:blipFill>
                <a:blip r:embed="rId30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/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CA54790-BE08-B42B-CD38-F58EFF2F43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6586" y="5382643"/>
                <a:ext cx="200375" cy="307777"/>
              </a:xfrm>
              <a:prstGeom prst="rect">
                <a:avLst/>
              </a:prstGeom>
              <a:blipFill>
                <a:blip r:embed="rId31"/>
                <a:stretch>
                  <a:fillRect l="-29412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/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1,3,0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E0802690-7B40-FA75-DC70-BBBB5B3E9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1009" y="5811951"/>
                <a:ext cx="560987" cy="73674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/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1,2,0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2D97762-35DB-6437-9F2B-E027E69AE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5790" y="5811951"/>
                <a:ext cx="560987" cy="73674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/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0,1,1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0,1,0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577B901-09DD-3AFF-90B5-BD2922A12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1030" y="5811951"/>
                <a:ext cx="560987" cy="73674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56092183-96C3-A2EA-C1CD-88ABEEA6804E}"/>
              </a:ext>
            </a:extLst>
          </p:cNvPr>
          <p:cNvCxnSpPr>
            <a:cxnSpLocks/>
          </p:cNvCxnSpPr>
          <p:nvPr/>
        </p:nvCxnSpPr>
        <p:spPr>
          <a:xfrm flipV="1">
            <a:off x="4335193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6958714-5128-C77C-2F82-2B352CA4DC46}"/>
              </a:ext>
            </a:extLst>
          </p:cNvPr>
          <p:cNvCxnSpPr>
            <a:cxnSpLocks/>
          </p:cNvCxnSpPr>
          <p:nvPr/>
        </p:nvCxnSpPr>
        <p:spPr>
          <a:xfrm flipV="1">
            <a:off x="5115676" y="6179303"/>
            <a:ext cx="198000" cy="537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/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B22FFB3-024F-08C3-5021-7917CE4A2F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21" y="5742263"/>
                <a:ext cx="288412" cy="307777"/>
              </a:xfrm>
              <a:prstGeom prst="rect">
                <a:avLst/>
              </a:prstGeom>
              <a:blipFill>
                <a:blip r:embed="rId35"/>
                <a:stretch>
                  <a:fillRect l="-8333" r="-4167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/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2AA4B977-C286-405F-E57D-75BBE15F42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404" y="5990677"/>
                <a:ext cx="294376" cy="307777"/>
              </a:xfrm>
              <a:prstGeom prst="rect">
                <a:avLst/>
              </a:prstGeom>
              <a:blipFill>
                <a:blip r:embed="rId36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/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FD307203-ECBA-B214-4D66-18B277E4B2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8" y="6242705"/>
                <a:ext cx="294376" cy="307777"/>
              </a:xfrm>
              <a:prstGeom prst="rect">
                <a:avLst/>
              </a:prstGeom>
              <a:blipFill>
                <a:blip r:embed="rId37"/>
                <a:stretch>
                  <a:fillRect l="-8333" r="-8333" b="-16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3" name="TextBox 142">
            <a:extLst>
              <a:ext uri="{FF2B5EF4-FFF2-40B4-BE49-F238E27FC236}">
                <a16:creationId xmlns:a16="http://schemas.microsoft.com/office/drawing/2014/main" id="{69197699-8A6E-EDFD-31AF-0A6FADDA5948}"/>
              </a:ext>
            </a:extLst>
          </p:cNvPr>
          <p:cNvSpPr txBox="1"/>
          <p:nvPr/>
        </p:nvSpPr>
        <p:spPr>
          <a:xfrm>
            <a:off x="994942" y="4015799"/>
            <a:ext cx="1497298" cy="246221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RU" sz="1600" b="1" dirty="0"/>
              <a:t>GEDF Schedule B:    </a:t>
            </a:r>
          </a:p>
        </p:txBody>
      </p:sp>
      <p:sp>
        <p:nvSpPr>
          <p:cNvPr id="145" name="Rounded Rectangle 144">
            <a:extLst>
              <a:ext uri="{FF2B5EF4-FFF2-40B4-BE49-F238E27FC236}">
                <a16:creationId xmlns:a16="http://schemas.microsoft.com/office/drawing/2014/main" id="{A3E29A71-2EA5-7C3C-A20E-C3907767FDBF}"/>
              </a:ext>
            </a:extLst>
          </p:cNvPr>
          <p:cNvSpPr/>
          <p:nvPr/>
        </p:nvSpPr>
        <p:spPr>
          <a:xfrm>
            <a:off x="1459677" y="5804916"/>
            <a:ext cx="539642" cy="747851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/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3,5,0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7" name="TextBox 146">
                <a:extLst>
                  <a:ext uri="{FF2B5EF4-FFF2-40B4-BE49-F238E27FC236}">
                    <a16:creationId xmlns:a16="http://schemas.microsoft.com/office/drawing/2014/main" id="{6F60D892-E35B-7087-E0D5-0AFA7CB442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49742" y="5811951"/>
                <a:ext cx="560987" cy="736740"/>
              </a:xfrm>
              <a:prstGeom prst="rect">
                <a:avLst/>
              </a:prstGeom>
              <a:blipFill>
                <a:blip r:embed="rId3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/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AE39DB6B-6B45-E8BA-CD1D-AEFD7F577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5776" y="5382643"/>
                <a:ext cx="200376" cy="307777"/>
              </a:xfrm>
              <a:prstGeom prst="rect">
                <a:avLst/>
              </a:prstGeom>
              <a:blipFill>
                <a:blip r:embed="rId39"/>
                <a:stretch>
                  <a:fillRect l="-23529" r="-23529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0" name="Rounded Rectangle 149">
            <a:extLst>
              <a:ext uri="{FF2B5EF4-FFF2-40B4-BE49-F238E27FC236}">
                <a16:creationId xmlns:a16="http://schemas.microsoft.com/office/drawing/2014/main" id="{CB94B061-EB3F-1C33-2551-51F51EBD6711}"/>
              </a:ext>
            </a:extLst>
          </p:cNvPr>
          <p:cNvSpPr/>
          <p:nvPr/>
        </p:nvSpPr>
        <p:spPr>
          <a:xfrm>
            <a:off x="2226247" y="5806494"/>
            <a:ext cx="539642" cy="752948"/>
          </a:xfrm>
          <a:prstGeom prst="roundRect">
            <a:avLst/>
          </a:prstGeom>
          <a:solidFill>
            <a:schemeClr val="bg1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sz="17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/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US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0,0,0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  <a:p>
                <a:pPr>
                  <a:lnSpc>
                    <a:spcPct val="114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RU" sz="1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2,4,0</m:t>
                          </m:r>
                        </m:e>
                      </m:d>
                    </m:oMath>
                  </m:oMathPara>
                </a14:m>
                <a:endParaRPr lang="en-RU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6" name="TextBox 155">
                <a:extLst>
                  <a:ext uri="{FF2B5EF4-FFF2-40B4-BE49-F238E27FC236}">
                    <a16:creationId xmlns:a16="http://schemas.microsoft.com/office/drawing/2014/main" id="{BF087D14-DA7C-C945-EF96-D6097D6EDE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7899" y="5811951"/>
                <a:ext cx="560987" cy="736740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0" name="Rectangle 159">
            <a:extLst>
              <a:ext uri="{FF2B5EF4-FFF2-40B4-BE49-F238E27FC236}">
                <a16:creationId xmlns:a16="http://schemas.microsoft.com/office/drawing/2014/main" id="{75BD360D-FEB2-C3C4-95EA-1CEC7734C37E}"/>
              </a:ext>
            </a:extLst>
          </p:cNvPr>
          <p:cNvSpPr/>
          <p:nvPr/>
        </p:nvSpPr>
        <p:spPr>
          <a:xfrm flipH="1">
            <a:off x="1732355" y="4998175"/>
            <a:ext cx="1520392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8F9BCBD3-E9ED-51B0-FDCA-B6B9F2642613}"/>
              </a:ext>
            </a:extLst>
          </p:cNvPr>
          <p:cNvCxnSpPr>
            <a:cxnSpLocks/>
          </p:cNvCxnSpPr>
          <p:nvPr/>
        </p:nvCxnSpPr>
        <p:spPr>
          <a:xfrm flipV="1">
            <a:off x="1728778" y="5000784"/>
            <a:ext cx="0" cy="29382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12E2B53-C62B-4EFA-7959-04436B2F2FA8}"/>
              </a:ext>
            </a:extLst>
          </p:cNvPr>
          <p:cNvSpPr/>
          <p:nvPr/>
        </p:nvSpPr>
        <p:spPr>
          <a:xfrm flipH="1">
            <a:off x="3281671" y="4409078"/>
            <a:ext cx="766247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57FB57C2-39EB-7C03-C4B1-7807D6ED9CF2}"/>
              </a:ext>
            </a:extLst>
          </p:cNvPr>
          <p:cNvCxnSpPr>
            <a:cxnSpLocks/>
          </p:cNvCxnSpPr>
          <p:nvPr/>
        </p:nvCxnSpPr>
        <p:spPr>
          <a:xfrm flipV="1">
            <a:off x="3274011" y="4396899"/>
            <a:ext cx="0" cy="296886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5381A14-3055-8987-62AC-7FD83446DB7C}"/>
              </a:ext>
            </a:extLst>
          </p:cNvPr>
          <p:cNvCxnSpPr>
            <a:cxnSpLocks/>
          </p:cNvCxnSpPr>
          <p:nvPr/>
        </p:nvCxnSpPr>
        <p:spPr>
          <a:xfrm>
            <a:off x="4050928" y="4399561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>
            <a:extLst>
              <a:ext uri="{FF2B5EF4-FFF2-40B4-BE49-F238E27FC236}">
                <a16:creationId xmlns:a16="http://schemas.microsoft.com/office/drawing/2014/main" id="{43F9C077-0537-0A97-D297-FD8B46A950E6}"/>
              </a:ext>
            </a:extLst>
          </p:cNvPr>
          <p:cNvCxnSpPr>
            <a:cxnSpLocks/>
          </p:cNvCxnSpPr>
          <p:nvPr/>
        </p:nvCxnSpPr>
        <p:spPr>
          <a:xfrm>
            <a:off x="3266111" y="4400773"/>
            <a:ext cx="790096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5986501C-EC69-075B-97CE-CEAA8AEEACC0}"/>
              </a:ext>
            </a:extLst>
          </p:cNvPr>
          <p:cNvSpPr txBox="1"/>
          <p:nvPr/>
        </p:nvSpPr>
        <p:spPr>
          <a:xfrm>
            <a:off x="5273020" y="593031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/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3CC0778E-854B-F412-C31B-7AE22D5F46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5871" y="5310480"/>
                <a:ext cx="231602" cy="430887"/>
              </a:xfrm>
              <a:prstGeom prst="rect">
                <a:avLst/>
              </a:prstGeom>
              <a:blipFill>
                <a:blip r:embed="rId41"/>
                <a:stretch>
                  <a:fillRect l="-26316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3" name="Rectangle 182">
            <a:extLst>
              <a:ext uri="{FF2B5EF4-FFF2-40B4-BE49-F238E27FC236}">
                <a16:creationId xmlns:a16="http://schemas.microsoft.com/office/drawing/2014/main" id="{9EA3F6C5-7867-8B2A-290A-222F3D4C866F}"/>
              </a:ext>
            </a:extLst>
          </p:cNvPr>
          <p:cNvSpPr/>
          <p:nvPr/>
        </p:nvSpPr>
        <p:spPr>
          <a:xfrm flipH="1">
            <a:off x="3265290" y="4703397"/>
            <a:ext cx="1547236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59750AAE-A9E0-EA21-4E87-935D1D7E264F}"/>
              </a:ext>
            </a:extLst>
          </p:cNvPr>
          <p:cNvCxnSpPr>
            <a:cxnSpLocks/>
          </p:cNvCxnSpPr>
          <p:nvPr/>
        </p:nvCxnSpPr>
        <p:spPr>
          <a:xfrm flipV="1">
            <a:off x="3270059" y="4699116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C17E008D-71CD-0487-2426-316D80BE3515}"/>
              </a:ext>
            </a:extLst>
          </p:cNvPr>
          <p:cNvCxnSpPr>
            <a:cxnSpLocks/>
          </p:cNvCxnSpPr>
          <p:nvPr/>
        </p:nvCxnSpPr>
        <p:spPr>
          <a:xfrm>
            <a:off x="4808049" y="4702059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FD22FCA6-210E-C1EE-41F1-3DEADD28C41A}"/>
              </a:ext>
            </a:extLst>
          </p:cNvPr>
          <p:cNvSpPr/>
          <p:nvPr/>
        </p:nvSpPr>
        <p:spPr>
          <a:xfrm flipH="1">
            <a:off x="3279719" y="5004535"/>
            <a:ext cx="761849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BCD7F502-530B-828D-C022-713EF66B315A}"/>
              </a:ext>
            </a:extLst>
          </p:cNvPr>
          <p:cNvSpPr/>
          <p:nvPr/>
        </p:nvSpPr>
        <p:spPr>
          <a:xfrm flipH="1">
            <a:off x="4066447" y="4997748"/>
            <a:ext cx="758651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283E8A78-329E-C6BA-08FE-E52294D129BC}"/>
              </a:ext>
            </a:extLst>
          </p:cNvPr>
          <p:cNvGrpSpPr/>
          <p:nvPr/>
        </p:nvGrpSpPr>
        <p:grpSpPr>
          <a:xfrm>
            <a:off x="4784763" y="4408753"/>
            <a:ext cx="45719" cy="296189"/>
            <a:chOff x="3509152" y="253612"/>
            <a:chExt cx="45719" cy="296189"/>
          </a:xfrm>
        </p:grpSpPr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A26D3ED9-D85C-0328-5AA5-5A414628BAA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99" name="Straight Connector 198">
              <a:extLst>
                <a:ext uri="{FF2B5EF4-FFF2-40B4-BE49-F238E27FC236}">
                  <a16:creationId xmlns:a16="http://schemas.microsoft.com/office/drawing/2014/main" id="{DC3762A4-A929-2327-0F4E-BE323BE53D53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7CB6768-397E-EA6A-1143-2E3B601C06BB}"/>
              </a:ext>
            </a:extLst>
          </p:cNvPr>
          <p:cNvCxnSpPr>
            <a:cxnSpLocks/>
          </p:cNvCxnSpPr>
          <p:nvPr/>
        </p:nvCxnSpPr>
        <p:spPr>
          <a:xfrm>
            <a:off x="3270262" y="4699573"/>
            <a:ext cx="155152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7" name="Group 216">
            <a:extLst>
              <a:ext uri="{FF2B5EF4-FFF2-40B4-BE49-F238E27FC236}">
                <a16:creationId xmlns:a16="http://schemas.microsoft.com/office/drawing/2014/main" id="{DE025E30-9FF4-C297-A887-75AD1FD7E5FD}"/>
              </a:ext>
            </a:extLst>
          </p:cNvPr>
          <p:cNvGrpSpPr/>
          <p:nvPr/>
        </p:nvGrpSpPr>
        <p:grpSpPr>
          <a:xfrm>
            <a:off x="5558551" y="5002852"/>
            <a:ext cx="45719" cy="296189"/>
            <a:chOff x="3509152" y="253612"/>
            <a:chExt cx="45719" cy="296189"/>
          </a:xfrm>
        </p:grpSpPr>
        <p:sp>
          <p:nvSpPr>
            <p:cNvPr id="220" name="Rectangle 219">
              <a:extLst>
                <a:ext uri="{FF2B5EF4-FFF2-40B4-BE49-F238E27FC236}">
                  <a16:creationId xmlns:a16="http://schemas.microsoft.com/office/drawing/2014/main" id="{C6726E76-D7F5-0C2D-829A-A6775D7CBCE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1" name="Straight Connector 220">
              <a:extLst>
                <a:ext uri="{FF2B5EF4-FFF2-40B4-BE49-F238E27FC236}">
                  <a16:creationId xmlns:a16="http://schemas.microsoft.com/office/drawing/2014/main" id="{BD37EEAB-FB87-1D12-837C-75A0D5FD209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22" name="Straight Connector 221">
            <a:extLst>
              <a:ext uri="{FF2B5EF4-FFF2-40B4-BE49-F238E27FC236}">
                <a16:creationId xmlns:a16="http://schemas.microsoft.com/office/drawing/2014/main" id="{BCA32360-3A43-CEF8-F985-67E020DAC958}"/>
              </a:ext>
            </a:extLst>
          </p:cNvPr>
          <p:cNvCxnSpPr>
            <a:cxnSpLocks/>
          </p:cNvCxnSpPr>
          <p:nvPr/>
        </p:nvCxnSpPr>
        <p:spPr>
          <a:xfrm>
            <a:off x="4807456" y="4992904"/>
            <a:ext cx="0" cy="28755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436AD6C2-D8C2-A647-D328-30C7B6908FA3}"/>
              </a:ext>
            </a:extLst>
          </p:cNvPr>
          <p:cNvCxnSpPr>
            <a:cxnSpLocks/>
            <a:endCxn id="220" idx="2"/>
          </p:cNvCxnSpPr>
          <p:nvPr/>
        </p:nvCxnSpPr>
        <p:spPr>
          <a:xfrm>
            <a:off x="1729687" y="5289857"/>
            <a:ext cx="3851723" cy="2747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27" name="Group 226">
            <a:extLst>
              <a:ext uri="{FF2B5EF4-FFF2-40B4-BE49-F238E27FC236}">
                <a16:creationId xmlns:a16="http://schemas.microsoft.com/office/drawing/2014/main" id="{9069910F-3CB8-9329-9CF8-4A966A3A30F5}"/>
              </a:ext>
            </a:extLst>
          </p:cNvPr>
          <p:cNvGrpSpPr/>
          <p:nvPr/>
        </p:nvGrpSpPr>
        <p:grpSpPr>
          <a:xfrm>
            <a:off x="5556386" y="4700266"/>
            <a:ext cx="45719" cy="296189"/>
            <a:chOff x="3509152" y="253612"/>
            <a:chExt cx="45719" cy="296189"/>
          </a:xfrm>
        </p:grpSpPr>
        <p:sp>
          <p:nvSpPr>
            <p:cNvPr id="228" name="Rectangle 227">
              <a:extLst>
                <a:ext uri="{FF2B5EF4-FFF2-40B4-BE49-F238E27FC236}">
                  <a16:creationId xmlns:a16="http://schemas.microsoft.com/office/drawing/2014/main" id="{85B65121-2A18-CEF0-8E0F-50226B65DDC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229" name="Straight Connector 228">
              <a:extLst>
                <a:ext uri="{FF2B5EF4-FFF2-40B4-BE49-F238E27FC236}">
                  <a16:creationId xmlns:a16="http://schemas.microsoft.com/office/drawing/2014/main" id="{B9441C5D-6412-800E-728A-0097C2148BFC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556142EB-D788-2E99-D00E-57273781CE19}"/>
              </a:ext>
            </a:extLst>
          </p:cNvPr>
          <p:cNvCxnSpPr>
            <a:cxnSpLocks/>
          </p:cNvCxnSpPr>
          <p:nvPr/>
        </p:nvCxnSpPr>
        <p:spPr>
          <a:xfrm>
            <a:off x="2774337" y="6180321"/>
            <a:ext cx="212123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Straight Connector 238">
            <a:extLst>
              <a:ext uri="{FF2B5EF4-FFF2-40B4-BE49-F238E27FC236}">
                <a16:creationId xmlns:a16="http://schemas.microsoft.com/office/drawing/2014/main" id="{5252662B-1BA3-79FE-D244-17ABB539FAA3}"/>
              </a:ext>
            </a:extLst>
          </p:cNvPr>
          <p:cNvCxnSpPr>
            <a:cxnSpLocks/>
          </p:cNvCxnSpPr>
          <p:nvPr/>
        </p:nvCxnSpPr>
        <p:spPr>
          <a:xfrm>
            <a:off x="2003868" y="6183087"/>
            <a:ext cx="207574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/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0" name="TextBox 239">
                <a:extLst>
                  <a:ext uri="{FF2B5EF4-FFF2-40B4-BE49-F238E27FC236}">
                    <a16:creationId xmlns:a16="http://schemas.microsoft.com/office/drawing/2014/main" id="{9AF2778F-70AF-C928-78DD-BD842320BE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4315" y="4387566"/>
                <a:ext cx="215636" cy="261610"/>
              </a:xfrm>
              <a:prstGeom prst="rect">
                <a:avLst/>
              </a:prstGeom>
              <a:blipFill>
                <a:blip r:embed="rId42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/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CE037CFB-D2DC-EE2B-1DF9-FE9C32A875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3610" y="4688299"/>
                <a:ext cx="220701" cy="261610"/>
              </a:xfrm>
              <a:prstGeom prst="rect">
                <a:avLst/>
              </a:prstGeom>
              <a:blipFill>
                <a:blip r:embed="rId43"/>
                <a:stretch>
                  <a:fillRect l="-27778" r="-11111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/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2111514-9BD3-F127-30D8-84FA6AF985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7131" y="4984739"/>
                <a:ext cx="220701" cy="261610"/>
              </a:xfrm>
              <a:prstGeom prst="rect">
                <a:avLst/>
              </a:prstGeom>
              <a:blipFill>
                <a:blip r:embed="rId44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4" name="Straight Connector 243">
            <a:extLst>
              <a:ext uri="{FF2B5EF4-FFF2-40B4-BE49-F238E27FC236}">
                <a16:creationId xmlns:a16="http://schemas.microsoft.com/office/drawing/2014/main" id="{27A50D12-DAC3-E042-7531-BD05C4C1A7E1}"/>
              </a:ext>
            </a:extLst>
          </p:cNvPr>
          <p:cNvCxnSpPr>
            <a:cxnSpLocks/>
          </p:cNvCxnSpPr>
          <p:nvPr/>
        </p:nvCxnSpPr>
        <p:spPr>
          <a:xfrm>
            <a:off x="1728197" y="4999733"/>
            <a:ext cx="308301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Straight Connector 273">
            <a:extLst>
              <a:ext uri="{FF2B5EF4-FFF2-40B4-BE49-F238E27FC236}">
                <a16:creationId xmlns:a16="http://schemas.microsoft.com/office/drawing/2014/main" id="{195CCE94-B5DB-292F-90BC-A7177B3CF119}"/>
              </a:ext>
            </a:extLst>
          </p:cNvPr>
          <p:cNvCxnSpPr>
            <a:cxnSpLocks/>
          </p:cNvCxnSpPr>
          <p:nvPr/>
        </p:nvCxnSpPr>
        <p:spPr>
          <a:xfrm>
            <a:off x="716062" y="6309140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107B5B94-3A58-52CA-67C0-DCA45A1D5281}"/>
              </a:ext>
            </a:extLst>
          </p:cNvPr>
          <p:cNvCxnSpPr>
            <a:cxnSpLocks/>
          </p:cNvCxnSpPr>
          <p:nvPr/>
        </p:nvCxnSpPr>
        <p:spPr>
          <a:xfrm>
            <a:off x="714384" y="6060957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/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RU" sz="155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sz="155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RU" sz="1550" dirty="0">
                    <a:solidFill>
                      <a:schemeClr val="tx1"/>
                    </a:solidFill>
                  </a:rPr>
                  <a:t> job violates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the interference</a:t>
                </a:r>
                <a:br>
                  <a:rPr lang="en-RU" sz="1550" dirty="0">
                    <a:solidFill>
                      <a:schemeClr val="tx1"/>
                    </a:solidFill>
                  </a:rPr>
                </a:br>
                <a:r>
                  <a:rPr lang="en-RU" sz="1550" dirty="0">
                    <a:solidFill>
                      <a:schemeClr val="tx1"/>
                    </a:solidFill>
                  </a:rPr>
                  <a:t>condition at</a:t>
                </a:r>
                <a:r>
                  <a:rPr lang="en-RU" sz="1550" dirty="0"/>
                  <a:t> </a:t>
                </a:r>
                <a14:m>
                  <m:oMath xmlns:m="http://schemas.openxmlformats.org/officeDocument/2006/math">
                    <m:r>
                      <a:rPr lang="en-US" sz="155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50" i="1"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RU" sz="155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8E092252-8911-2CE0-109C-C4C334C9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75527" y="4048884"/>
                <a:ext cx="1463093" cy="715581"/>
              </a:xfrm>
              <a:prstGeom prst="rect">
                <a:avLst/>
              </a:prstGeom>
              <a:blipFill>
                <a:blip r:embed="rId45"/>
                <a:stretch>
                  <a:fillRect l="-8621" t="-8621" r="-3448" b="-1551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4" name="Freeform 283">
            <a:extLst>
              <a:ext uri="{FF2B5EF4-FFF2-40B4-BE49-F238E27FC236}">
                <a16:creationId xmlns:a16="http://schemas.microsoft.com/office/drawing/2014/main" id="{8AA31EA2-3804-A8AE-405B-9BF880A2925F}"/>
              </a:ext>
            </a:extLst>
          </p:cNvPr>
          <p:cNvSpPr/>
          <p:nvPr/>
        </p:nvSpPr>
        <p:spPr>
          <a:xfrm>
            <a:off x="4847725" y="4770987"/>
            <a:ext cx="256528" cy="402020"/>
          </a:xfrm>
          <a:custGeom>
            <a:avLst/>
            <a:gdLst>
              <a:gd name="connsiteX0" fmla="*/ 228600 w 228600"/>
              <a:gd name="connsiteY0" fmla="*/ 0 h 276225"/>
              <a:gd name="connsiteX1" fmla="*/ 161925 w 228600"/>
              <a:gd name="connsiteY1" fmla="*/ 171450 h 276225"/>
              <a:gd name="connsiteX2" fmla="*/ 0 w 228600"/>
              <a:gd name="connsiteY2" fmla="*/ 276225 h 27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8600" h="276225">
                <a:moveTo>
                  <a:pt x="228600" y="0"/>
                </a:moveTo>
                <a:cubicBezTo>
                  <a:pt x="214312" y="62706"/>
                  <a:pt x="200025" y="125413"/>
                  <a:pt x="161925" y="171450"/>
                </a:cubicBezTo>
                <a:cubicBezTo>
                  <a:pt x="123825" y="217487"/>
                  <a:pt x="61912" y="246856"/>
                  <a:pt x="0" y="276225"/>
                </a:cubicBezTo>
              </a:path>
            </a:pathLst>
          </a:custGeom>
          <a:noFill/>
          <a:ln w="25400">
            <a:solidFill>
              <a:schemeClr val="tx1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86" name="Freeform 285">
            <a:extLst>
              <a:ext uri="{FF2B5EF4-FFF2-40B4-BE49-F238E27FC236}">
                <a16:creationId xmlns:a16="http://schemas.microsoft.com/office/drawing/2014/main" id="{1EE4454A-4B64-141A-51C7-3E034DF6C6C0}"/>
              </a:ext>
            </a:extLst>
          </p:cNvPr>
          <p:cNvSpPr/>
          <p:nvPr/>
        </p:nvSpPr>
        <p:spPr>
          <a:xfrm>
            <a:off x="2839214" y="2353619"/>
            <a:ext cx="3327124" cy="969251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327124" h="969251">
                <a:moveTo>
                  <a:pt x="3303678" y="23821"/>
                </a:moveTo>
                <a:lnTo>
                  <a:pt x="2740971" y="19132"/>
                </a:lnTo>
                <a:lnTo>
                  <a:pt x="2046964" y="9753"/>
                </a:lnTo>
                <a:lnTo>
                  <a:pt x="1296688" y="5064"/>
                </a:lnTo>
                <a:lnTo>
                  <a:pt x="860589" y="375"/>
                </a:lnTo>
                <a:cubicBezTo>
                  <a:pt x="724601" y="375"/>
                  <a:pt x="594084" y="-1970"/>
                  <a:pt x="480761" y="5064"/>
                </a:cubicBezTo>
                <a:cubicBezTo>
                  <a:pt x="367438" y="12098"/>
                  <a:pt x="254897" y="6627"/>
                  <a:pt x="180651" y="42578"/>
                </a:cubicBezTo>
                <a:cubicBezTo>
                  <a:pt x="106405" y="78529"/>
                  <a:pt x="64982" y="144178"/>
                  <a:pt x="35284" y="220769"/>
                </a:cubicBezTo>
                <a:cubicBezTo>
                  <a:pt x="5585" y="297360"/>
                  <a:pt x="6368" y="413809"/>
                  <a:pt x="2460" y="502123"/>
                </a:cubicBezTo>
                <a:cubicBezTo>
                  <a:pt x="-1448" y="590437"/>
                  <a:pt x="-2230" y="682658"/>
                  <a:pt x="11838" y="750652"/>
                </a:cubicBezTo>
                <a:cubicBezTo>
                  <a:pt x="25906" y="818646"/>
                  <a:pt x="34503" y="874135"/>
                  <a:pt x="86866" y="910086"/>
                </a:cubicBezTo>
                <a:cubicBezTo>
                  <a:pt x="139229" y="946037"/>
                  <a:pt x="182996" y="957759"/>
                  <a:pt x="326017" y="966356"/>
                </a:cubicBezTo>
                <a:cubicBezTo>
                  <a:pt x="469038" y="974953"/>
                  <a:pt x="944995" y="961667"/>
                  <a:pt x="944995" y="961667"/>
                </a:cubicBezTo>
                <a:lnTo>
                  <a:pt x="1587420" y="952289"/>
                </a:lnTo>
                <a:cubicBezTo>
                  <a:pt x="1828915" y="952289"/>
                  <a:pt x="2166540" y="961667"/>
                  <a:pt x="2393968" y="961667"/>
                </a:cubicBezTo>
                <a:cubicBezTo>
                  <a:pt x="2621396" y="961667"/>
                  <a:pt x="2796460" y="951507"/>
                  <a:pt x="2951986" y="952289"/>
                </a:cubicBezTo>
                <a:cubicBezTo>
                  <a:pt x="3107512" y="953071"/>
                  <a:pt x="3217318" y="959713"/>
                  <a:pt x="3327124" y="966356"/>
                </a:cubicBez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48B116FA-C287-E312-95E3-0A74E4176F0F}"/>
              </a:ext>
            </a:extLst>
          </p:cNvPr>
          <p:cNvCxnSpPr>
            <a:cxnSpLocks noChangeAspect="1"/>
          </p:cNvCxnSpPr>
          <p:nvPr/>
        </p:nvCxnSpPr>
        <p:spPr>
          <a:xfrm>
            <a:off x="2848673" y="3088130"/>
            <a:ext cx="212738" cy="21289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464A193A-3048-4661-D518-B3B3A20530E0}"/>
              </a:ext>
            </a:extLst>
          </p:cNvPr>
          <p:cNvCxnSpPr>
            <a:cxnSpLocks noChangeAspect="1"/>
          </p:cNvCxnSpPr>
          <p:nvPr/>
        </p:nvCxnSpPr>
        <p:spPr>
          <a:xfrm>
            <a:off x="2841955" y="2926674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9" name="Straight Connector 288">
            <a:extLst>
              <a:ext uri="{FF2B5EF4-FFF2-40B4-BE49-F238E27FC236}">
                <a16:creationId xmlns:a16="http://schemas.microsoft.com/office/drawing/2014/main" id="{C4AFD4CE-A1E0-E979-82BB-7B57C763ED4E}"/>
              </a:ext>
            </a:extLst>
          </p:cNvPr>
          <p:cNvCxnSpPr>
            <a:cxnSpLocks noChangeAspect="1"/>
          </p:cNvCxnSpPr>
          <p:nvPr/>
        </p:nvCxnSpPr>
        <p:spPr>
          <a:xfrm>
            <a:off x="2849354" y="2772461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9E87DAE3-D0C7-E2BF-D1D0-697D7786F85A}"/>
              </a:ext>
            </a:extLst>
          </p:cNvPr>
          <p:cNvCxnSpPr>
            <a:cxnSpLocks noChangeAspect="1"/>
          </p:cNvCxnSpPr>
          <p:nvPr/>
        </p:nvCxnSpPr>
        <p:spPr>
          <a:xfrm>
            <a:off x="2865527" y="2640786"/>
            <a:ext cx="675558" cy="67606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4BE3220A-D460-5FB9-ACB3-9E3ABC934D34}"/>
              </a:ext>
            </a:extLst>
          </p:cNvPr>
          <p:cNvCxnSpPr>
            <a:cxnSpLocks noChangeAspect="1"/>
          </p:cNvCxnSpPr>
          <p:nvPr/>
        </p:nvCxnSpPr>
        <p:spPr>
          <a:xfrm>
            <a:off x="2909634" y="2516429"/>
            <a:ext cx="788200" cy="7887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1CEA3092-B27E-25AA-1F5F-B411B20462FB}"/>
              </a:ext>
            </a:extLst>
          </p:cNvPr>
          <p:cNvCxnSpPr>
            <a:cxnSpLocks noChangeAspect="1"/>
          </p:cNvCxnSpPr>
          <p:nvPr/>
        </p:nvCxnSpPr>
        <p:spPr>
          <a:xfrm>
            <a:off x="2963246" y="2435962"/>
            <a:ext cx="869919" cy="8705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97DD2B93-4F79-2CC0-6647-C184704C874A}"/>
              </a:ext>
            </a:extLst>
          </p:cNvPr>
          <p:cNvCxnSpPr>
            <a:cxnSpLocks noChangeAspect="1"/>
          </p:cNvCxnSpPr>
          <p:nvPr/>
        </p:nvCxnSpPr>
        <p:spPr>
          <a:xfrm>
            <a:off x="3046103" y="2384755"/>
            <a:ext cx="921029" cy="9217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75888A01-17B7-20E5-FDE6-B7D73BBC6261}"/>
              </a:ext>
            </a:extLst>
          </p:cNvPr>
          <p:cNvCxnSpPr>
            <a:cxnSpLocks noChangeAspect="1"/>
          </p:cNvCxnSpPr>
          <p:nvPr/>
        </p:nvCxnSpPr>
        <p:spPr>
          <a:xfrm>
            <a:off x="3185692" y="2362810"/>
            <a:ext cx="940081" cy="9407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C7350AFD-C39C-C41F-0134-F8306DC37504}"/>
              </a:ext>
            </a:extLst>
          </p:cNvPr>
          <p:cNvCxnSpPr>
            <a:cxnSpLocks noChangeAspect="1"/>
          </p:cNvCxnSpPr>
          <p:nvPr/>
        </p:nvCxnSpPr>
        <p:spPr>
          <a:xfrm>
            <a:off x="3333704" y="2366467"/>
            <a:ext cx="938373" cy="939069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7" name="Straight Connector 316">
            <a:extLst>
              <a:ext uri="{FF2B5EF4-FFF2-40B4-BE49-F238E27FC236}">
                <a16:creationId xmlns:a16="http://schemas.microsoft.com/office/drawing/2014/main" id="{D086D15C-53CC-4839-DF48-552398133D5B}"/>
              </a:ext>
            </a:extLst>
          </p:cNvPr>
          <p:cNvCxnSpPr>
            <a:cxnSpLocks noChangeAspect="1"/>
          </p:cNvCxnSpPr>
          <p:nvPr/>
        </p:nvCxnSpPr>
        <p:spPr>
          <a:xfrm>
            <a:off x="3469121" y="2350161"/>
            <a:ext cx="945602" cy="94630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8" name="Straight Connector 317">
            <a:extLst>
              <a:ext uri="{FF2B5EF4-FFF2-40B4-BE49-F238E27FC236}">
                <a16:creationId xmlns:a16="http://schemas.microsoft.com/office/drawing/2014/main" id="{EC6FFA9A-3B35-AA9E-A9A1-8EA183C56839}"/>
              </a:ext>
            </a:extLst>
          </p:cNvPr>
          <p:cNvCxnSpPr>
            <a:cxnSpLocks noChangeAspect="1"/>
          </p:cNvCxnSpPr>
          <p:nvPr/>
        </p:nvCxnSpPr>
        <p:spPr>
          <a:xfrm>
            <a:off x="3635968" y="2355494"/>
            <a:ext cx="950269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E8274D0D-8865-5A4A-F40F-FEB439B2CC74}"/>
              </a:ext>
            </a:extLst>
          </p:cNvPr>
          <p:cNvCxnSpPr>
            <a:cxnSpLocks noChangeAspect="1"/>
          </p:cNvCxnSpPr>
          <p:nvPr/>
        </p:nvCxnSpPr>
        <p:spPr>
          <a:xfrm>
            <a:off x="3780325" y="2355494"/>
            <a:ext cx="950272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7E1F5B48-D80D-4159-2E3A-3C7BF215AC3F}"/>
              </a:ext>
            </a:extLst>
          </p:cNvPr>
          <p:cNvCxnSpPr>
            <a:cxnSpLocks/>
          </p:cNvCxnSpPr>
          <p:nvPr/>
        </p:nvCxnSpPr>
        <p:spPr>
          <a:xfrm>
            <a:off x="722488" y="2718131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CFB8FFC9-CDE8-7198-27D9-600DF2857851}"/>
              </a:ext>
            </a:extLst>
          </p:cNvPr>
          <p:cNvCxnSpPr>
            <a:cxnSpLocks/>
          </p:cNvCxnSpPr>
          <p:nvPr/>
        </p:nvCxnSpPr>
        <p:spPr>
          <a:xfrm>
            <a:off x="723886" y="2958744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Connector 322">
            <a:extLst>
              <a:ext uri="{FF2B5EF4-FFF2-40B4-BE49-F238E27FC236}">
                <a16:creationId xmlns:a16="http://schemas.microsoft.com/office/drawing/2014/main" id="{7926E17D-F956-E0B8-C161-BE6EE8B83893}"/>
              </a:ext>
            </a:extLst>
          </p:cNvPr>
          <p:cNvCxnSpPr>
            <a:cxnSpLocks noChangeAspect="1"/>
          </p:cNvCxnSpPr>
          <p:nvPr/>
        </p:nvCxnSpPr>
        <p:spPr>
          <a:xfrm>
            <a:off x="3933631" y="2350539"/>
            <a:ext cx="969840" cy="97056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4" name="Straight Connector 323">
            <a:extLst>
              <a:ext uri="{FF2B5EF4-FFF2-40B4-BE49-F238E27FC236}">
                <a16:creationId xmlns:a16="http://schemas.microsoft.com/office/drawing/2014/main" id="{B440E159-B282-49D0-E5BD-4F9EEA2456CE}"/>
              </a:ext>
            </a:extLst>
          </p:cNvPr>
          <p:cNvCxnSpPr>
            <a:cxnSpLocks noChangeAspect="1"/>
          </p:cNvCxnSpPr>
          <p:nvPr/>
        </p:nvCxnSpPr>
        <p:spPr>
          <a:xfrm>
            <a:off x="4103755" y="2359152"/>
            <a:ext cx="951048" cy="95175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324">
            <a:extLst>
              <a:ext uri="{FF2B5EF4-FFF2-40B4-BE49-F238E27FC236}">
                <a16:creationId xmlns:a16="http://schemas.microsoft.com/office/drawing/2014/main" id="{58C52475-FA80-24F5-21DD-77806B4E6228}"/>
              </a:ext>
            </a:extLst>
          </p:cNvPr>
          <p:cNvCxnSpPr>
            <a:cxnSpLocks noChangeAspect="1"/>
          </p:cNvCxnSpPr>
          <p:nvPr/>
        </p:nvCxnSpPr>
        <p:spPr>
          <a:xfrm>
            <a:off x="4248113" y="2359152"/>
            <a:ext cx="953927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EAC5783D-5C18-A892-F650-5E48507126C9}"/>
              </a:ext>
            </a:extLst>
          </p:cNvPr>
          <p:cNvCxnSpPr>
            <a:cxnSpLocks noChangeAspect="1"/>
          </p:cNvCxnSpPr>
          <p:nvPr/>
        </p:nvCxnSpPr>
        <p:spPr>
          <a:xfrm>
            <a:off x="4400093" y="2359421"/>
            <a:ext cx="943661" cy="94436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Straight Connector 327">
            <a:extLst>
              <a:ext uri="{FF2B5EF4-FFF2-40B4-BE49-F238E27FC236}">
                <a16:creationId xmlns:a16="http://schemas.microsoft.com/office/drawing/2014/main" id="{B6757B03-B107-E03A-4F5D-5AD48FC10185}"/>
              </a:ext>
            </a:extLst>
          </p:cNvPr>
          <p:cNvCxnSpPr>
            <a:cxnSpLocks noChangeAspect="1"/>
          </p:cNvCxnSpPr>
          <p:nvPr/>
        </p:nvCxnSpPr>
        <p:spPr>
          <a:xfrm>
            <a:off x="4561342" y="2359152"/>
            <a:ext cx="953924" cy="95463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Straight Connector 328">
            <a:extLst>
              <a:ext uri="{FF2B5EF4-FFF2-40B4-BE49-F238E27FC236}">
                <a16:creationId xmlns:a16="http://schemas.microsoft.com/office/drawing/2014/main" id="{8C050E8C-E3AD-D2E2-534A-246CEAE810C7}"/>
              </a:ext>
            </a:extLst>
          </p:cNvPr>
          <p:cNvCxnSpPr>
            <a:cxnSpLocks noChangeAspect="1"/>
          </p:cNvCxnSpPr>
          <p:nvPr/>
        </p:nvCxnSpPr>
        <p:spPr>
          <a:xfrm>
            <a:off x="4705699" y="2359152"/>
            <a:ext cx="937978" cy="9386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0" name="Straight Connector 329">
            <a:extLst>
              <a:ext uri="{FF2B5EF4-FFF2-40B4-BE49-F238E27FC236}">
                <a16:creationId xmlns:a16="http://schemas.microsoft.com/office/drawing/2014/main" id="{B654B08C-3286-81B2-BF8B-A06C451F2FA5}"/>
              </a:ext>
            </a:extLst>
          </p:cNvPr>
          <p:cNvCxnSpPr>
            <a:cxnSpLocks noChangeAspect="1"/>
          </p:cNvCxnSpPr>
          <p:nvPr/>
        </p:nvCxnSpPr>
        <p:spPr>
          <a:xfrm>
            <a:off x="4864092" y="2359761"/>
            <a:ext cx="944177" cy="94488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B654A08B-3A8F-DA8E-DAEB-BF148EA5A294}"/>
              </a:ext>
            </a:extLst>
          </p:cNvPr>
          <p:cNvCxnSpPr>
            <a:cxnSpLocks noChangeAspect="1"/>
          </p:cNvCxnSpPr>
          <p:nvPr/>
        </p:nvCxnSpPr>
        <p:spPr>
          <a:xfrm>
            <a:off x="5028656" y="2362810"/>
            <a:ext cx="950270" cy="95097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Straight Connector 331">
            <a:extLst>
              <a:ext uri="{FF2B5EF4-FFF2-40B4-BE49-F238E27FC236}">
                <a16:creationId xmlns:a16="http://schemas.microsoft.com/office/drawing/2014/main" id="{6B79633C-FB1F-20A7-B859-BBC05849FD81}"/>
              </a:ext>
            </a:extLst>
          </p:cNvPr>
          <p:cNvCxnSpPr>
            <a:cxnSpLocks noChangeAspect="1"/>
          </p:cNvCxnSpPr>
          <p:nvPr/>
        </p:nvCxnSpPr>
        <p:spPr>
          <a:xfrm>
            <a:off x="5173014" y="2362810"/>
            <a:ext cx="953466" cy="954173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0ECCF4BA-C0DD-5E24-841B-25D9E6A0515D}"/>
              </a:ext>
            </a:extLst>
          </p:cNvPr>
          <p:cNvCxnSpPr>
            <a:cxnSpLocks noChangeAspect="1"/>
          </p:cNvCxnSpPr>
          <p:nvPr/>
        </p:nvCxnSpPr>
        <p:spPr>
          <a:xfrm>
            <a:off x="5328379" y="2366467"/>
            <a:ext cx="879760" cy="880415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77AC1250-2AA4-6CE0-35CF-E022B32EF747}"/>
              </a:ext>
            </a:extLst>
          </p:cNvPr>
          <p:cNvCxnSpPr>
            <a:cxnSpLocks noChangeAspect="1"/>
          </p:cNvCxnSpPr>
          <p:nvPr/>
        </p:nvCxnSpPr>
        <p:spPr>
          <a:xfrm>
            <a:off x="5493715" y="2370288"/>
            <a:ext cx="702259" cy="70278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Straight Connector 334">
            <a:extLst>
              <a:ext uri="{FF2B5EF4-FFF2-40B4-BE49-F238E27FC236}">
                <a16:creationId xmlns:a16="http://schemas.microsoft.com/office/drawing/2014/main" id="{6FEF3E9F-6BD8-2C02-DB35-0916AD223538}"/>
              </a:ext>
            </a:extLst>
          </p:cNvPr>
          <p:cNvCxnSpPr>
            <a:cxnSpLocks noChangeAspect="1"/>
          </p:cNvCxnSpPr>
          <p:nvPr/>
        </p:nvCxnSpPr>
        <p:spPr>
          <a:xfrm>
            <a:off x="5637910" y="2370125"/>
            <a:ext cx="558064" cy="55847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Straight Connector 335">
            <a:extLst>
              <a:ext uri="{FF2B5EF4-FFF2-40B4-BE49-F238E27FC236}">
                <a16:creationId xmlns:a16="http://schemas.microsoft.com/office/drawing/2014/main" id="{4775D38C-2175-2E45-DBCD-BF33136EE5FD}"/>
              </a:ext>
            </a:extLst>
          </p:cNvPr>
          <p:cNvCxnSpPr>
            <a:cxnSpLocks noChangeAspect="1"/>
          </p:cNvCxnSpPr>
          <p:nvPr/>
        </p:nvCxnSpPr>
        <p:spPr>
          <a:xfrm>
            <a:off x="5791849" y="2370428"/>
            <a:ext cx="387115" cy="387402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7" name="Straight Connector 336">
            <a:extLst>
              <a:ext uri="{FF2B5EF4-FFF2-40B4-BE49-F238E27FC236}">
                <a16:creationId xmlns:a16="http://schemas.microsoft.com/office/drawing/2014/main" id="{6381A25B-8572-0C9C-ACCD-D78ABF36F8A0}"/>
              </a:ext>
            </a:extLst>
          </p:cNvPr>
          <p:cNvCxnSpPr>
            <a:cxnSpLocks noChangeAspect="1"/>
          </p:cNvCxnSpPr>
          <p:nvPr/>
        </p:nvCxnSpPr>
        <p:spPr>
          <a:xfrm>
            <a:off x="5947258" y="2374129"/>
            <a:ext cx="226771" cy="22694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Connector 341">
            <a:extLst>
              <a:ext uri="{FF2B5EF4-FFF2-40B4-BE49-F238E27FC236}">
                <a16:creationId xmlns:a16="http://schemas.microsoft.com/office/drawing/2014/main" id="{427A3A3A-7E13-0452-5665-CE030086C5F3}"/>
              </a:ext>
            </a:extLst>
          </p:cNvPr>
          <p:cNvCxnSpPr>
            <a:cxnSpLocks noChangeAspect="1"/>
          </p:cNvCxnSpPr>
          <p:nvPr/>
        </p:nvCxnSpPr>
        <p:spPr>
          <a:xfrm>
            <a:off x="6115507" y="2380865"/>
            <a:ext cx="65837" cy="658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Freeform 419">
            <a:extLst>
              <a:ext uri="{FF2B5EF4-FFF2-40B4-BE49-F238E27FC236}">
                <a16:creationId xmlns:a16="http://schemas.microsoft.com/office/drawing/2014/main" id="{B120AD64-B37A-D7DD-83A0-B46791AFB8FD}"/>
              </a:ext>
            </a:extLst>
          </p:cNvPr>
          <p:cNvSpPr/>
          <p:nvPr/>
        </p:nvSpPr>
        <p:spPr>
          <a:xfrm>
            <a:off x="4392485" y="5695362"/>
            <a:ext cx="1072046" cy="979164"/>
          </a:xfrm>
          <a:custGeom>
            <a:avLst/>
            <a:gdLst>
              <a:gd name="connsiteX0" fmla="*/ 3303678 w 3327124"/>
              <a:gd name="connsiteY0" fmla="*/ 23821 h 969251"/>
              <a:gd name="connsiteX1" fmla="*/ 2740971 w 3327124"/>
              <a:gd name="connsiteY1" fmla="*/ 19132 h 969251"/>
              <a:gd name="connsiteX2" fmla="*/ 2046964 w 3327124"/>
              <a:gd name="connsiteY2" fmla="*/ 9753 h 969251"/>
              <a:gd name="connsiteX3" fmla="*/ 1296688 w 3327124"/>
              <a:gd name="connsiteY3" fmla="*/ 5064 h 969251"/>
              <a:gd name="connsiteX4" fmla="*/ 860589 w 3327124"/>
              <a:gd name="connsiteY4" fmla="*/ 375 h 969251"/>
              <a:gd name="connsiteX5" fmla="*/ 480761 w 3327124"/>
              <a:gd name="connsiteY5" fmla="*/ 5064 h 969251"/>
              <a:gd name="connsiteX6" fmla="*/ 180651 w 3327124"/>
              <a:gd name="connsiteY6" fmla="*/ 42578 h 969251"/>
              <a:gd name="connsiteX7" fmla="*/ 35284 w 3327124"/>
              <a:gd name="connsiteY7" fmla="*/ 220769 h 969251"/>
              <a:gd name="connsiteX8" fmla="*/ 2460 w 3327124"/>
              <a:gd name="connsiteY8" fmla="*/ 502123 h 969251"/>
              <a:gd name="connsiteX9" fmla="*/ 11838 w 3327124"/>
              <a:gd name="connsiteY9" fmla="*/ 750652 h 969251"/>
              <a:gd name="connsiteX10" fmla="*/ 86866 w 3327124"/>
              <a:gd name="connsiteY10" fmla="*/ 910086 h 969251"/>
              <a:gd name="connsiteX11" fmla="*/ 326017 w 3327124"/>
              <a:gd name="connsiteY11" fmla="*/ 966356 h 969251"/>
              <a:gd name="connsiteX12" fmla="*/ 944995 w 3327124"/>
              <a:gd name="connsiteY12" fmla="*/ 961667 h 969251"/>
              <a:gd name="connsiteX13" fmla="*/ 1587420 w 3327124"/>
              <a:gd name="connsiteY13" fmla="*/ 952289 h 969251"/>
              <a:gd name="connsiteX14" fmla="*/ 2393968 w 3327124"/>
              <a:gd name="connsiteY14" fmla="*/ 961667 h 969251"/>
              <a:gd name="connsiteX15" fmla="*/ 2951986 w 3327124"/>
              <a:gd name="connsiteY15" fmla="*/ 952289 h 969251"/>
              <a:gd name="connsiteX16" fmla="*/ 3327124 w 3327124"/>
              <a:gd name="connsiteY16" fmla="*/ 966356 h 969251"/>
              <a:gd name="connsiteX0" fmla="*/ 3313602 w 3337048"/>
              <a:gd name="connsiteY0" fmla="*/ 36393 h 981823"/>
              <a:gd name="connsiteX1" fmla="*/ 2750895 w 3337048"/>
              <a:gd name="connsiteY1" fmla="*/ 31704 h 981823"/>
              <a:gd name="connsiteX2" fmla="*/ 2056888 w 3337048"/>
              <a:gd name="connsiteY2" fmla="*/ 22325 h 981823"/>
              <a:gd name="connsiteX3" fmla="*/ 1306612 w 3337048"/>
              <a:gd name="connsiteY3" fmla="*/ 17636 h 981823"/>
              <a:gd name="connsiteX4" fmla="*/ 870513 w 3337048"/>
              <a:gd name="connsiteY4" fmla="*/ 12947 h 981823"/>
              <a:gd name="connsiteX5" fmla="*/ 490685 w 3337048"/>
              <a:gd name="connsiteY5" fmla="*/ 17636 h 981823"/>
              <a:gd name="connsiteX6" fmla="*/ 45208 w 3337048"/>
              <a:gd name="connsiteY6" fmla="*/ 233341 h 981823"/>
              <a:gd name="connsiteX7" fmla="*/ 12384 w 3337048"/>
              <a:gd name="connsiteY7" fmla="*/ 514695 h 981823"/>
              <a:gd name="connsiteX8" fmla="*/ 21762 w 3337048"/>
              <a:gd name="connsiteY8" fmla="*/ 763224 h 981823"/>
              <a:gd name="connsiteX9" fmla="*/ 96790 w 3337048"/>
              <a:gd name="connsiteY9" fmla="*/ 922658 h 981823"/>
              <a:gd name="connsiteX10" fmla="*/ 335941 w 3337048"/>
              <a:gd name="connsiteY10" fmla="*/ 978928 h 981823"/>
              <a:gd name="connsiteX11" fmla="*/ 954919 w 3337048"/>
              <a:gd name="connsiteY11" fmla="*/ 974239 h 981823"/>
              <a:gd name="connsiteX12" fmla="*/ 1597344 w 3337048"/>
              <a:gd name="connsiteY12" fmla="*/ 964861 h 981823"/>
              <a:gd name="connsiteX13" fmla="*/ 2403892 w 3337048"/>
              <a:gd name="connsiteY13" fmla="*/ 974239 h 981823"/>
              <a:gd name="connsiteX14" fmla="*/ 2961910 w 3337048"/>
              <a:gd name="connsiteY14" fmla="*/ 964861 h 981823"/>
              <a:gd name="connsiteX15" fmla="*/ 3337048 w 3337048"/>
              <a:gd name="connsiteY15" fmla="*/ 978928 h 981823"/>
              <a:gd name="connsiteX0" fmla="*/ 3304964 w 3328410"/>
              <a:gd name="connsiteY0" fmla="*/ 23446 h 968876"/>
              <a:gd name="connsiteX1" fmla="*/ 2742257 w 3328410"/>
              <a:gd name="connsiteY1" fmla="*/ 18757 h 968876"/>
              <a:gd name="connsiteX2" fmla="*/ 2048250 w 3328410"/>
              <a:gd name="connsiteY2" fmla="*/ 9378 h 968876"/>
              <a:gd name="connsiteX3" fmla="*/ 1297974 w 3328410"/>
              <a:gd name="connsiteY3" fmla="*/ 4689 h 968876"/>
              <a:gd name="connsiteX4" fmla="*/ 861875 w 3328410"/>
              <a:gd name="connsiteY4" fmla="*/ 0 h 968876"/>
              <a:gd name="connsiteX5" fmla="*/ 349221 w 3328410"/>
              <a:gd name="connsiteY5" fmla="*/ 69387 h 968876"/>
              <a:gd name="connsiteX6" fmla="*/ 36570 w 3328410"/>
              <a:gd name="connsiteY6" fmla="*/ 220394 h 968876"/>
              <a:gd name="connsiteX7" fmla="*/ 3746 w 3328410"/>
              <a:gd name="connsiteY7" fmla="*/ 501748 h 968876"/>
              <a:gd name="connsiteX8" fmla="*/ 13124 w 3328410"/>
              <a:gd name="connsiteY8" fmla="*/ 750277 h 968876"/>
              <a:gd name="connsiteX9" fmla="*/ 88152 w 3328410"/>
              <a:gd name="connsiteY9" fmla="*/ 909711 h 968876"/>
              <a:gd name="connsiteX10" fmla="*/ 327303 w 3328410"/>
              <a:gd name="connsiteY10" fmla="*/ 965981 h 968876"/>
              <a:gd name="connsiteX11" fmla="*/ 946281 w 3328410"/>
              <a:gd name="connsiteY11" fmla="*/ 961292 h 968876"/>
              <a:gd name="connsiteX12" fmla="*/ 1588706 w 3328410"/>
              <a:gd name="connsiteY12" fmla="*/ 951914 h 968876"/>
              <a:gd name="connsiteX13" fmla="*/ 2395254 w 3328410"/>
              <a:gd name="connsiteY13" fmla="*/ 961292 h 968876"/>
              <a:gd name="connsiteX14" fmla="*/ 2953272 w 3328410"/>
              <a:gd name="connsiteY14" fmla="*/ 951914 h 968876"/>
              <a:gd name="connsiteX15" fmla="*/ 3328410 w 3328410"/>
              <a:gd name="connsiteY15" fmla="*/ 965981 h 968876"/>
              <a:gd name="connsiteX0" fmla="*/ 3319572 w 3343018"/>
              <a:gd name="connsiteY0" fmla="*/ 23446 h 968876"/>
              <a:gd name="connsiteX1" fmla="*/ 2756865 w 3343018"/>
              <a:gd name="connsiteY1" fmla="*/ 18757 h 968876"/>
              <a:gd name="connsiteX2" fmla="*/ 2062858 w 3343018"/>
              <a:gd name="connsiteY2" fmla="*/ 9378 h 968876"/>
              <a:gd name="connsiteX3" fmla="*/ 1312582 w 3343018"/>
              <a:gd name="connsiteY3" fmla="*/ 4689 h 968876"/>
              <a:gd name="connsiteX4" fmla="*/ 876483 w 3343018"/>
              <a:gd name="connsiteY4" fmla="*/ 0 h 968876"/>
              <a:gd name="connsiteX5" fmla="*/ 363829 w 3343018"/>
              <a:gd name="connsiteY5" fmla="*/ 69387 h 968876"/>
              <a:gd name="connsiteX6" fmla="*/ 51178 w 3343018"/>
              <a:gd name="connsiteY6" fmla="*/ 220394 h 968876"/>
              <a:gd name="connsiteX7" fmla="*/ 18354 w 3343018"/>
              <a:gd name="connsiteY7" fmla="*/ 501748 h 968876"/>
              <a:gd name="connsiteX8" fmla="*/ 27732 w 3343018"/>
              <a:gd name="connsiteY8" fmla="*/ 750277 h 968876"/>
              <a:gd name="connsiteX9" fmla="*/ 341911 w 3343018"/>
              <a:gd name="connsiteY9" fmla="*/ 965981 h 968876"/>
              <a:gd name="connsiteX10" fmla="*/ 960889 w 3343018"/>
              <a:gd name="connsiteY10" fmla="*/ 961292 h 968876"/>
              <a:gd name="connsiteX11" fmla="*/ 1603314 w 3343018"/>
              <a:gd name="connsiteY11" fmla="*/ 951914 h 968876"/>
              <a:gd name="connsiteX12" fmla="*/ 2409862 w 3343018"/>
              <a:gd name="connsiteY12" fmla="*/ 961292 h 968876"/>
              <a:gd name="connsiteX13" fmla="*/ 2967880 w 3343018"/>
              <a:gd name="connsiteY13" fmla="*/ 951914 h 968876"/>
              <a:gd name="connsiteX14" fmla="*/ 3343018 w 3343018"/>
              <a:gd name="connsiteY14" fmla="*/ 965981 h 968876"/>
              <a:gd name="connsiteX0" fmla="*/ 3365106 w 3388552"/>
              <a:gd name="connsiteY0" fmla="*/ 23446 h 965981"/>
              <a:gd name="connsiteX1" fmla="*/ 2802399 w 3388552"/>
              <a:gd name="connsiteY1" fmla="*/ 18757 h 965981"/>
              <a:gd name="connsiteX2" fmla="*/ 2108392 w 3388552"/>
              <a:gd name="connsiteY2" fmla="*/ 9378 h 965981"/>
              <a:gd name="connsiteX3" fmla="*/ 1358116 w 3388552"/>
              <a:gd name="connsiteY3" fmla="*/ 4689 h 965981"/>
              <a:gd name="connsiteX4" fmla="*/ 922017 w 3388552"/>
              <a:gd name="connsiteY4" fmla="*/ 0 h 965981"/>
              <a:gd name="connsiteX5" fmla="*/ 409363 w 3388552"/>
              <a:gd name="connsiteY5" fmla="*/ 69387 h 965981"/>
              <a:gd name="connsiteX6" fmla="*/ 96712 w 3388552"/>
              <a:gd name="connsiteY6" fmla="*/ 220394 h 965981"/>
              <a:gd name="connsiteX7" fmla="*/ 63888 w 3388552"/>
              <a:gd name="connsiteY7" fmla="*/ 501748 h 965981"/>
              <a:gd name="connsiteX8" fmla="*/ 73266 w 3388552"/>
              <a:gd name="connsiteY8" fmla="*/ 750277 h 965981"/>
              <a:gd name="connsiteX9" fmla="*/ 1006423 w 3388552"/>
              <a:gd name="connsiteY9" fmla="*/ 961292 h 965981"/>
              <a:gd name="connsiteX10" fmla="*/ 1648848 w 3388552"/>
              <a:gd name="connsiteY10" fmla="*/ 951914 h 965981"/>
              <a:gd name="connsiteX11" fmla="*/ 2455396 w 3388552"/>
              <a:gd name="connsiteY11" fmla="*/ 961292 h 965981"/>
              <a:gd name="connsiteX12" fmla="*/ 3013414 w 3388552"/>
              <a:gd name="connsiteY12" fmla="*/ 951914 h 965981"/>
              <a:gd name="connsiteX13" fmla="*/ 3388552 w 3388552"/>
              <a:gd name="connsiteY13" fmla="*/ 965981 h 965981"/>
              <a:gd name="connsiteX0" fmla="*/ 3314128 w 3337574"/>
              <a:gd name="connsiteY0" fmla="*/ 23446 h 965981"/>
              <a:gd name="connsiteX1" fmla="*/ 2751421 w 3337574"/>
              <a:gd name="connsiteY1" fmla="*/ 18757 h 965981"/>
              <a:gd name="connsiteX2" fmla="*/ 2057414 w 3337574"/>
              <a:gd name="connsiteY2" fmla="*/ 9378 h 965981"/>
              <a:gd name="connsiteX3" fmla="*/ 1307138 w 3337574"/>
              <a:gd name="connsiteY3" fmla="*/ 4689 h 965981"/>
              <a:gd name="connsiteX4" fmla="*/ 871039 w 3337574"/>
              <a:gd name="connsiteY4" fmla="*/ 0 h 965981"/>
              <a:gd name="connsiteX5" fmla="*/ 358385 w 3337574"/>
              <a:gd name="connsiteY5" fmla="*/ 69387 h 965981"/>
              <a:gd name="connsiteX6" fmla="*/ 45734 w 3337574"/>
              <a:gd name="connsiteY6" fmla="*/ 220394 h 965981"/>
              <a:gd name="connsiteX7" fmla="*/ 12910 w 3337574"/>
              <a:gd name="connsiteY7" fmla="*/ 501748 h 965981"/>
              <a:gd name="connsiteX8" fmla="*/ 155115 w 3337574"/>
              <a:gd name="connsiteY8" fmla="*/ 836542 h 965981"/>
              <a:gd name="connsiteX9" fmla="*/ 955445 w 3337574"/>
              <a:gd name="connsiteY9" fmla="*/ 961292 h 965981"/>
              <a:gd name="connsiteX10" fmla="*/ 1597870 w 3337574"/>
              <a:gd name="connsiteY10" fmla="*/ 951914 h 965981"/>
              <a:gd name="connsiteX11" fmla="*/ 2404418 w 3337574"/>
              <a:gd name="connsiteY11" fmla="*/ 961292 h 965981"/>
              <a:gd name="connsiteX12" fmla="*/ 2962436 w 3337574"/>
              <a:gd name="connsiteY12" fmla="*/ 951914 h 965981"/>
              <a:gd name="connsiteX13" fmla="*/ 3337574 w 3337574"/>
              <a:gd name="connsiteY13" fmla="*/ 965981 h 965981"/>
              <a:gd name="connsiteX0" fmla="*/ 3314128 w 3337574"/>
              <a:gd name="connsiteY0" fmla="*/ 18757 h 961292"/>
              <a:gd name="connsiteX1" fmla="*/ 2751421 w 3337574"/>
              <a:gd name="connsiteY1" fmla="*/ 14068 h 961292"/>
              <a:gd name="connsiteX2" fmla="*/ 2057414 w 3337574"/>
              <a:gd name="connsiteY2" fmla="*/ 4689 h 961292"/>
              <a:gd name="connsiteX3" fmla="*/ 1307138 w 3337574"/>
              <a:gd name="connsiteY3" fmla="*/ 0 h 961292"/>
              <a:gd name="connsiteX4" fmla="*/ 358385 w 3337574"/>
              <a:gd name="connsiteY4" fmla="*/ 64698 h 961292"/>
              <a:gd name="connsiteX5" fmla="*/ 45734 w 3337574"/>
              <a:gd name="connsiteY5" fmla="*/ 215705 h 961292"/>
              <a:gd name="connsiteX6" fmla="*/ 12910 w 3337574"/>
              <a:gd name="connsiteY6" fmla="*/ 497059 h 961292"/>
              <a:gd name="connsiteX7" fmla="*/ 155115 w 3337574"/>
              <a:gd name="connsiteY7" fmla="*/ 831853 h 961292"/>
              <a:gd name="connsiteX8" fmla="*/ 955445 w 3337574"/>
              <a:gd name="connsiteY8" fmla="*/ 956603 h 961292"/>
              <a:gd name="connsiteX9" fmla="*/ 1597870 w 3337574"/>
              <a:gd name="connsiteY9" fmla="*/ 947225 h 961292"/>
              <a:gd name="connsiteX10" fmla="*/ 2404418 w 3337574"/>
              <a:gd name="connsiteY10" fmla="*/ 956603 h 961292"/>
              <a:gd name="connsiteX11" fmla="*/ 2962436 w 3337574"/>
              <a:gd name="connsiteY11" fmla="*/ 947225 h 961292"/>
              <a:gd name="connsiteX12" fmla="*/ 3337574 w 3337574"/>
              <a:gd name="connsiteY12" fmla="*/ 961292 h 96129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95544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04418 w 3337574"/>
              <a:gd name="connsiteY10" fmla="*/ 956603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337574"/>
              <a:gd name="connsiteY0" fmla="*/ 18757 h 976512"/>
              <a:gd name="connsiteX1" fmla="*/ 2751421 w 3337574"/>
              <a:gd name="connsiteY1" fmla="*/ 14068 h 976512"/>
              <a:gd name="connsiteX2" fmla="*/ 2057414 w 3337574"/>
              <a:gd name="connsiteY2" fmla="*/ 4689 h 976512"/>
              <a:gd name="connsiteX3" fmla="*/ 1307138 w 3337574"/>
              <a:gd name="connsiteY3" fmla="*/ 0 h 976512"/>
              <a:gd name="connsiteX4" fmla="*/ 358385 w 3337574"/>
              <a:gd name="connsiteY4" fmla="*/ 64698 h 976512"/>
              <a:gd name="connsiteX5" fmla="*/ 45734 w 3337574"/>
              <a:gd name="connsiteY5" fmla="*/ 215705 h 976512"/>
              <a:gd name="connsiteX6" fmla="*/ 12910 w 3337574"/>
              <a:gd name="connsiteY6" fmla="*/ 497059 h 976512"/>
              <a:gd name="connsiteX7" fmla="*/ 155115 w 3337574"/>
              <a:gd name="connsiteY7" fmla="*/ 831853 h 976512"/>
              <a:gd name="connsiteX8" fmla="*/ 792605 w 3337574"/>
              <a:gd name="connsiteY8" fmla="*/ 956603 h 976512"/>
              <a:gd name="connsiteX9" fmla="*/ 1685553 w 3337574"/>
              <a:gd name="connsiteY9" fmla="*/ 976512 h 976512"/>
              <a:gd name="connsiteX10" fmla="*/ 2441997 w 3337574"/>
              <a:gd name="connsiteY10" fmla="*/ 966365 h 976512"/>
              <a:gd name="connsiteX11" fmla="*/ 2962436 w 3337574"/>
              <a:gd name="connsiteY11" fmla="*/ 947225 h 976512"/>
              <a:gd name="connsiteX12" fmla="*/ 3337574 w 3337574"/>
              <a:gd name="connsiteY12" fmla="*/ 961292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2962436 w 3801045"/>
              <a:gd name="connsiteY11" fmla="*/ 947225 h 976512"/>
              <a:gd name="connsiteX12" fmla="*/ 3801045 w 3801045"/>
              <a:gd name="connsiteY12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8757 h 976512"/>
              <a:gd name="connsiteX1" fmla="*/ 2751421 w 3801045"/>
              <a:gd name="connsiteY1" fmla="*/ 14068 h 976512"/>
              <a:gd name="connsiteX2" fmla="*/ 2057414 w 3801045"/>
              <a:gd name="connsiteY2" fmla="*/ 4689 h 976512"/>
              <a:gd name="connsiteX3" fmla="*/ 1307138 w 3801045"/>
              <a:gd name="connsiteY3" fmla="*/ 0 h 976512"/>
              <a:gd name="connsiteX4" fmla="*/ 358385 w 3801045"/>
              <a:gd name="connsiteY4" fmla="*/ 64698 h 976512"/>
              <a:gd name="connsiteX5" fmla="*/ 45734 w 3801045"/>
              <a:gd name="connsiteY5" fmla="*/ 215705 h 976512"/>
              <a:gd name="connsiteX6" fmla="*/ 12910 w 3801045"/>
              <a:gd name="connsiteY6" fmla="*/ 497059 h 976512"/>
              <a:gd name="connsiteX7" fmla="*/ 155115 w 3801045"/>
              <a:gd name="connsiteY7" fmla="*/ 831853 h 976512"/>
              <a:gd name="connsiteX8" fmla="*/ 792605 w 3801045"/>
              <a:gd name="connsiteY8" fmla="*/ 956603 h 976512"/>
              <a:gd name="connsiteX9" fmla="*/ 1685553 w 3801045"/>
              <a:gd name="connsiteY9" fmla="*/ 976512 h 976512"/>
              <a:gd name="connsiteX10" fmla="*/ 2441997 w 3801045"/>
              <a:gd name="connsiteY10" fmla="*/ 966365 h 976512"/>
              <a:gd name="connsiteX11" fmla="*/ 3801045 w 3801045"/>
              <a:gd name="connsiteY11" fmla="*/ 948276 h 976512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751421 w 3801045"/>
              <a:gd name="connsiteY1" fmla="*/ 9379 h 971823"/>
              <a:gd name="connsiteX2" fmla="*/ 2057414 w 3801045"/>
              <a:gd name="connsiteY2" fmla="*/ 0 h 971823"/>
              <a:gd name="connsiteX3" fmla="*/ 1307139 w 3801045"/>
              <a:gd name="connsiteY3" fmla="*/ 5073 h 971823"/>
              <a:gd name="connsiteX4" fmla="*/ 358385 w 3801045"/>
              <a:gd name="connsiteY4" fmla="*/ 60009 h 971823"/>
              <a:gd name="connsiteX5" fmla="*/ 45734 w 3801045"/>
              <a:gd name="connsiteY5" fmla="*/ 211016 h 971823"/>
              <a:gd name="connsiteX6" fmla="*/ 12910 w 3801045"/>
              <a:gd name="connsiteY6" fmla="*/ 492370 h 971823"/>
              <a:gd name="connsiteX7" fmla="*/ 155115 w 3801045"/>
              <a:gd name="connsiteY7" fmla="*/ 827164 h 971823"/>
              <a:gd name="connsiteX8" fmla="*/ 792605 w 3801045"/>
              <a:gd name="connsiteY8" fmla="*/ 951914 h 971823"/>
              <a:gd name="connsiteX9" fmla="*/ 1685553 w 3801045"/>
              <a:gd name="connsiteY9" fmla="*/ 971823 h 971823"/>
              <a:gd name="connsiteX10" fmla="*/ 2441997 w 3801045"/>
              <a:gd name="connsiteY10" fmla="*/ 961676 h 971823"/>
              <a:gd name="connsiteX11" fmla="*/ 3801045 w 3801045"/>
              <a:gd name="connsiteY11" fmla="*/ 943587 h 971823"/>
              <a:gd name="connsiteX0" fmla="*/ 3314128 w 3801045"/>
              <a:gd name="connsiteY0" fmla="*/ 14068 h 971823"/>
              <a:gd name="connsiteX1" fmla="*/ 2057414 w 3801045"/>
              <a:gd name="connsiteY1" fmla="*/ 0 h 971823"/>
              <a:gd name="connsiteX2" fmla="*/ 1307139 w 3801045"/>
              <a:gd name="connsiteY2" fmla="*/ 5073 h 971823"/>
              <a:gd name="connsiteX3" fmla="*/ 358385 w 3801045"/>
              <a:gd name="connsiteY3" fmla="*/ 60009 h 971823"/>
              <a:gd name="connsiteX4" fmla="*/ 45734 w 3801045"/>
              <a:gd name="connsiteY4" fmla="*/ 211016 h 971823"/>
              <a:gd name="connsiteX5" fmla="*/ 12910 w 3801045"/>
              <a:gd name="connsiteY5" fmla="*/ 492370 h 971823"/>
              <a:gd name="connsiteX6" fmla="*/ 155115 w 3801045"/>
              <a:gd name="connsiteY6" fmla="*/ 827164 h 971823"/>
              <a:gd name="connsiteX7" fmla="*/ 792605 w 3801045"/>
              <a:gd name="connsiteY7" fmla="*/ 951914 h 971823"/>
              <a:gd name="connsiteX8" fmla="*/ 1685553 w 3801045"/>
              <a:gd name="connsiteY8" fmla="*/ 971823 h 971823"/>
              <a:gd name="connsiteX9" fmla="*/ 2441997 w 3801045"/>
              <a:gd name="connsiteY9" fmla="*/ 961676 h 971823"/>
              <a:gd name="connsiteX10" fmla="*/ 3801045 w 3801045"/>
              <a:gd name="connsiteY10" fmla="*/ 943587 h 971823"/>
              <a:gd name="connsiteX0" fmla="*/ 3314128 w 3801045"/>
              <a:gd name="connsiteY0" fmla="*/ 10814 h 968569"/>
              <a:gd name="connsiteX1" fmla="*/ 2270361 w 3801045"/>
              <a:gd name="connsiteY1" fmla="*/ 0 h 968569"/>
              <a:gd name="connsiteX2" fmla="*/ 1307139 w 3801045"/>
              <a:gd name="connsiteY2" fmla="*/ 1819 h 968569"/>
              <a:gd name="connsiteX3" fmla="*/ 358385 w 3801045"/>
              <a:gd name="connsiteY3" fmla="*/ 56755 h 968569"/>
              <a:gd name="connsiteX4" fmla="*/ 45734 w 3801045"/>
              <a:gd name="connsiteY4" fmla="*/ 207762 h 968569"/>
              <a:gd name="connsiteX5" fmla="*/ 12910 w 3801045"/>
              <a:gd name="connsiteY5" fmla="*/ 489116 h 968569"/>
              <a:gd name="connsiteX6" fmla="*/ 155115 w 3801045"/>
              <a:gd name="connsiteY6" fmla="*/ 823910 h 968569"/>
              <a:gd name="connsiteX7" fmla="*/ 792605 w 3801045"/>
              <a:gd name="connsiteY7" fmla="*/ 948660 h 968569"/>
              <a:gd name="connsiteX8" fmla="*/ 1685553 w 3801045"/>
              <a:gd name="connsiteY8" fmla="*/ 968569 h 968569"/>
              <a:gd name="connsiteX9" fmla="*/ 2441997 w 3801045"/>
              <a:gd name="connsiteY9" fmla="*/ 958422 h 968569"/>
              <a:gd name="connsiteX10" fmla="*/ 3801045 w 3801045"/>
              <a:gd name="connsiteY10" fmla="*/ 940333 h 968569"/>
              <a:gd name="connsiteX0" fmla="*/ 3314128 w 3801045"/>
              <a:gd name="connsiteY0" fmla="*/ 18757 h 976512"/>
              <a:gd name="connsiteX1" fmla="*/ 2270361 w 3801045"/>
              <a:gd name="connsiteY1" fmla="*/ 7943 h 976512"/>
              <a:gd name="connsiteX2" fmla="*/ 1269557 w 3801045"/>
              <a:gd name="connsiteY2" fmla="*/ 0 h 976512"/>
              <a:gd name="connsiteX3" fmla="*/ 358385 w 3801045"/>
              <a:gd name="connsiteY3" fmla="*/ 64698 h 976512"/>
              <a:gd name="connsiteX4" fmla="*/ 45734 w 3801045"/>
              <a:gd name="connsiteY4" fmla="*/ 215705 h 976512"/>
              <a:gd name="connsiteX5" fmla="*/ 12910 w 3801045"/>
              <a:gd name="connsiteY5" fmla="*/ 497059 h 976512"/>
              <a:gd name="connsiteX6" fmla="*/ 155115 w 3801045"/>
              <a:gd name="connsiteY6" fmla="*/ 831853 h 976512"/>
              <a:gd name="connsiteX7" fmla="*/ 792605 w 3801045"/>
              <a:gd name="connsiteY7" fmla="*/ 956603 h 976512"/>
              <a:gd name="connsiteX8" fmla="*/ 1685553 w 3801045"/>
              <a:gd name="connsiteY8" fmla="*/ 976512 h 976512"/>
              <a:gd name="connsiteX9" fmla="*/ 2441997 w 3801045"/>
              <a:gd name="connsiteY9" fmla="*/ 966365 h 976512"/>
              <a:gd name="connsiteX10" fmla="*/ 3801045 w 3801045"/>
              <a:gd name="connsiteY10" fmla="*/ 948276 h 976512"/>
              <a:gd name="connsiteX0" fmla="*/ 3314128 w 3801045"/>
              <a:gd name="connsiteY0" fmla="*/ 20929 h 978684"/>
              <a:gd name="connsiteX1" fmla="*/ 2270361 w 3801045"/>
              <a:gd name="connsiteY1" fmla="*/ 10115 h 978684"/>
              <a:gd name="connsiteX2" fmla="*/ 1269557 w 3801045"/>
              <a:gd name="connsiteY2" fmla="*/ 2172 h 978684"/>
              <a:gd name="connsiteX3" fmla="*/ 358385 w 3801045"/>
              <a:gd name="connsiteY3" fmla="*/ 66870 h 978684"/>
              <a:gd name="connsiteX4" fmla="*/ 45734 w 3801045"/>
              <a:gd name="connsiteY4" fmla="*/ 217877 h 978684"/>
              <a:gd name="connsiteX5" fmla="*/ 12910 w 3801045"/>
              <a:gd name="connsiteY5" fmla="*/ 499231 h 978684"/>
              <a:gd name="connsiteX6" fmla="*/ 155115 w 3801045"/>
              <a:gd name="connsiteY6" fmla="*/ 834025 h 978684"/>
              <a:gd name="connsiteX7" fmla="*/ 792605 w 3801045"/>
              <a:gd name="connsiteY7" fmla="*/ 958775 h 978684"/>
              <a:gd name="connsiteX8" fmla="*/ 1685553 w 3801045"/>
              <a:gd name="connsiteY8" fmla="*/ 978684 h 978684"/>
              <a:gd name="connsiteX9" fmla="*/ 2441997 w 3801045"/>
              <a:gd name="connsiteY9" fmla="*/ 968537 h 978684"/>
              <a:gd name="connsiteX10" fmla="*/ 3801045 w 3801045"/>
              <a:gd name="connsiteY10" fmla="*/ 950448 h 978684"/>
              <a:gd name="connsiteX0" fmla="*/ 3314128 w 3801045"/>
              <a:gd name="connsiteY0" fmla="*/ 21409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339179 w 3801045"/>
              <a:gd name="connsiteY0" fmla="*/ 14901 h 979164"/>
              <a:gd name="connsiteX1" fmla="*/ 2395620 w 3801045"/>
              <a:gd name="connsiteY1" fmla="*/ 7341 h 979164"/>
              <a:gd name="connsiteX2" fmla="*/ 1269557 w 3801045"/>
              <a:gd name="connsiteY2" fmla="*/ 2652 h 979164"/>
              <a:gd name="connsiteX3" fmla="*/ 358385 w 3801045"/>
              <a:gd name="connsiteY3" fmla="*/ 67350 h 979164"/>
              <a:gd name="connsiteX4" fmla="*/ 45734 w 3801045"/>
              <a:gd name="connsiteY4" fmla="*/ 218357 h 979164"/>
              <a:gd name="connsiteX5" fmla="*/ 12910 w 3801045"/>
              <a:gd name="connsiteY5" fmla="*/ 499711 h 979164"/>
              <a:gd name="connsiteX6" fmla="*/ 155115 w 3801045"/>
              <a:gd name="connsiteY6" fmla="*/ 834505 h 979164"/>
              <a:gd name="connsiteX7" fmla="*/ 792605 w 3801045"/>
              <a:gd name="connsiteY7" fmla="*/ 959255 h 979164"/>
              <a:gd name="connsiteX8" fmla="*/ 1685553 w 3801045"/>
              <a:gd name="connsiteY8" fmla="*/ 979164 h 979164"/>
              <a:gd name="connsiteX9" fmla="*/ 2441997 w 3801045"/>
              <a:gd name="connsiteY9" fmla="*/ 969017 h 979164"/>
              <a:gd name="connsiteX10" fmla="*/ 3801045 w 3801045"/>
              <a:gd name="connsiteY10" fmla="*/ 950928 h 979164"/>
              <a:gd name="connsiteX0" fmla="*/ 3940439 w 3940439"/>
              <a:gd name="connsiteY0" fmla="*/ 21409 h 979164"/>
              <a:gd name="connsiteX1" fmla="*/ 2395620 w 3940439"/>
              <a:gd name="connsiteY1" fmla="*/ 7341 h 979164"/>
              <a:gd name="connsiteX2" fmla="*/ 1269557 w 3940439"/>
              <a:gd name="connsiteY2" fmla="*/ 2652 h 979164"/>
              <a:gd name="connsiteX3" fmla="*/ 358385 w 3940439"/>
              <a:gd name="connsiteY3" fmla="*/ 67350 h 979164"/>
              <a:gd name="connsiteX4" fmla="*/ 45734 w 3940439"/>
              <a:gd name="connsiteY4" fmla="*/ 218357 h 979164"/>
              <a:gd name="connsiteX5" fmla="*/ 12910 w 3940439"/>
              <a:gd name="connsiteY5" fmla="*/ 499711 h 979164"/>
              <a:gd name="connsiteX6" fmla="*/ 155115 w 3940439"/>
              <a:gd name="connsiteY6" fmla="*/ 834505 h 979164"/>
              <a:gd name="connsiteX7" fmla="*/ 792605 w 3940439"/>
              <a:gd name="connsiteY7" fmla="*/ 959255 h 979164"/>
              <a:gd name="connsiteX8" fmla="*/ 1685553 w 3940439"/>
              <a:gd name="connsiteY8" fmla="*/ 979164 h 979164"/>
              <a:gd name="connsiteX9" fmla="*/ 2441997 w 3940439"/>
              <a:gd name="connsiteY9" fmla="*/ 969017 h 979164"/>
              <a:gd name="connsiteX10" fmla="*/ 3801045 w 3940439"/>
              <a:gd name="connsiteY10" fmla="*/ 950928 h 979164"/>
              <a:gd name="connsiteX0" fmla="*/ 3940439 w 4126727"/>
              <a:gd name="connsiteY0" fmla="*/ 21409 h 979164"/>
              <a:gd name="connsiteX1" fmla="*/ 2395620 w 4126727"/>
              <a:gd name="connsiteY1" fmla="*/ 7341 h 979164"/>
              <a:gd name="connsiteX2" fmla="*/ 1269557 w 4126727"/>
              <a:gd name="connsiteY2" fmla="*/ 2652 h 979164"/>
              <a:gd name="connsiteX3" fmla="*/ 358385 w 4126727"/>
              <a:gd name="connsiteY3" fmla="*/ 67350 h 979164"/>
              <a:gd name="connsiteX4" fmla="*/ 45734 w 4126727"/>
              <a:gd name="connsiteY4" fmla="*/ 218357 h 979164"/>
              <a:gd name="connsiteX5" fmla="*/ 12910 w 4126727"/>
              <a:gd name="connsiteY5" fmla="*/ 499711 h 979164"/>
              <a:gd name="connsiteX6" fmla="*/ 155115 w 4126727"/>
              <a:gd name="connsiteY6" fmla="*/ 834505 h 979164"/>
              <a:gd name="connsiteX7" fmla="*/ 792605 w 4126727"/>
              <a:gd name="connsiteY7" fmla="*/ 959255 h 979164"/>
              <a:gd name="connsiteX8" fmla="*/ 1685553 w 4126727"/>
              <a:gd name="connsiteY8" fmla="*/ 979164 h 979164"/>
              <a:gd name="connsiteX9" fmla="*/ 2441997 w 4126727"/>
              <a:gd name="connsiteY9" fmla="*/ 969017 h 979164"/>
              <a:gd name="connsiteX10" fmla="*/ 4126727 w 4126727"/>
              <a:gd name="connsiteY10" fmla="*/ 947674 h 9791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126727" h="979164">
                <a:moveTo>
                  <a:pt x="3940439" y="21409"/>
                </a:moveTo>
                <a:lnTo>
                  <a:pt x="2395620" y="7341"/>
                </a:lnTo>
                <a:cubicBezTo>
                  <a:pt x="2062019" y="4693"/>
                  <a:pt x="1703364" y="-4462"/>
                  <a:pt x="1269557" y="2652"/>
                </a:cubicBezTo>
                <a:cubicBezTo>
                  <a:pt x="965832" y="7947"/>
                  <a:pt x="562356" y="31399"/>
                  <a:pt x="358385" y="67350"/>
                </a:cubicBezTo>
                <a:cubicBezTo>
                  <a:pt x="154414" y="103301"/>
                  <a:pt x="103313" y="146297"/>
                  <a:pt x="45734" y="218357"/>
                </a:cubicBezTo>
                <a:cubicBezTo>
                  <a:pt x="-11845" y="290417"/>
                  <a:pt x="-5320" y="397020"/>
                  <a:pt x="12910" y="499711"/>
                </a:cubicBezTo>
                <a:cubicBezTo>
                  <a:pt x="31140" y="602402"/>
                  <a:pt x="25166" y="757914"/>
                  <a:pt x="155115" y="834505"/>
                </a:cubicBezTo>
                <a:cubicBezTo>
                  <a:pt x="285064" y="911096"/>
                  <a:pt x="530008" y="925649"/>
                  <a:pt x="792605" y="959255"/>
                </a:cubicBezTo>
                <a:lnTo>
                  <a:pt x="1685553" y="979164"/>
                </a:lnTo>
                <a:cubicBezTo>
                  <a:pt x="1927048" y="979164"/>
                  <a:pt x="2035135" y="974265"/>
                  <a:pt x="2441997" y="969017"/>
                </a:cubicBezTo>
                <a:lnTo>
                  <a:pt x="4126727" y="947674"/>
                </a:lnTo>
              </a:path>
            </a:pathLst>
          </a:cu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450" name="Straight Connector 449">
            <a:extLst>
              <a:ext uri="{FF2B5EF4-FFF2-40B4-BE49-F238E27FC236}">
                <a16:creationId xmlns:a16="http://schemas.microsoft.com/office/drawing/2014/main" id="{B656BD4B-6A5A-1052-8093-FA78819C9E59}"/>
              </a:ext>
            </a:extLst>
          </p:cNvPr>
          <p:cNvCxnSpPr>
            <a:cxnSpLocks noChangeAspect="1"/>
          </p:cNvCxnSpPr>
          <p:nvPr/>
        </p:nvCxnSpPr>
        <p:spPr>
          <a:xfrm>
            <a:off x="4409295" y="6444684"/>
            <a:ext cx="199652" cy="1998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1" name="Straight Connector 450">
            <a:extLst>
              <a:ext uri="{FF2B5EF4-FFF2-40B4-BE49-F238E27FC236}">
                <a16:creationId xmlns:a16="http://schemas.microsoft.com/office/drawing/2014/main" id="{4BCB94A6-3AF7-A063-F7B1-ACC6DC580E4E}"/>
              </a:ext>
            </a:extLst>
          </p:cNvPr>
          <p:cNvCxnSpPr>
            <a:cxnSpLocks noChangeAspect="1"/>
          </p:cNvCxnSpPr>
          <p:nvPr/>
        </p:nvCxnSpPr>
        <p:spPr>
          <a:xfrm>
            <a:off x="4389491" y="6270132"/>
            <a:ext cx="387706" cy="38799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B57FAB8-E6BA-65C0-831F-6B62BD49CBC8}"/>
              </a:ext>
            </a:extLst>
          </p:cNvPr>
          <p:cNvCxnSpPr>
            <a:cxnSpLocks noChangeAspect="1"/>
          </p:cNvCxnSpPr>
          <p:nvPr/>
        </p:nvCxnSpPr>
        <p:spPr>
          <a:xfrm>
            <a:off x="4396890" y="6115919"/>
            <a:ext cx="544899" cy="54530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3" name="Straight Connector 452">
            <a:extLst>
              <a:ext uri="{FF2B5EF4-FFF2-40B4-BE49-F238E27FC236}">
                <a16:creationId xmlns:a16="http://schemas.microsoft.com/office/drawing/2014/main" id="{0844F807-D397-324E-C5F0-D0F64AEBB61A}"/>
              </a:ext>
            </a:extLst>
          </p:cNvPr>
          <p:cNvCxnSpPr>
            <a:cxnSpLocks noChangeAspect="1"/>
          </p:cNvCxnSpPr>
          <p:nvPr/>
        </p:nvCxnSpPr>
        <p:spPr>
          <a:xfrm>
            <a:off x="4399533" y="5970704"/>
            <a:ext cx="689088" cy="689600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4" name="Straight Connector 453">
            <a:extLst>
              <a:ext uri="{FF2B5EF4-FFF2-40B4-BE49-F238E27FC236}">
                <a16:creationId xmlns:a16="http://schemas.microsoft.com/office/drawing/2014/main" id="{9A8BD752-AA85-5521-60B5-662D6565BBF1}"/>
              </a:ext>
            </a:extLst>
          </p:cNvPr>
          <p:cNvCxnSpPr>
            <a:cxnSpLocks noChangeAspect="1"/>
          </p:cNvCxnSpPr>
          <p:nvPr/>
        </p:nvCxnSpPr>
        <p:spPr>
          <a:xfrm>
            <a:off x="4425566" y="5838029"/>
            <a:ext cx="810042" cy="81064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Straight Connector 454">
            <a:extLst>
              <a:ext uri="{FF2B5EF4-FFF2-40B4-BE49-F238E27FC236}">
                <a16:creationId xmlns:a16="http://schemas.microsoft.com/office/drawing/2014/main" id="{3EBD133C-E37A-D97E-53BD-EA28F1D83BCC}"/>
              </a:ext>
            </a:extLst>
          </p:cNvPr>
          <p:cNvCxnSpPr>
            <a:cxnSpLocks noChangeAspect="1"/>
          </p:cNvCxnSpPr>
          <p:nvPr/>
        </p:nvCxnSpPr>
        <p:spPr>
          <a:xfrm>
            <a:off x="4494372" y="5762998"/>
            <a:ext cx="886329" cy="886986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6" name="Straight Connector 455">
            <a:extLst>
              <a:ext uri="{FF2B5EF4-FFF2-40B4-BE49-F238E27FC236}">
                <a16:creationId xmlns:a16="http://schemas.microsoft.com/office/drawing/2014/main" id="{EBEF6192-8373-BBD6-5356-C19F48208ABF}"/>
              </a:ext>
            </a:extLst>
          </p:cNvPr>
          <p:cNvCxnSpPr>
            <a:cxnSpLocks noChangeAspect="1"/>
          </p:cNvCxnSpPr>
          <p:nvPr/>
        </p:nvCxnSpPr>
        <p:spPr>
          <a:xfrm>
            <a:off x="4593639" y="5728213"/>
            <a:ext cx="860220" cy="86086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7" name="Straight Connector 456">
            <a:extLst>
              <a:ext uri="{FF2B5EF4-FFF2-40B4-BE49-F238E27FC236}">
                <a16:creationId xmlns:a16="http://schemas.microsoft.com/office/drawing/2014/main" id="{538D50E9-EBF6-FF04-2CBD-877878B5B5DD}"/>
              </a:ext>
            </a:extLst>
          </p:cNvPr>
          <p:cNvCxnSpPr>
            <a:cxnSpLocks noChangeAspect="1"/>
          </p:cNvCxnSpPr>
          <p:nvPr/>
        </p:nvCxnSpPr>
        <p:spPr>
          <a:xfrm>
            <a:off x="4733228" y="5706268"/>
            <a:ext cx="717377" cy="7179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Straight Connector 457">
            <a:extLst>
              <a:ext uri="{FF2B5EF4-FFF2-40B4-BE49-F238E27FC236}">
                <a16:creationId xmlns:a16="http://schemas.microsoft.com/office/drawing/2014/main" id="{BDD2A78B-4093-173E-A4E7-3F7106C0B797}"/>
              </a:ext>
            </a:extLst>
          </p:cNvPr>
          <p:cNvCxnSpPr>
            <a:cxnSpLocks noChangeAspect="1"/>
          </p:cNvCxnSpPr>
          <p:nvPr/>
        </p:nvCxnSpPr>
        <p:spPr>
          <a:xfrm>
            <a:off x="4881240" y="5709925"/>
            <a:ext cx="557043" cy="557457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9" name="Straight Connector 458">
            <a:extLst>
              <a:ext uri="{FF2B5EF4-FFF2-40B4-BE49-F238E27FC236}">
                <a16:creationId xmlns:a16="http://schemas.microsoft.com/office/drawing/2014/main" id="{C0D3CE12-F8CC-2D77-BB43-BE2AAD689AD8}"/>
              </a:ext>
            </a:extLst>
          </p:cNvPr>
          <p:cNvCxnSpPr>
            <a:cxnSpLocks noChangeAspect="1"/>
          </p:cNvCxnSpPr>
          <p:nvPr/>
        </p:nvCxnSpPr>
        <p:spPr>
          <a:xfrm>
            <a:off x="5016657" y="5693619"/>
            <a:ext cx="440456" cy="440784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0" name="Straight Connector 459">
            <a:extLst>
              <a:ext uri="{FF2B5EF4-FFF2-40B4-BE49-F238E27FC236}">
                <a16:creationId xmlns:a16="http://schemas.microsoft.com/office/drawing/2014/main" id="{8DF1CB98-8AFE-D1F8-3DC3-B2627A716AB7}"/>
              </a:ext>
            </a:extLst>
          </p:cNvPr>
          <p:cNvCxnSpPr>
            <a:cxnSpLocks noChangeAspect="1"/>
          </p:cNvCxnSpPr>
          <p:nvPr/>
        </p:nvCxnSpPr>
        <p:spPr>
          <a:xfrm>
            <a:off x="5183504" y="5698952"/>
            <a:ext cx="250831" cy="251018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Straight Connector 496">
            <a:extLst>
              <a:ext uri="{FF2B5EF4-FFF2-40B4-BE49-F238E27FC236}">
                <a16:creationId xmlns:a16="http://schemas.microsoft.com/office/drawing/2014/main" id="{119B4B62-36B2-08C9-3BDE-9B2415928CF7}"/>
              </a:ext>
            </a:extLst>
          </p:cNvPr>
          <p:cNvCxnSpPr>
            <a:cxnSpLocks noChangeAspect="1"/>
          </p:cNvCxnSpPr>
          <p:nvPr/>
        </p:nvCxnSpPr>
        <p:spPr>
          <a:xfrm>
            <a:off x="5320879" y="5717698"/>
            <a:ext cx="94041" cy="94111"/>
          </a:xfrm>
          <a:prstGeom prst="line">
            <a:avLst/>
          </a:prstGeom>
          <a:ln w="63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61237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696F58-A926-67A9-CA13-0A771CB40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11473178" y="3412800"/>
            <a:ext cx="510901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12A3ED9D-F66C-A242-CABD-C887D7BB1479}"/>
              </a:ext>
            </a:extLst>
          </p:cNvPr>
          <p:cNvCxnSpPr>
            <a:cxnSpLocks/>
          </p:cNvCxnSpPr>
          <p:nvPr/>
        </p:nvCxnSpPr>
        <p:spPr>
          <a:xfrm>
            <a:off x="193964" y="1637823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37DC3C49-CE96-4A0E-D539-D1DF535193D1}"/>
              </a:ext>
            </a:extLst>
          </p:cNvPr>
          <p:cNvCxnSpPr>
            <a:cxnSpLocks/>
          </p:cNvCxnSpPr>
          <p:nvPr/>
        </p:nvCxnSpPr>
        <p:spPr>
          <a:xfrm>
            <a:off x="3020580" y="1604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771A61B-F652-721C-FE0A-E35CC4B5A9A5}"/>
              </a:ext>
            </a:extLst>
          </p:cNvPr>
          <p:cNvCxnSpPr>
            <a:cxnSpLocks/>
          </p:cNvCxnSpPr>
          <p:nvPr/>
        </p:nvCxnSpPr>
        <p:spPr>
          <a:xfrm>
            <a:off x="2019965" y="194373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77D6B795-B4C0-F846-8658-FEAAF9CA8709}"/>
              </a:ext>
            </a:extLst>
          </p:cNvPr>
          <p:cNvCxnSpPr>
            <a:cxnSpLocks/>
          </p:cNvCxnSpPr>
          <p:nvPr/>
        </p:nvCxnSpPr>
        <p:spPr>
          <a:xfrm>
            <a:off x="2040619" y="457059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A8E139DE-1BBD-2BD7-D872-663D712616DD}"/>
              </a:ext>
            </a:extLst>
          </p:cNvPr>
          <p:cNvCxnSpPr>
            <a:cxnSpLocks/>
          </p:cNvCxnSpPr>
          <p:nvPr/>
        </p:nvCxnSpPr>
        <p:spPr>
          <a:xfrm>
            <a:off x="205264" y="752232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9DF1C3B1-97DD-A364-5709-6743152F854B}"/>
              </a:ext>
            </a:extLst>
          </p:cNvPr>
          <p:cNvCxnSpPr>
            <a:cxnSpLocks/>
          </p:cNvCxnSpPr>
          <p:nvPr/>
        </p:nvCxnSpPr>
        <p:spPr>
          <a:xfrm>
            <a:off x="166255" y="1045627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5DF87532-B723-96D8-737A-721820918702}"/>
              </a:ext>
            </a:extLst>
          </p:cNvPr>
          <p:cNvCxnSpPr>
            <a:cxnSpLocks/>
          </p:cNvCxnSpPr>
          <p:nvPr/>
        </p:nvCxnSpPr>
        <p:spPr>
          <a:xfrm>
            <a:off x="207818" y="1348751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EDD1B5A-B0FA-7A8F-BD7E-A39D03665270}"/>
              </a:ext>
            </a:extLst>
          </p:cNvPr>
          <p:cNvCxnSpPr>
            <a:cxnSpLocks/>
          </p:cNvCxnSpPr>
          <p:nvPr/>
        </p:nvCxnSpPr>
        <p:spPr>
          <a:xfrm>
            <a:off x="2378482" y="166578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92D14223-C770-7E9F-8180-628BA05B557D}"/>
              </a:ext>
            </a:extLst>
          </p:cNvPr>
          <p:cNvCxnSpPr>
            <a:cxnSpLocks/>
          </p:cNvCxnSpPr>
          <p:nvPr/>
        </p:nvCxnSpPr>
        <p:spPr>
          <a:xfrm>
            <a:off x="3800863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17CE4C1-8F3B-E139-BBDA-F559D5554A6F}"/>
              </a:ext>
            </a:extLst>
          </p:cNvPr>
          <p:cNvCxnSpPr>
            <a:cxnSpLocks/>
          </p:cNvCxnSpPr>
          <p:nvPr/>
        </p:nvCxnSpPr>
        <p:spPr>
          <a:xfrm flipH="1">
            <a:off x="4569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494A6C9F-F71B-9964-6B44-7DAE6C2B9021}"/>
              </a:ext>
            </a:extLst>
          </p:cNvPr>
          <p:cNvCxnSpPr>
            <a:cxnSpLocks/>
          </p:cNvCxnSpPr>
          <p:nvPr/>
        </p:nvCxnSpPr>
        <p:spPr>
          <a:xfrm>
            <a:off x="5354840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DF1517E-2C4E-DE61-B1C4-D112142F0DAA}"/>
              </a:ext>
            </a:extLst>
          </p:cNvPr>
          <p:cNvCxnSpPr>
            <a:cxnSpLocks/>
          </p:cNvCxnSpPr>
          <p:nvPr/>
        </p:nvCxnSpPr>
        <p:spPr>
          <a:xfrm flipH="1">
            <a:off x="6107604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238DA259-20D7-6C64-9749-209C41020E39}"/>
              </a:ext>
            </a:extLst>
          </p:cNvPr>
          <p:cNvCxnSpPr>
            <a:cxnSpLocks/>
          </p:cNvCxnSpPr>
          <p:nvPr/>
        </p:nvCxnSpPr>
        <p:spPr>
          <a:xfrm>
            <a:off x="6888266" y="16657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7EC50D9-598D-3BC4-E0CB-EC4E06D6EB16}"/>
              </a:ext>
            </a:extLst>
          </p:cNvPr>
          <p:cNvCxnSpPr/>
          <p:nvPr/>
        </p:nvCxnSpPr>
        <p:spPr>
          <a:xfrm>
            <a:off x="7660116" y="16657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3DC55248-0F80-75FE-F12C-022EB4EE1244}"/>
              </a:ext>
            </a:extLst>
          </p:cNvPr>
          <p:cNvCxnSpPr/>
          <p:nvPr/>
        </p:nvCxnSpPr>
        <p:spPr>
          <a:xfrm flipV="1">
            <a:off x="380231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5630379C-B644-DC7E-CA82-4425713769E1}"/>
              </a:ext>
            </a:extLst>
          </p:cNvPr>
          <p:cNvCxnSpPr>
            <a:cxnSpLocks/>
          </p:cNvCxnSpPr>
          <p:nvPr/>
        </p:nvCxnSpPr>
        <p:spPr>
          <a:xfrm flipV="1">
            <a:off x="5350381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E1B1F9DF-709F-9EE8-9C92-79455CE441CD}"/>
              </a:ext>
            </a:extLst>
          </p:cNvPr>
          <p:cNvCxnSpPr>
            <a:cxnSpLocks/>
          </p:cNvCxnSpPr>
          <p:nvPr/>
        </p:nvCxnSpPr>
        <p:spPr>
          <a:xfrm flipV="1">
            <a:off x="4575850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77CDDD5F-7C50-933A-4E66-A720C92B25A1}"/>
              </a:ext>
            </a:extLst>
          </p:cNvPr>
          <p:cNvCxnSpPr>
            <a:cxnSpLocks/>
          </p:cNvCxnSpPr>
          <p:nvPr/>
        </p:nvCxnSpPr>
        <p:spPr>
          <a:xfrm flipV="1">
            <a:off x="6121769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71641A6-6E96-935E-F4BC-0DB246F6F7D6}"/>
              </a:ext>
            </a:extLst>
          </p:cNvPr>
          <p:cNvCxnSpPr>
            <a:cxnSpLocks/>
          </p:cNvCxnSpPr>
          <p:nvPr/>
        </p:nvCxnSpPr>
        <p:spPr>
          <a:xfrm flipV="1">
            <a:off x="689127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B002A578-FA00-502E-186D-2FAE32C368DB}"/>
              </a:ext>
            </a:extLst>
          </p:cNvPr>
          <p:cNvCxnSpPr>
            <a:cxnSpLocks/>
          </p:cNvCxnSpPr>
          <p:nvPr/>
        </p:nvCxnSpPr>
        <p:spPr>
          <a:xfrm flipV="1">
            <a:off x="7662386" y="1642579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/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F300A86-C87D-89D3-1B72-E8BE4D3E5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713" y="759846"/>
                <a:ext cx="1655390" cy="257186"/>
              </a:xfrm>
              <a:prstGeom prst="rect">
                <a:avLst/>
              </a:prstGeom>
              <a:blipFill>
                <a:blip r:embed="rId2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/>
              <p:nvPr/>
            </p:nvSpPr>
            <p:spPr>
              <a:xfrm>
                <a:off x="684422" y="1055739"/>
                <a:ext cx="1607299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2.22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4BFC4B1-11D5-1726-F1DF-5DFD49BCAC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422" y="1055739"/>
                <a:ext cx="1607299" cy="257186"/>
              </a:xfrm>
              <a:prstGeom prst="rect">
                <a:avLst/>
              </a:prstGeom>
              <a:blipFill>
                <a:blip r:embed="rId3"/>
                <a:stretch>
                  <a:fillRect l="-1136" b="-2857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/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9D5E1F4-6BD1-3A83-555C-C9E06D958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1361276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127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/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2542B38-697F-4A86-9AA9-500D6F47F2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1730609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/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9CA1E38-1D8D-68C9-B44B-88E517A4B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1730609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/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1D94A32-5A60-E60F-B3CF-2C20E6FD48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1730609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3793" r="-13793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/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5DE4AC5-C56F-7987-CDD7-EEC8B402E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1730609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4286" r="-1428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/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774F1392-B21B-281E-35FB-91FF3583E7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1730609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/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E06274C-73FC-FF29-4CD2-A2E623CAB2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1730609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928F8CA6-75B2-05A0-1EA3-DCCC0632BF41}"/>
              </a:ext>
            </a:extLst>
          </p:cNvPr>
          <p:cNvCxnSpPr>
            <a:cxnSpLocks/>
          </p:cNvCxnSpPr>
          <p:nvPr/>
        </p:nvCxnSpPr>
        <p:spPr>
          <a:xfrm>
            <a:off x="2018290" y="1572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/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1BBF5B99-57BB-423C-07A6-81BA6517BF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1730609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3529" r="-29412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3019187" y="761807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3019371" y="1334084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49D98D8D-4459-5C8C-165F-26A6EC38C04C}"/>
              </a:ext>
            </a:extLst>
          </p:cNvPr>
          <p:cNvGrpSpPr/>
          <p:nvPr/>
        </p:nvGrpSpPr>
        <p:grpSpPr>
          <a:xfrm>
            <a:off x="4540137" y="747527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EB98AC11-5086-3453-1905-07328B0EB77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E03E502C-9161-C6F5-F1B7-26FA2B73D9BE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D2CDD5C-482F-BEB5-6942-3330D205E685}"/>
              </a:ext>
            </a:extLst>
          </p:cNvPr>
          <p:cNvCxnSpPr>
            <a:cxnSpLocks/>
          </p:cNvCxnSpPr>
          <p:nvPr/>
        </p:nvCxnSpPr>
        <p:spPr>
          <a:xfrm>
            <a:off x="8431968" y="15724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03BACD4-4885-9F91-1EA9-A5D51ED1C18F}"/>
              </a:ext>
            </a:extLst>
          </p:cNvPr>
          <p:cNvCxnSpPr/>
          <p:nvPr/>
        </p:nvCxnSpPr>
        <p:spPr>
          <a:xfrm>
            <a:off x="9203818" y="15724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1995CD84-A00C-C150-993D-48A196CA4D0E}"/>
              </a:ext>
            </a:extLst>
          </p:cNvPr>
          <p:cNvCxnSpPr>
            <a:cxnSpLocks/>
          </p:cNvCxnSpPr>
          <p:nvPr/>
        </p:nvCxnSpPr>
        <p:spPr>
          <a:xfrm flipV="1">
            <a:off x="843484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A7A7A1F3-247B-9044-7D71-A59DAFC77948}"/>
              </a:ext>
            </a:extLst>
          </p:cNvPr>
          <p:cNvCxnSpPr>
            <a:cxnSpLocks/>
          </p:cNvCxnSpPr>
          <p:nvPr/>
        </p:nvCxnSpPr>
        <p:spPr>
          <a:xfrm flipV="1">
            <a:off x="9205958" y="164392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/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EDD97FA8-CF6A-838F-6268-493C9D0E40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1731955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/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5C3D2C75-60DF-007B-CE3D-4E5CC2B8F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1731955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B5D9B9AA-53C7-41A2-F80B-37CA4D79ACE3}"/>
              </a:ext>
            </a:extLst>
          </p:cNvPr>
          <p:cNvCxnSpPr>
            <a:cxnSpLocks/>
          </p:cNvCxnSpPr>
          <p:nvPr/>
        </p:nvCxnSpPr>
        <p:spPr>
          <a:xfrm flipV="1">
            <a:off x="3028425" y="1620065"/>
            <a:ext cx="8979091" cy="17758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B8FB04C3-EC74-5EA2-C54F-70B063F7BC09}"/>
              </a:ext>
            </a:extLst>
          </p:cNvPr>
          <p:cNvCxnSpPr/>
          <p:nvPr/>
        </p:nvCxnSpPr>
        <p:spPr>
          <a:xfrm>
            <a:off x="9813744" y="166578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9C9CA49-8AFA-4F0A-3AE4-F3F6C7A4C6B3}"/>
              </a:ext>
            </a:extLst>
          </p:cNvPr>
          <p:cNvSpPr txBox="1"/>
          <p:nvPr/>
        </p:nvSpPr>
        <p:spPr>
          <a:xfrm>
            <a:off x="2187514" y="314173"/>
            <a:ext cx="10942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Jobs Arrival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1D3CBEB-33D7-C0D1-998E-91E411543172}"/>
              </a:ext>
            </a:extLst>
          </p:cNvPr>
          <p:cNvCxnSpPr>
            <a:cxnSpLocks/>
          </p:cNvCxnSpPr>
          <p:nvPr/>
        </p:nvCxnSpPr>
        <p:spPr>
          <a:xfrm>
            <a:off x="9814277" y="148197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C99FA927-C547-1E4D-975B-211E9E98AAE7}"/>
              </a:ext>
            </a:extLst>
          </p:cNvPr>
          <p:cNvCxnSpPr/>
          <p:nvPr/>
        </p:nvCxnSpPr>
        <p:spPr>
          <a:xfrm>
            <a:off x="10597279" y="148198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5988CBDD-D489-F03F-9F13-F115EECD08F7}"/>
              </a:ext>
            </a:extLst>
          </p:cNvPr>
          <p:cNvCxnSpPr>
            <a:cxnSpLocks/>
          </p:cNvCxnSpPr>
          <p:nvPr/>
        </p:nvCxnSpPr>
        <p:spPr>
          <a:xfrm>
            <a:off x="11369131" y="1388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/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DCF573C-1585-E8E0-1488-6C90E91B4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1711450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/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CBF9CE83-8C94-931C-C8B4-FBC137AF2B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1732387"/>
                <a:ext cx="485710" cy="307777"/>
              </a:xfrm>
              <a:prstGeom prst="rect">
                <a:avLst/>
              </a:prstGeom>
              <a:blipFill>
                <a:blip r:embed="rId15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/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2EE504E5-AE39-69BE-73CB-FED53C94D8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1732387"/>
                <a:ext cx="485710" cy="307777"/>
              </a:xfrm>
              <a:prstGeom prst="rect">
                <a:avLst/>
              </a:prstGeom>
              <a:blipFill>
                <a:blip r:embed="rId16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3021409" y="105350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687" y="75373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F335AD57-CAF5-859A-BBD9-CB642DC6453A}"/>
              </a:ext>
            </a:extLst>
          </p:cNvPr>
          <p:cNvCxnSpPr>
            <a:cxnSpLocks/>
          </p:cNvCxnSpPr>
          <p:nvPr/>
        </p:nvCxnSpPr>
        <p:spPr>
          <a:xfrm flipH="1" flipV="1">
            <a:off x="3809379" y="10763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7F0D6E8-2562-D475-A54D-33A1D6BE58D8}"/>
              </a:ext>
            </a:extLst>
          </p:cNvPr>
          <p:cNvCxnSpPr>
            <a:cxnSpLocks/>
          </p:cNvCxnSpPr>
          <p:nvPr/>
        </p:nvCxnSpPr>
        <p:spPr>
          <a:xfrm flipH="1" flipV="1">
            <a:off x="3415084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18FDBC5A-B7C8-4C99-F596-BCF931B026CB}"/>
              </a:ext>
            </a:extLst>
          </p:cNvPr>
          <p:cNvCxnSpPr>
            <a:cxnSpLocks/>
          </p:cNvCxnSpPr>
          <p:nvPr/>
        </p:nvCxnSpPr>
        <p:spPr>
          <a:xfrm flipH="1" flipV="1">
            <a:off x="4568649" y="10603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4196870" y="106611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289BB0BF-E519-276E-E540-D687F2CB9F09}"/>
              </a:ext>
            </a:extLst>
          </p:cNvPr>
          <p:cNvCxnSpPr>
            <a:cxnSpLocks/>
          </p:cNvCxnSpPr>
          <p:nvPr/>
        </p:nvCxnSpPr>
        <p:spPr>
          <a:xfrm flipH="1" flipV="1">
            <a:off x="5355472" y="10494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006014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AC158414-06F3-5F74-8F8D-32251967E649}"/>
              </a:ext>
            </a:extLst>
          </p:cNvPr>
          <p:cNvCxnSpPr>
            <a:cxnSpLocks/>
          </p:cNvCxnSpPr>
          <p:nvPr/>
        </p:nvCxnSpPr>
        <p:spPr>
          <a:xfrm flipH="1" flipV="1">
            <a:off x="6109271" y="105628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D872C7E1-F572-F4B2-3368-9E11859CED4F}"/>
              </a:ext>
            </a:extLst>
          </p:cNvPr>
          <p:cNvCxnSpPr>
            <a:cxnSpLocks/>
          </p:cNvCxnSpPr>
          <p:nvPr/>
        </p:nvCxnSpPr>
        <p:spPr>
          <a:xfrm flipH="1" flipV="1">
            <a:off x="5748788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6888399" y="106123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7B02E0D9-E20D-B9F0-B34D-1BC883F040E6}"/>
              </a:ext>
            </a:extLst>
          </p:cNvPr>
          <p:cNvCxnSpPr>
            <a:cxnSpLocks/>
          </p:cNvCxnSpPr>
          <p:nvPr/>
        </p:nvCxnSpPr>
        <p:spPr>
          <a:xfrm flipH="1" flipV="1">
            <a:off x="7277850" y="10562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0CFD841A-E2FA-203A-5376-091431E1971C}"/>
              </a:ext>
            </a:extLst>
          </p:cNvPr>
          <p:cNvCxnSpPr>
            <a:cxnSpLocks/>
          </p:cNvCxnSpPr>
          <p:nvPr/>
        </p:nvCxnSpPr>
        <p:spPr>
          <a:xfrm flipH="1" flipV="1">
            <a:off x="7653350" y="106811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51582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45654" y="10578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CAD12B6E-B817-686F-5F2A-91614B8BD1C0}"/>
              </a:ext>
            </a:extLst>
          </p:cNvPr>
          <p:cNvCxnSpPr>
            <a:cxnSpLocks/>
          </p:cNvCxnSpPr>
          <p:nvPr/>
        </p:nvCxnSpPr>
        <p:spPr>
          <a:xfrm flipH="1" flipV="1">
            <a:off x="8836171" y="1069500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08D78A1B-E818-252F-2C77-CF994135FA77}"/>
              </a:ext>
            </a:extLst>
          </p:cNvPr>
          <p:cNvCxnSpPr>
            <a:cxnSpLocks/>
          </p:cNvCxnSpPr>
          <p:nvPr/>
        </p:nvCxnSpPr>
        <p:spPr>
          <a:xfrm flipH="1" flipV="1">
            <a:off x="9205124" y="106400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D837940E-793A-2256-9BDF-6261CFF30BF8}"/>
              </a:ext>
            </a:extLst>
          </p:cNvPr>
          <p:cNvCxnSpPr>
            <a:cxnSpLocks/>
          </p:cNvCxnSpPr>
          <p:nvPr/>
        </p:nvCxnSpPr>
        <p:spPr>
          <a:xfrm flipH="1" flipV="1">
            <a:off x="9811993" y="1056448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0E6A0CDA-C33E-6F8A-B178-125968DD2C1E}"/>
              </a:ext>
            </a:extLst>
          </p:cNvPr>
          <p:cNvCxnSpPr>
            <a:cxnSpLocks/>
          </p:cNvCxnSpPr>
          <p:nvPr/>
        </p:nvCxnSpPr>
        <p:spPr>
          <a:xfrm flipH="1" flipV="1">
            <a:off x="10960792" y="104546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0AA71F88-7FD7-407F-47A3-E5E078E66390}"/>
              </a:ext>
            </a:extLst>
          </p:cNvPr>
          <p:cNvCxnSpPr>
            <a:cxnSpLocks/>
          </p:cNvCxnSpPr>
          <p:nvPr/>
        </p:nvCxnSpPr>
        <p:spPr>
          <a:xfrm flipH="1" flipV="1">
            <a:off x="10203759" y="1069119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97D4C600-F5B2-76BA-186C-144F70F6503A}"/>
              </a:ext>
            </a:extLst>
          </p:cNvPr>
          <p:cNvCxnSpPr>
            <a:cxnSpLocks/>
          </p:cNvCxnSpPr>
          <p:nvPr/>
        </p:nvCxnSpPr>
        <p:spPr>
          <a:xfrm flipH="1" flipV="1">
            <a:off x="9521907" y="105828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569C3B7C-A82E-BFF4-AA48-43E63D97D86F}"/>
              </a:ext>
            </a:extLst>
          </p:cNvPr>
          <p:cNvSpPr/>
          <p:nvPr/>
        </p:nvSpPr>
        <p:spPr>
          <a:xfrm>
            <a:off x="2755988" y="691762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577" name="Straight Connector 576">
            <a:extLst>
              <a:ext uri="{FF2B5EF4-FFF2-40B4-BE49-F238E27FC236}">
                <a16:creationId xmlns:a16="http://schemas.microsoft.com/office/drawing/2014/main" id="{F9EEC0D3-59B0-89A5-92DF-3DE3163A6154}"/>
              </a:ext>
            </a:extLst>
          </p:cNvPr>
          <p:cNvCxnSpPr>
            <a:cxnSpLocks/>
          </p:cNvCxnSpPr>
          <p:nvPr/>
        </p:nvCxnSpPr>
        <p:spPr>
          <a:xfrm>
            <a:off x="193964" y="3722311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8" name="Straight Connector 577">
            <a:extLst>
              <a:ext uri="{FF2B5EF4-FFF2-40B4-BE49-F238E27FC236}">
                <a16:creationId xmlns:a16="http://schemas.microsoft.com/office/drawing/2014/main" id="{EBFB2617-5E02-E270-ED62-E617FDC100B1}"/>
              </a:ext>
            </a:extLst>
          </p:cNvPr>
          <p:cNvCxnSpPr>
            <a:cxnSpLocks/>
          </p:cNvCxnSpPr>
          <p:nvPr/>
        </p:nvCxnSpPr>
        <p:spPr>
          <a:xfrm>
            <a:off x="3020580" y="22449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Straight Connector 578">
            <a:extLst>
              <a:ext uri="{FF2B5EF4-FFF2-40B4-BE49-F238E27FC236}">
                <a16:creationId xmlns:a16="http://schemas.microsoft.com/office/drawing/2014/main" id="{02AA6738-7FE6-5A6F-DE3F-D0CF69CFA7F4}"/>
              </a:ext>
            </a:extLst>
          </p:cNvPr>
          <p:cNvCxnSpPr>
            <a:cxnSpLocks/>
          </p:cNvCxnSpPr>
          <p:nvPr/>
        </p:nvCxnSpPr>
        <p:spPr>
          <a:xfrm>
            <a:off x="2019965" y="402822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0" name="Straight Connector 579">
            <a:extLst>
              <a:ext uri="{FF2B5EF4-FFF2-40B4-BE49-F238E27FC236}">
                <a16:creationId xmlns:a16="http://schemas.microsoft.com/office/drawing/2014/main" id="{6D2AB69C-C593-ABE3-6B63-4985318AC488}"/>
              </a:ext>
            </a:extLst>
          </p:cNvPr>
          <p:cNvCxnSpPr>
            <a:cxnSpLocks/>
          </p:cNvCxnSpPr>
          <p:nvPr/>
        </p:nvCxnSpPr>
        <p:spPr>
          <a:xfrm>
            <a:off x="2040619" y="2541547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1" name="Straight Connector 580">
            <a:extLst>
              <a:ext uri="{FF2B5EF4-FFF2-40B4-BE49-F238E27FC236}">
                <a16:creationId xmlns:a16="http://schemas.microsoft.com/office/drawing/2014/main" id="{B41EF9A9-6CF5-A506-1DFD-3C3C25C1A2C5}"/>
              </a:ext>
            </a:extLst>
          </p:cNvPr>
          <p:cNvCxnSpPr>
            <a:cxnSpLocks/>
          </p:cNvCxnSpPr>
          <p:nvPr/>
        </p:nvCxnSpPr>
        <p:spPr>
          <a:xfrm>
            <a:off x="180109" y="2837041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2" name="Straight Connector 581">
            <a:extLst>
              <a:ext uri="{FF2B5EF4-FFF2-40B4-BE49-F238E27FC236}">
                <a16:creationId xmlns:a16="http://schemas.microsoft.com/office/drawing/2014/main" id="{6E2F6E19-B8C2-C905-B6FC-1A53C581617A}"/>
              </a:ext>
            </a:extLst>
          </p:cNvPr>
          <p:cNvCxnSpPr>
            <a:cxnSpLocks/>
          </p:cNvCxnSpPr>
          <p:nvPr/>
        </p:nvCxnSpPr>
        <p:spPr>
          <a:xfrm>
            <a:off x="166255" y="3130115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3" name="Straight Connector 582">
            <a:extLst>
              <a:ext uri="{FF2B5EF4-FFF2-40B4-BE49-F238E27FC236}">
                <a16:creationId xmlns:a16="http://schemas.microsoft.com/office/drawing/2014/main" id="{5FD68F11-2D83-2828-AF61-EF670331ED2A}"/>
              </a:ext>
            </a:extLst>
          </p:cNvPr>
          <p:cNvCxnSpPr>
            <a:cxnSpLocks/>
          </p:cNvCxnSpPr>
          <p:nvPr/>
        </p:nvCxnSpPr>
        <p:spPr>
          <a:xfrm>
            <a:off x="207818" y="3433239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4" name="Straight Connector 583">
            <a:extLst>
              <a:ext uri="{FF2B5EF4-FFF2-40B4-BE49-F238E27FC236}">
                <a16:creationId xmlns:a16="http://schemas.microsoft.com/office/drawing/2014/main" id="{7A165026-D3C0-2909-0CA6-28A44F22FB97}"/>
              </a:ext>
            </a:extLst>
          </p:cNvPr>
          <p:cNvCxnSpPr>
            <a:cxnSpLocks/>
          </p:cNvCxnSpPr>
          <p:nvPr/>
        </p:nvCxnSpPr>
        <p:spPr>
          <a:xfrm>
            <a:off x="2378482" y="2251066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5" name="Straight Connector 584">
            <a:extLst>
              <a:ext uri="{FF2B5EF4-FFF2-40B4-BE49-F238E27FC236}">
                <a16:creationId xmlns:a16="http://schemas.microsoft.com/office/drawing/2014/main" id="{88EF67AF-125A-83C3-492F-F699005E4614}"/>
              </a:ext>
            </a:extLst>
          </p:cNvPr>
          <p:cNvCxnSpPr>
            <a:cxnSpLocks/>
          </p:cNvCxnSpPr>
          <p:nvPr/>
        </p:nvCxnSpPr>
        <p:spPr>
          <a:xfrm>
            <a:off x="3800863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6" name="Straight Connector 585">
            <a:extLst>
              <a:ext uri="{FF2B5EF4-FFF2-40B4-BE49-F238E27FC236}">
                <a16:creationId xmlns:a16="http://schemas.microsoft.com/office/drawing/2014/main" id="{42DBEB0D-08B8-01B3-6D9D-CDD2A4DD576E}"/>
              </a:ext>
            </a:extLst>
          </p:cNvPr>
          <p:cNvCxnSpPr>
            <a:cxnSpLocks/>
          </p:cNvCxnSpPr>
          <p:nvPr/>
        </p:nvCxnSpPr>
        <p:spPr>
          <a:xfrm flipH="1">
            <a:off x="4569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7" name="Straight Connector 586">
            <a:extLst>
              <a:ext uri="{FF2B5EF4-FFF2-40B4-BE49-F238E27FC236}">
                <a16:creationId xmlns:a16="http://schemas.microsoft.com/office/drawing/2014/main" id="{2644D783-ED6A-F889-4939-DCCA14BA07F7}"/>
              </a:ext>
            </a:extLst>
          </p:cNvPr>
          <p:cNvCxnSpPr>
            <a:cxnSpLocks/>
          </p:cNvCxnSpPr>
          <p:nvPr/>
        </p:nvCxnSpPr>
        <p:spPr>
          <a:xfrm>
            <a:off x="5354840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8" name="Straight Connector 587">
            <a:extLst>
              <a:ext uri="{FF2B5EF4-FFF2-40B4-BE49-F238E27FC236}">
                <a16:creationId xmlns:a16="http://schemas.microsoft.com/office/drawing/2014/main" id="{A0CEA8E7-6C5D-1609-3F97-0F4C9FFFA22F}"/>
              </a:ext>
            </a:extLst>
          </p:cNvPr>
          <p:cNvCxnSpPr>
            <a:cxnSpLocks/>
          </p:cNvCxnSpPr>
          <p:nvPr/>
        </p:nvCxnSpPr>
        <p:spPr>
          <a:xfrm flipH="1">
            <a:off x="6107604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9" name="Straight Connector 588">
            <a:extLst>
              <a:ext uri="{FF2B5EF4-FFF2-40B4-BE49-F238E27FC236}">
                <a16:creationId xmlns:a16="http://schemas.microsoft.com/office/drawing/2014/main" id="{A2D2F7D3-FF0F-00DD-EBAD-A97C1E806E9D}"/>
              </a:ext>
            </a:extLst>
          </p:cNvPr>
          <p:cNvCxnSpPr>
            <a:cxnSpLocks/>
          </p:cNvCxnSpPr>
          <p:nvPr/>
        </p:nvCxnSpPr>
        <p:spPr>
          <a:xfrm>
            <a:off x="6888266" y="225106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0" name="Straight Connector 589">
            <a:extLst>
              <a:ext uri="{FF2B5EF4-FFF2-40B4-BE49-F238E27FC236}">
                <a16:creationId xmlns:a16="http://schemas.microsoft.com/office/drawing/2014/main" id="{00D75D8F-BBFC-D6D2-F09F-69F2812915C4}"/>
              </a:ext>
            </a:extLst>
          </p:cNvPr>
          <p:cNvCxnSpPr/>
          <p:nvPr/>
        </p:nvCxnSpPr>
        <p:spPr>
          <a:xfrm>
            <a:off x="7660116" y="225106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1" name="Straight Connector 590">
            <a:extLst>
              <a:ext uri="{FF2B5EF4-FFF2-40B4-BE49-F238E27FC236}">
                <a16:creationId xmlns:a16="http://schemas.microsoft.com/office/drawing/2014/main" id="{59C31E1E-41ED-2029-1B7C-61F92EDAA59D}"/>
              </a:ext>
            </a:extLst>
          </p:cNvPr>
          <p:cNvCxnSpPr/>
          <p:nvPr/>
        </p:nvCxnSpPr>
        <p:spPr>
          <a:xfrm flipV="1">
            <a:off x="380231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2" name="Straight Connector 591">
            <a:extLst>
              <a:ext uri="{FF2B5EF4-FFF2-40B4-BE49-F238E27FC236}">
                <a16:creationId xmlns:a16="http://schemas.microsoft.com/office/drawing/2014/main" id="{CAAB618F-EE4D-E7B6-E380-98CE6E269B2B}"/>
              </a:ext>
            </a:extLst>
          </p:cNvPr>
          <p:cNvCxnSpPr>
            <a:cxnSpLocks/>
          </p:cNvCxnSpPr>
          <p:nvPr/>
        </p:nvCxnSpPr>
        <p:spPr>
          <a:xfrm flipV="1">
            <a:off x="5350381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3" name="Straight Connector 592">
            <a:extLst>
              <a:ext uri="{FF2B5EF4-FFF2-40B4-BE49-F238E27FC236}">
                <a16:creationId xmlns:a16="http://schemas.microsoft.com/office/drawing/2014/main" id="{66D2AC5E-39C4-7D88-3DD1-A4E54DE9E2B3}"/>
              </a:ext>
            </a:extLst>
          </p:cNvPr>
          <p:cNvCxnSpPr>
            <a:cxnSpLocks/>
          </p:cNvCxnSpPr>
          <p:nvPr/>
        </p:nvCxnSpPr>
        <p:spPr>
          <a:xfrm flipV="1">
            <a:off x="4575850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4" name="Straight Connector 593">
            <a:extLst>
              <a:ext uri="{FF2B5EF4-FFF2-40B4-BE49-F238E27FC236}">
                <a16:creationId xmlns:a16="http://schemas.microsoft.com/office/drawing/2014/main" id="{FBACDEB0-9F48-8176-AE77-A96E218C9D98}"/>
              </a:ext>
            </a:extLst>
          </p:cNvPr>
          <p:cNvCxnSpPr>
            <a:cxnSpLocks/>
          </p:cNvCxnSpPr>
          <p:nvPr/>
        </p:nvCxnSpPr>
        <p:spPr>
          <a:xfrm flipV="1">
            <a:off x="6121769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5" name="Straight Connector 594">
            <a:extLst>
              <a:ext uri="{FF2B5EF4-FFF2-40B4-BE49-F238E27FC236}">
                <a16:creationId xmlns:a16="http://schemas.microsoft.com/office/drawing/2014/main" id="{ADA03DE8-7CFB-AA21-4B67-175C588F1B02}"/>
              </a:ext>
            </a:extLst>
          </p:cNvPr>
          <p:cNvCxnSpPr>
            <a:cxnSpLocks/>
          </p:cNvCxnSpPr>
          <p:nvPr/>
        </p:nvCxnSpPr>
        <p:spPr>
          <a:xfrm flipV="1">
            <a:off x="689127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6" name="Straight Connector 595">
            <a:extLst>
              <a:ext uri="{FF2B5EF4-FFF2-40B4-BE49-F238E27FC236}">
                <a16:creationId xmlns:a16="http://schemas.microsoft.com/office/drawing/2014/main" id="{DE97D22D-9A2F-FE93-F40D-B45A71E2800A}"/>
              </a:ext>
            </a:extLst>
          </p:cNvPr>
          <p:cNvCxnSpPr>
            <a:cxnSpLocks/>
          </p:cNvCxnSpPr>
          <p:nvPr/>
        </p:nvCxnSpPr>
        <p:spPr>
          <a:xfrm flipV="1">
            <a:off x="7662386" y="3727067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/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97" name="TextBox 596">
                <a:extLst>
                  <a:ext uri="{FF2B5EF4-FFF2-40B4-BE49-F238E27FC236}">
                    <a16:creationId xmlns:a16="http://schemas.microsoft.com/office/drawing/2014/main" id="{D4A4E640-8ACC-C948-4987-0ED80C4DA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512" y="2838790"/>
                <a:ext cx="1655390" cy="257186"/>
              </a:xfrm>
              <a:prstGeom prst="rect">
                <a:avLst/>
              </a:prstGeom>
              <a:blipFill>
                <a:blip r:embed="rId17"/>
                <a:stretch>
                  <a:fillRect l="-1103" b="-261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/>
              <p:nvPr/>
            </p:nvSpPr>
            <p:spPr>
              <a:xfrm>
                <a:off x="680222" y="3142224"/>
                <a:ext cx="1607299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2.22</m:t>
                          </m:r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ru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98" name="TextBox 597">
                <a:extLst>
                  <a:ext uri="{FF2B5EF4-FFF2-40B4-BE49-F238E27FC236}">
                    <a16:creationId xmlns:a16="http://schemas.microsoft.com/office/drawing/2014/main" id="{77D2EC8E-3FF7-C4D6-9B75-A4651663EC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22" y="3142224"/>
                <a:ext cx="1607299" cy="257186"/>
              </a:xfrm>
              <a:prstGeom prst="rect">
                <a:avLst/>
              </a:prstGeom>
              <a:blipFill>
                <a:blip r:embed="rId18"/>
                <a:stretch>
                  <a:fillRect l="-1521" b="-255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/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99" name="TextBox 598">
                <a:extLst>
                  <a:ext uri="{FF2B5EF4-FFF2-40B4-BE49-F238E27FC236}">
                    <a16:creationId xmlns:a16="http://schemas.microsoft.com/office/drawing/2014/main" id="{B2D7A268-36EE-F00F-A951-93FECCD929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26" y="3445764"/>
                <a:ext cx="1982402" cy="258789"/>
              </a:xfrm>
              <a:prstGeom prst="rect">
                <a:avLst/>
              </a:prstGeom>
              <a:blipFill>
                <a:blip r:embed="rId19"/>
                <a:stretch>
                  <a:fillRect l="-1274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/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0" name="TextBox 599">
                <a:extLst>
                  <a:ext uri="{FF2B5EF4-FFF2-40B4-BE49-F238E27FC236}">
                    <a16:creationId xmlns:a16="http://schemas.microsoft.com/office/drawing/2014/main" id="{5D6C624D-0EB1-37C2-A2E2-3741DF138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6760" y="3815097"/>
                <a:ext cx="343043" cy="307777"/>
              </a:xfrm>
              <a:prstGeom prst="rect">
                <a:avLst/>
              </a:prstGeom>
              <a:blipFill>
                <a:blip r:embed="rId20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/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1" name="TextBox 600">
                <a:extLst>
                  <a:ext uri="{FF2B5EF4-FFF2-40B4-BE49-F238E27FC236}">
                    <a16:creationId xmlns:a16="http://schemas.microsoft.com/office/drawing/2014/main" id="{CF720FE6-088F-3460-3CAF-48390B9CD1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0680" y="3815097"/>
                <a:ext cx="343043" cy="307777"/>
              </a:xfrm>
              <a:prstGeom prst="rect">
                <a:avLst/>
              </a:prstGeom>
              <a:blipFill>
                <a:blip r:embed="rId21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/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2" name="TextBox 601">
                <a:extLst>
                  <a:ext uri="{FF2B5EF4-FFF2-40B4-BE49-F238E27FC236}">
                    <a16:creationId xmlns:a16="http://schemas.microsoft.com/office/drawing/2014/main" id="{29D4F695-76B9-812D-BC5E-7F54A77A9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32036" y="3815097"/>
                <a:ext cx="343043" cy="307777"/>
              </a:xfrm>
              <a:prstGeom prst="rect">
                <a:avLst/>
              </a:prstGeom>
              <a:blipFill>
                <a:blip r:embed="rId22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/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3" name="TextBox 602">
                <a:extLst>
                  <a:ext uri="{FF2B5EF4-FFF2-40B4-BE49-F238E27FC236}">
                    <a16:creationId xmlns:a16="http://schemas.microsoft.com/office/drawing/2014/main" id="{F796E821-23DA-5170-B019-86963492C4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5324" y="3815097"/>
                <a:ext cx="343043" cy="307777"/>
              </a:xfrm>
              <a:prstGeom prst="rect">
                <a:avLst/>
              </a:prstGeom>
              <a:blipFill>
                <a:blip r:embed="rId23"/>
                <a:stretch>
                  <a:fillRect l="-14286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/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4" name="TextBox 603">
                <a:extLst>
                  <a:ext uri="{FF2B5EF4-FFF2-40B4-BE49-F238E27FC236}">
                    <a16:creationId xmlns:a16="http://schemas.microsoft.com/office/drawing/2014/main" id="{4609A0FF-7568-63A6-4386-040B15AB5D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45878" y="3815097"/>
                <a:ext cx="485710" cy="307777"/>
              </a:xfrm>
              <a:prstGeom prst="rect">
                <a:avLst/>
              </a:prstGeom>
              <a:blipFill>
                <a:blip r:embed="rId24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/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5" name="TextBox 604">
                <a:extLst>
                  <a:ext uri="{FF2B5EF4-FFF2-40B4-BE49-F238E27FC236}">
                    <a16:creationId xmlns:a16="http://schemas.microsoft.com/office/drawing/2014/main" id="{A4CAF310-1C3A-4863-BEFD-617935A52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0965" y="3815097"/>
                <a:ext cx="485710" cy="307777"/>
              </a:xfrm>
              <a:prstGeom prst="rect">
                <a:avLst/>
              </a:prstGeom>
              <a:blipFill>
                <a:blip r:embed="rId25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6" name="Straight Connector 605">
            <a:extLst>
              <a:ext uri="{FF2B5EF4-FFF2-40B4-BE49-F238E27FC236}">
                <a16:creationId xmlns:a16="http://schemas.microsoft.com/office/drawing/2014/main" id="{FA63E957-FD30-5964-4068-9F468D6C450D}"/>
              </a:ext>
            </a:extLst>
          </p:cNvPr>
          <p:cNvCxnSpPr>
            <a:cxnSpLocks/>
          </p:cNvCxnSpPr>
          <p:nvPr/>
        </p:nvCxnSpPr>
        <p:spPr>
          <a:xfrm>
            <a:off x="2018290" y="2241735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/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07" name="TextBox 606">
                <a:extLst>
                  <a:ext uri="{FF2B5EF4-FFF2-40B4-BE49-F238E27FC236}">
                    <a16:creationId xmlns:a16="http://schemas.microsoft.com/office/drawing/2014/main" id="{23C2F031-56FA-FE60-5E74-A56B0CBF1C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4514" y="3815097"/>
                <a:ext cx="200376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0" name="Group 609">
            <a:extLst>
              <a:ext uri="{FF2B5EF4-FFF2-40B4-BE49-F238E27FC236}">
                <a16:creationId xmlns:a16="http://schemas.microsoft.com/office/drawing/2014/main" id="{50F3D87A-9E49-4EBE-C3A0-B99369A50C8E}"/>
              </a:ext>
            </a:extLst>
          </p:cNvPr>
          <p:cNvGrpSpPr/>
          <p:nvPr/>
        </p:nvGrpSpPr>
        <p:grpSpPr>
          <a:xfrm>
            <a:off x="4540137" y="2832015"/>
            <a:ext cx="45719" cy="296189"/>
            <a:chOff x="3509152" y="253612"/>
            <a:chExt cx="45719" cy="296189"/>
          </a:xfrm>
        </p:grpSpPr>
        <p:sp>
          <p:nvSpPr>
            <p:cNvPr id="663" name="Rectangle 662">
              <a:extLst>
                <a:ext uri="{FF2B5EF4-FFF2-40B4-BE49-F238E27FC236}">
                  <a16:creationId xmlns:a16="http://schemas.microsoft.com/office/drawing/2014/main" id="{424EF7F4-FD3C-EE2D-9BF3-4358F2F14471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4" name="Straight Connector 663">
              <a:extLst>
                <a:ext uri="{FF2B5EF4-FFF2-40B4-BE49-F238E27FC236}">
                  <a16:creationId xmlns:a16="http://schemas.microsoft.com/office/drawing/2014/main" id="{09B4BC6C-3E2C-7B0E-98D1-696AA3A848EF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611" name="Straight Connector 610">
            <a:extLst>
              <a:ext uri="{FF2B5EF4-FFF2-40B4-BE49-F238E27FC236}">
                <a16:creationId xmlns:a16="http://schemas.microsoft.com/office/drawing/2014/main" id="{7C3A79DB-D818-762B-A64E-892F1C294C91}"/>
              </a:ext>
            </a:extLst>
          </p:cNvPr>
          <p:cNvCxnSpPr>
            <a:cxnSpLocks/>
          </p:cNvCxnSpPr>
          <p:nvPr/>
        </p:nvCxnSpPr>
        <p:spPr>
          <a:xfrm>
            <a:off x="8431968" y="22417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2" name="Straight Connector 611">
            <a:extLst>
              <a:ext uri="{FF2B5EF4-FFF2-40B4-BE49-F238E27FC236}">
                <a16:creationId xmlns:a16="http://schemas.microsoft.com/office/drawing/2014/main" id="{56EB2A09-1FB8-545F-8E3E-D6DB77C6AEFF}"/>
              </a:ext>
            </a:extLst>
          </p:cNvPr>
          <p:cNvCxnSpPr/>
          <p:nvPr/>
        </p:nvCxnSpPr>
        <p:spPr>
          <a:xfrm>
            <a:off x="9203818" y="22417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3" name="Straight Connector 612">
            <a:extLst>
              <a:ext uri="{FF2B5EF4-FFF2-40B4-BE49-F238E27FC236}">
                <a16:creationId xmlns:a16="http://schemas.microsoft.com/office/drawing/2014/main" id="{3B835F54-5561-203A-0BE2-FEAE5DB9379E}"/>
              </a:ext>
            </a:extLst>
          </p:cNvPr>
          <p:cNvCxnSpPr>
            <a:cxnSpLocks/>
          </p:cNvCxnSpPr>
          <p:nvPr/>
        </p:nvCxnSpPr>
        <p:spPr>
          <a:xfrm flipV="1">
            <a:off x="843484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4" name="Straight Connector 613">
            <a:extLst>
              <a:ext uri="{FF2B5EF4-FFF2-40B4-BE49-F238E27FC236}">
                <a16:creationId xmlns:a16="http://schemas.microsoft.com/office/drawing/2014/main" id="{8B11326A-A5D6-6AEF-80C0-B29B830C2941}"/>
              </a:ext>
            </a:extLst>
          </p:cNvPr>
          <p:cNvCxnSpPr>
            <a:cxnSpLocks/>
          </p:cNvCxnSpPr>
          <p:nvPr/>
        </p:nvCxnSpPr>
        <p:spPr>
          <a:xfrm flipV="1">
            <a:off x="9205958" y="3728413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/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5" name="TextBox 614">
                <a:extLst>
                  <a:ext uri="{FF2B5EF4-FFF2-40B4-BE49-F238E27FC236}">
                    <a16:creationId xmlns:a16="http://schemas.microsoft.com/office/drawing/2014/main" id="{E7EC7E30-1E55-940C-5591-92885AD37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561" y="3816443"/>
                <a:ext cx="485710" cy="307777"/>
              </a:xfrm>
              <a:prstGeom prst="rect">
                <a:avLst/>
              </a:prstGeom>
              <a:blipFill>
                <a:blip r:embed="rId27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/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16" name="TextBox 615">
                <a:extLst>
                  <a:ext uri="{FF2B5EF4-FFF2-40B4-BE49-F238E27FC236}">
                    <a16:creationId xmlns:a16="http://schemas.microsoft.com/office/drawing/2014/main" id="{D23DD7A1-6928-4EF9-97DB-5D15863551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537" y="3816443"/>
                <a:ext cx="485710" cy="307777"/>
              </a:xfrm>
              <a:prstGeom prst="rect">
                <a:avLst/>
              </a:prstGeom>
              <a:blipFill>
                <a:blip r:embed="rId28"/>
                <a:stretch>
                  <a:fillRect l="-12821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C9462C9F-DDE2-C2EB-45BE-98CF04EB9828}"/>
              </a:ext>
            </a:extLst>
          </p:cNvPr>
          <p:cNvCxnSpPr>
            <a:cxnSpLocks/>
          </p:cNvCxnSpPr>
          <p:nvPr/>
        </p:nvCxnSpPr>
        <p:spPr>
          <a:xfrm>
            <a:off x="3028425" y="3722311"/>
            <a:ext cx="8979091" cy="4756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8" name="Straight Connector 617">
            <a:extLst>
              <a:ext uri="{FF2B5EF4-FFF2-40B4-BE49-F238E27FC236}">
                <a16:creationId xmlns:a16="http://schemas.microsoft.com/office/drawing/2014/main" id="{CA859CC3-4988-F069-30F1-8E16AF812C94}"/>
              </a:ext>
            </a:extLst>
          </p:cNvPr>
          <p:cNvCxnSpPr/>
          <p:nvPr/>
        </p:nvCxnSpPr>
        <p:spPr>
          <a:xfrm>
            <a:off x="9813744" y="2251066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9" name="TextBox 618">
            <a:extLst>
              <a:ext uri="{FF2B5EF4-FFF2-40B4-BE49-F238E27FC236}">
                <a16:creationId xmlns:a16="http://schemas.microsoft.com/office/drawing/2014/main" id="{3737D566-4052-769C-D61E-D4C7A0C24DCB}"/>
              </a:ext>
            </a:extLst>
          </p:cNvPr>
          <p:cNvSpPr txBox="1"/>
          <p:nvPr/>
        </p:nvSpPr>
        <p:spPr>
          <a:xfrm>
            <a:off x="2187514" y="2481786"/>
            <a:ext cx="216187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A: No opt.    </a:t>
            </a:r>
          </a:p>
        </p:txBody>
      </p:sp>
      <p:cxnSp>
        <p:nvCxnSpPr>
          <p:cNvPr id="620" name="Straight Connector 619">
            <a:extLst>
              <a:ext uri="{FF2B5EF4-FFF2-40B4-BE49-F238E27FC236}">
                <a16:creationId xmlns:a16="http://schemas.microsoft.com/office/drawing/2014/main" id="{F14D5B1B-B15A-99A3-3B90-5363A6EEF663}"/>
              </a:ext>
            </a:extLst>
          </p:cNvPr>
          <p:cNvCxnSpPr>
            <a:cxnSpLocks/>
          </p:cNvCxnSpPr>
          <p:nvPr/>
        </p:nvCxnSpPr>
        <p:spPr>
          <a:xfrm>
            <a:off x="9814277" y="223268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1" name="Straight Connector 620">
            <a:extLst>
              <a:ext uri="{FF2B5EF4-FFF2-40B4-BE49-F238E27FC236}">
                <a16:creationId xmlns:a16="http://schemas.microsoft.com/office/drawing/2014/main" id="{3F919D09-1BAC-3C93-03C4-CD47F2358769}"/>
              </a:ext>
            </a:extLst>
          </p:cNvPr>
          <p:cNvCxnSpPr/>
          <p:nvPr/>
        </p:nvCxnSpPr>
        <p:spPr>
          <a:xfrm>
            <a:off x="10597279" y="2232686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621">
            <a:extLst>
              <a:ext uri="{FF2B5EF4-FFF2-40B4-BE49-F238E27FC236}">
                <a16:creationId xmlns:a16="http://schemas.microsoft.com/office/drawing/2014/main" id="{4D3C4371-D1E7-F652-4EB4-62D016553E25}"/>
              </a:ext>
            </a:extLst>
          </p:cNvPr>
          <p:cNvCxnSpPr>
            <a:cxnSpLocks/>
          </p:cNvCxnSpPr>
          <p:nvPr/>
        </p:nvCxnSpPr>
        <p:spPr>
          <a:xfrm>
            <a:off x="11369131" y="222335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/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>
          <p:sp>
            <p:nvSpPr>
              <p:cNvPr id="623" name="TextBox 622">
                <a:extLst>
                  <a:ext uri="{FF2B5EF4-FFF2-40B4-BE49-F238E27FC236}">
                    <a16:creationId xmlns:a16="http://schemas.microsoft.com/office/drawing/2014/main" id="{34681A86-F5AD-C66C-C89E-BD6C8C7651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35824" y="3838270"/>
                <a:ext cx="231602" cy="430887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/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4" name="TextBox 623">
                <a:extLst>
                  <a:ext uri="{FF2B5EF4-FFF2-40B4-BE49-F238E27FC236}">
                    <a16:creationId xmlns:a16="http://schemas.microsoft.com/office/drawing/2014/main" id="{EEA1060C-658B-9148-5B29-25234B0CAD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6711" y="3816875"/>
                <a:ext cx="485710" cy="307777"/>
              </a:xfrm>
              <a:prstGeom prst="rect">
                <a:avLst/>
              </a:prstGeom>
              <a:blipFill>
                <a:blip r:embed="rId30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/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5" name="TextBox 624">
                <a:extLst>
                  <a:ext uri="{FF2B5EF4-FFF2-40B4-BE49-F238E27FC236}">
                    <a16:creationId xmlns:a16="http://schemas.microsoft.com/office/drawing/2014/main" id="{084838D8-BB13-9779-05D2-C30E083F3A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43427" y="3816875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0256" b="-8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1" name="Freeform 660">
            <a:extLst>
              <a:ext uri="{FF2B5EF4-FFF2-40B4-BE49-F238E27FC236}">
                <a16:creationId xmlns:a16="http://schemas.microsoft.com/office/drawing/2014/main" id="{157A0E8F-EEFC-747F-15AD-F7DDA2738949}"/>
              </a:ext>
            </a:extLst>
          </p:cNvPr>
          <p:cNvSpPr/>
          <p:nvPr/>
        </p:nvSpPr>
        <p:spPr>
          <a:xfrm>
            <a:off x="2755988" y="2776250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76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3020658" y="284070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665" name="Group 664">
            <a:extLst>
              <a:ext uri="{FF2B5EF4-FFF2-40B4-BE49-F238E27FC236}">
                <a16:creationId xmlns:a16="http://schemas.microsoft.com/office/drawing/2014/main" id="{7053797D-678A-5DD4-9B7E-25903F67D18C}"/>
              </a:ext>
            </a:extLst>
          </p:cNvPr>
          <p:cNvGrpSpPr/>
          <p:nvPr/>
        </p:nvGrpSpPr>
        <p:grpSpPr>
          <a:xfrm>
            <a:off x="166256" y="4370809"/>
            <a:ext cx="11594364" cy="2189611"/>
            <a:chOff x="193964" y="831603"/>
            <a:chExt cx="11594364" cy="2189611"/>
          </a:xfrm>
        </p:grpSpPr>
        <p:sp>
          <p:nvSpPr>
            <p:cNvPr id="666" name="Rectangle 665">
              <a:extLst>
                <a:ext uri="{FF2B5EF4-FFF2-40B4-BE49-F238E27FC236}">
                  <a16:creationId xmlns:a16="http://schemas.microsoft.com/office/drawing/2014/main" id="{32A31CC7-385D-8FE8-A3EB-BCF25B541762}"/>
                </a:ext>
              </a:extLst>
            </p:cNvPr>
            <p:cNvSpPr/>
            <p:nvPr/>
          </p:nvSpPr>
          <p:spPr>
            <a:xfrm flipH="1">
              <a:off x="3054653" y="1747974"/>
              <a:ext cx="45719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667" name="Rectangle 666">
              <a:extLst>
                <a:ext uri="{FF2B5EF4-FFF2-40B4-BE49-F238E27FC236}">
                  <a16:creationId xmlns:a16="http://schemas.microsoft.com/office/drawing/2014/main" id="{E08B30F4-3D9A-EF94-C4CD-DAA425EC64B1}"/>
                </a:ext>
              </a:extLst>
            </p:cNvPr>
            <p:cNvSpPr/>
            <p:nvPr/>
          </p:nvSpPr>
          <p:spPr>
            <a:xfrm flipH="1">
              <a:off x="3048368" y="1444511"/>
              <a:ext cx="767178" cy="28975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 cmpd="sng">
              <a:solidFill>
                <a:schemeClr val="tx1"/>
              </a:solidFill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668" name="Straight Connector 667">
              <a:extLst>
                <a:ext uri="{FF2B5EF4-FFF2-40B4-BE49-F238E27FC236}">
                  <a16:creationId xmlns:a16="http://schemas.microsoft.com/office/drawing/2014/main" id="{BB2A2C1E-0A8E-4FAD-15A3-F399257A6E91}"/>
                </a:ext>
              </a:extLst>
            </p:cNvPr>
            <p:cNvCxnSpPr>
              <a:cxnSpLocks/>
            </p:cNvCxnSpPr>
            <p:nvPr/>
          </p:nvCxnSpPr>
          <p:spPr>
            <a:xfrm>
              <a:off x="221673" y="2330560"/>
              <a:ext cx="9955188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9" name="Straight Connector 668">
              <a:extLst>
                <a:ext uri="{FF2B5EF4-FFF2-40B4-BE49-F238E27FC236}">
                  <a16:creationId xmlns:a16="http://schemas.microsoft.com/office/drawing/2014/main" id="{51395F35-682F-6471-2CF8-3BE9C63D57AF}"/>
                </a:ext>
              </a:extLst>
            </p:cNvPr>
            <p:cNvCxnSpPr>
              <a:cxnSpLocks/>
            </p:cNvCxnSpPr>
            <p:nvPr/>
          </p:nvCxnSpPr>
          <p:spPr>
            <a:xfrm>
              <a:off x="3048289" y="8532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0" name="Straight Connector 669">
              <a:extLst>
                <a:ext uri="{FF2B5EF4-FFF2-40B4-BE49-F238E27FC236}">
                  <a16:creationId xmlns:a16="http://schemas.microsoft.com/office/drawing/2014/main" id="{CD1A889E-88AD-26DE-F3EE-A91154B2BF47}"/>
                </a:ext>
              </a:extLst>
            </p:cNvPr>
            <p:cNvCxnSpPr>
              <a:cxnSpLocks/>
            </p:cNvCxnSpPr>
            <p:nvPr/>
          </p:nvCxnSpPr>
          <p:spPr>
            <a:xfrm>
              <a:off x="2047674" y="2636473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1" name="Straight Connector 670">
              <a:extLst>
                <a:ext uri="{FF2B5EF4-FFF2-40B4-BE49-F238E27FC236}">
                  <a16:creationId xmlns:a16="http://schemas.microsoft.com/office/drawing/2014/main" id="{4E676886-5C19-52AB-6CE5-0E4AA359F7A6}"/>
                </a:ext>
              </a:extLst>
            </p:cNvPr>
            <p:cNvCxnSpPr>
              <a:cxnSpLocks/>
            </p:cNvCxnSpPr>
            <p:nvPr/>
          </p:nvCxnSpPr>
          <p:spPr>
            <a:xfrm>
              <a:off x="2068328" y="1149796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2" name="Straight Connector 671">
              <a:extLst>
                <a:ext uri="{FF2B5EF4-FFF2-40B4-BE49-F238E27FC236}">
                  <a16:creationId xmlns:a16="http://schemas.microsoft.com/office/drawing/2014/main" id="{7345ADC3-4E87-F7D1-A376-3D3AFF39B1DB}"/>
                </a:ext>
              </a:extLst>
            </p:cNvPr>
            <p:cNvCxnSpPr>
              <a:cxnSpLocks/>
            </p:cNvCxnSpPr>
            <p:nvPr/>
          </p:nvCxnSpPr>
          <p:spPr>
            <a:xfrm>
              <a:off x="207818" y="1445290"/>
              <a:ext cx="11526982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3" name="Straight Connector 672">
              <a:extLst>
                <a:ext uri="{FF2B5EF4-FFF2-40B4-BE49-F238E27FC236}">
                  <a16:creationId xmlns:a16="http://schemas.microsoft.com/office/drawing/2014/main" id="{797BFD13-FEA0-68C4-9519-9F1D175B6FBB}"/>
                </a:ext>
              </a:extLst>
            </p:cNvPr>
            <p:cNvCxnSpPr>
              <a:cxnSpLocks/>
            </p:cNvCxnSpPr>
            <p:nvPr/>
          </p:nvCxnSpPr>
          <p:spPr>
            <a:xfrm>
              <a:off x="193964" y="1738364"/>
              <a:ext cx="1152698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4" name="Straight Connector 673">
              <a:extLst>
                <a:ext uri="{FF2B5EF4-FFF2-40B4-BE49-F238E27FC236}">
                  <a16:creationId xmlns:a16="http://schemas.microsoft.com/office/drawing/2014/main" id="{2D2B8FE4-8CA5-1F97-1F49-B726364D0335}"/>
                </a:ext>
              </a:extLst>
            </p:cNvPr>
            <p:cNvCxnSpPr>
              <a:cxnSpLocks/>
            </p:cNvCxnSpPr>
            <p:nvPr/>
          </p:nvCxnSpPr>
          <p:spPr>
            <a:xfrm>
              <a:off x="235527" y="2041488"/>
              <a:ext cx="11402291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5" name="Straight Connector 674">
              <a:extLst>
                <a:ext uri="{FF2B5EF4-FFF2-40B4-BE49-F238E27FC236}">
                  <a16:creationId xmlns:a16="http://schemas.microsoft.com/office/drawing/2014/main" id="{0B5EA888-7A37-43CA-C43B-566CBBD62763}"/>
                </a:ext>
              </a:extLst>
            </p:cNvPr>
            <p:cNvCxnSpPr>
              <a:cxnSpLocks/>
            </p:cNvCxnSpPr>
            <p:nvPr/>
          </p:nvCxnSpPr>
          <p:spPr>
            <a:xfrm>
              <a:off x="2406191" y="859315"/>
              <a:ext cx="3535" cy="2161899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6" name="Straight Connector 675">
              <a:extLst>
                <a:ext uri="{FF2B5EF4-FFF2-40B4-BE49-F238E27FC236}">
                  <a16:creationId xmlns:a16="http://schemas.microsoft.com/office/drawing/2014/main" id="{E0704DBD-8757-1613-4EAE-F0C13CD36FC1}"/>
                </a:ext>
              </a:extLst>
            </p:cNvPr>
            <p:cNvCxnSpPr>
              <a:cxnSpLocks/>
            </p:cNvCxnSpPr>
            <p:nvPr/>
          </p:nvCxnSpPr>
          <p:spPr>
            <a:xfrm>
              <a:off x="3828572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7" name="Straight Connector 676">
              <a:extLst>
                <a:ext uri="{FF2B5EF4-FFF2-40B4-BE49-F238E27FC236}">
                  <a16:creationId xmlns:a16="http://schemas.microsoft.com/office/drawing/2014/main" id="{DBEBA5E7-BE7F-F09A-9220-03AB5ED913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97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8" name="Straight Connector 677">
              <a:extLst>
                <a:ext uri="{FF2B5EF4-FFF2-40B4-BE49-F238E27FC236}">
                  <a16:creationId xmlns:a16="http://schemas.microsoft.com/office/drawing/2014/main" id="{B0FC0710-EE62-579F-37DF-08629528B73C}"/>
                </a:ext>
              </a:extLst>
            </p:cNvPr>
            <p:cNvCxnSpPr>
              <a:cxnSpLocks/>
            </p:cNvCxnSpPr>
            <p:nvPr/>
          </p:nvCxnSpPr>
          <p:spPr>
            <a:xfrm>
              <a:off x="5382549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9" name="Straight Connector 678">
              <a:extLst>
                <a:ext uri="{FF2B5EF4-FFF2-40B4-BE49-F238E27FC236}">
                  <a16:creationId xmlns:a16="http://schemas.microsoft.com/office/drawing/2014/main" id="{2CDEE637-EEDC-57F3-DE5D-89C8746A31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35313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0" name="Straight Connector 679">
              <a:extLst>
                <a:ext uri="{FF2B5EF4-FFF2-40B4-BE49-F238E27FC236}">
                  <a16:creationId xmlns:a16="http://schemas.microsoft.com/office/drawing/2014/main" id="{45FD23A9-7E09-1A2A-CA8D-0E95BB53965A}"/>
                </a:ext>
              </a:extLst>
            </p:cNvPr>
            <p:cNvCxnSpPr>
              <a:cxnSpLocks/>
            </p:cNvCxnSpPr>
            <p:nvPr/>
          </p:nvCxnSpPr>
          <p:spPr>
            <a:xfrm>
              <a:off x="6915975" y="85931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1" name="Straight Connector 680">
              <a:extLst>
                <a:ext uri="{FF2B5EF4-FFF2-40B4-BE49-F238E27FC236}">
                  <a16:creationId xmlns:a16="http://schemas.microsoft.com/office/drawing/2014/main" id="{58A4B854-6FAD-951E-C4B3-CF01BB469459}"/>
                </a:ext>
              </a:extLst>
            </p:cNvPr>
            <p:cNvCxnSpPr/>
            <p:nvPr/>
          </p:nvCxnSpPr>
          <p:spPr>
            <a:xfrm>
              <a:off x="7687825" y="85931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2" name="Straight Connector 681">
              <a:extLst>
                <a:ext uri="{FF2B5EF4-FFF2-40B4-BE49-F238E27FC236}">
                  <a16:creationId xmlns:a16="http://schemas.microsoft.com/office/drawing/2014/main" id="{80B37AFE-16BE-1E27-324E-21BED2225F3A}"/>
                </a:ext>
              </a:extLst>
            </p:cNvPr>
            <p:cNvCxnSpPr/>
            <p:nvPr/>
          </p:nvCxnSpPr>
          <p:spPr>
            <a:xfrm flipV="1">
              <a:off x="383002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3" name="Straight Connector 682">
              <a:extLst>
                <a:ext uri="{FF2B5EF4-FFF2-40B4-BE49-F238E27FC236}">
                  <a16:creationId xmlns:a16="http://schemas.microsoft.com/office/drawing/2014/main" id="{A10EF942-432F-7B70-5C0E-8994D5DBAF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78090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4" name="Straight Connector 683">
              <a:extLst>
                <a:ext uri="{FF2B5EF4-FFF2-40B4-BE49-F238E27FC236}">
                  <a16:creationId xmlns:a16="http://schemas.microsoft.com/office/drawing/2014/main" id="{54C364C9-003F-F67A-D90B-5A70E4D178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03559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5" name="Straight Connector 684">
              <a:extLst>
                <a:ext uri="{FF2B5EF4-FFF2-40B4-BE49-F238E27FC236}">
                  <a16:creationId xmlns:a16="http://schemas.microsoft.com/office/drawing/2014/main" id="{D9512A9D-FB7A-F425-D3A7-861690D11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149478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6" name="Straight Connector 685">
              <a:extLst>
                <a:ext uri="{FF2B5EF4-FFF2-40B4-BE49-F238E27FC236}">
                  <a16:creationId xmlns:a16="http://schemas.microsoft.com/office/drawing/2014/main" id="{7A4889E8-A228-6F3D-962F-57F765C71D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91898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7" name="Straight Connector 686">
              <a:extLst>
                <a:ext uri="{FF2B5EF4-FFF2-40B4-BE49-F238E27FC236}">
                  <a16:creationId xmlns:a16="http://schemas.microsoft.com/office/drawing/2014/main" id="{97CC6992-162C-E770-DFF6-90EA222A8E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90095" y="2335316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/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LIDAR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20,100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8" name="TextBox 687">
                  <a:extLst>
                    <a:ext uri="{FF2B5EF4-FFF2-40B4-BE49-F238E27FC236}">
                      <a16:creationId xmlns:a16="http://schemas.microsoft.com/office/drawing/2014/main" id="{086D5918-6016-9AE7-E30D-38160198CE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616" y="1452597"/>
                  <a:ext cx="1761188" cy="257186"/>
                </a:xfrm>
                <a:prstGeom prst="rect">
                  <a:avLst/>
                </a:prstGeom>
                <a:blipFill>
                  <a:blip r:embed="rId32"/>
                  <a:stretch>
                    <a:fillRect l="-1439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/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IMU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1,5</m:t>
                            </m:r>
                          </m:e>
                        </m:d>
                      </m:oMath>
                    </m:oMathPara>
                  </a14:m>
                  <a:endParaRPr lang="en-RU" sz="160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89" name="TextBox 688">
                  <a:extLst>
                    <a:ext uri="{FF2B5EF4-FFF2-40B4-BE49-F238E27FC236}">
                      <a16:creationId xmlns:a16="http://schemas.microsoft.com/office/drawing/2014/main" id="{B50F334A-3973-0A91-5CED-C0F19486C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943" y="1750473"/>
                  <a:ext cx="1224181" cy="257186"/>
                </a:xfrm>
                <a:prstGeom prst="rect">
                  <a:avLst/>
                </a:prstGeom>
                <a:blipFill>
                  <a:blip r:embed="rId33"/>
                  <a:stretch>
                    <a:fillRect l="-1020" b="-2381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/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RU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RU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nor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CAMERA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RU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40,200</m:t>
                            </m:r>
                          </m:e>
                        </m:d>
                      </m:oMath>
                    </m:oMathPara>
                  </a14:m>
                  <a:endParaRPr lang="en-RU" sz="1600" dirty="0"/>
                </a:p>
              </p:txBody>
            </p:sp>
          </mc:Choice>
          <mc:Fallback xmlns="">
            <p:sp>
              <p:nvSpPr>
                <p:cNvPr id="690" name="TextBox 689">
                  <a:extLst>
                    <a:ext uri="{FF2B5EF4-FFF2-40B4-BE49-F238E27FC236}">
                      <a16:creationId xmlns:a16="http://schemas.microsoft.com/office/drawing/2014/main" id="{95875834-A3B7-B059-D50D-257C27537E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2135" y="2054013"/>
                  <a:ext cx="1982402" cy="258789"/>
                </a:xfrm>
                <a:prstGeom prst="rect">
                  <a:avLst/>
                </a:prstGeom>
                <a:blipFill>
                  <a:blip r:embed="rId34"/>
                  <a:stretch>
                    <a:fillRect l="-1274" b="-2857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/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1" name="TextBox 690">
                  <a:extLst>
                    <a:ext uri="{FF2B5EF4-FFF2-40B4-BE49-F238E27FC236}">
                      <a16:creationId xmlns:a16="http://schemas.microsoft.com/office/drawing/2014/main" id="{1BABAAA4-49C4-48BF-89C9-6F6BCAD6D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4469" y="2423346"/>
                  <a:ext cx="343043" cy="307777"/>
                </a:xfrm>
                <a:prstGeom prst="rect">
                  <a:avLst/>
                </a:prstGeom>
                <a:blipFill>
                  <a:blip r:embed="rId35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/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2" name="TextBox 691">
                  <a:extLst>
                    <a:ext uri="{FF2B5EF4-FFF2-40B4-BE49-F238E27FC236}">
                      <a16:creationId xmlns:a16="http://schemas.microsoft.com/office/drawing/2014/main" id="{33EF5C54-8611-76C9-AAF4-707B4D890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8389" y="2423346"/>
                  <a:ext cx="343043" cy="307777"/>
                </a:xfrm>
                <a:prstGeom prst="rect">
                  <a:avLst/>
                </a:prstGeom>
                <a:blipFill>
                  <a:blip r:embed="rId36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/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3" name="TextBox 692">
                  <a:extLst>
                    <a:ext uri="{FF2B5EF4-FFF2-40B4-BE49-F238E27FC236}">
                      <a16:creationId xmlns:a16="http://schemas.microsoft.com/office/drawing/2014/main" id="{7020DBB1-5713-B67B-42C5-46A9FB14BB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745" y="2423346"/>
                  <a:ext cx="343043" cy="307777"/>
                </a:xfrm>
                <a:prstGeom prst="rect">
                  <a:avLst/>
                </a:prstGeom>
                <a:blipFill>
                  <a:blip r:embed="rId37"/>
                  <a:stretch>
                    <a:fillRect l="-13793" r="-13793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/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4" name="TextBox 693">
                  <a:extLst>
                    <a:ext uri="{FF2B5EF4-FFF2-40B4-BE49-F238E27FC236}">
                      <a16:creationId xmlns:a16="http://schemas.microsoft.com/office/drawing/2014/main" id="{541CDFA7-25D0-F002-00E0-791503F863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43033" y="2423346"/>
                  <a:ext cx="343043" cy="307777"/>
                </a:xfrm>
                <a:prstGeom prst="rect">
                  <a:avLst/>
                </a:prstGeom>
                <a:blipFill>
                  <a:blip r:embed="rId38"/>
                  <a:stretch>
                    <a:fillRect l="-14286" r="-1428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/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5" name="TextBox 694">
                  <a:extLst>
                    <a:ext uri="{FF2B5EF4-FFF2-40B4-BE49-F238E27FC236}">
                      <a16:creationId xmlns:a16="http://schemas.microsoft.com/office/drawing/2014/main" id="{75123DFD-EE32-17B0-DC3C-737809AD8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73587" y="2423346"/>
                  <a:ext cx="485710" cy="307777"/>
                </a:xfrm>
                <a:prstGeom prst="rect">
                  <a:avLst/>
                </a:prstGeom>
                <a:blipFill>
                  <a:blip r:embed="rId39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/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120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6" name="TextBox 695">
                  <a:extLst>
                    <a:ext uri="{FF2B5EF4-FFF2-40B4-BE49-F238E27FC236}">
                      <a16:creationId xmlns:a16="http://schemas.microsoft.com/office/drawing/2014/main" id="{267BAF05-6749-12C3-E1E5-E404B7B4EA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78674" y="2423346"/>
                  <a:ext cx="485710" cy="307777"/>
                </a:xfrm>
                <a:prstGeom prst="rect">
                  <a:avLst/>
                </a:prstGeom>
                <a:blipFill>
                  <a:blip r:embed="rId40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8CAFEFEF-64E8-723D-DFD3-518554B7350F}"/>
                </a:ext>
              </a:extLst>
            </p:cNvPr>
            <p:cNvCxnSpPr>
              <a:cxnSpLocks/>
            </p:cNvCxnSpPr>
            <p:nvPr/>
          </p:nvCxnSpPr>
          <p:spPr>
            <a:xfrm>
              <a:off x="2045999" y="849984"/>
              <a:ext cx="9720000" cy="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/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698" name="TextBox 697">
                  <a:extLst>
                    <a:ext uri="{FF2B5EF4-FFF2-40B4-BE49-F238E27FC236}">
                      <a16:creationId xmlns:a16="http://schemas.microsoft.com/office/drawing/2014/main" id="{852C2C59-7164-5445-0777-EBA8CD4DB3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62223" y="2423346"/>
                  <a:ext cx="200376" cy="307777"/>
                </a:xfrm>
                <a:prstGeom prst="rect">
                  <a:avLst/>
                </a:prstGeom>
                <a:blipFill>
                  <a:blip r:embed="rId41"/>
                  <a:stretch>
                    <a:fillRect l="-23529" r="-29412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43489DA5-A5ED-7AF4-5B7E-BB0FD369E6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6896" y="145454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9054281D-0662-1B11-DA0D-78F4F8CAC2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47080" y="2026821"/>
              <a:ext cx="0" cy="308495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01" name="Group 700">
              <a:extLst>
                <a:ext uri="{FF2B5EF4-FFF2-40B4-BE49-F238E27FC236}">
                  <a16:creationId xmlns:a16="http://schemas.microsoft.com/office/drawing/2014/main" id="{B68C2BAF-0E27-1AD2-E86D-E20A846C0259}"/>
                </a:ext>
              </a:extLst>
            </p:cNvPr>
            <p:cNvGrpSpPr/>
            <p:nvPr/>
          </p:nvGrpSpPr>
          <p:grpSpPr>
            <a:xfrm>
              <a:off x="4567846" y="1440264"/>
              <a:ext cx="45719" cy="296189"/>
              <a:chOff x="3509152" y="253612"/>
              <a:chExt cx="45719" cy="296189"/>
            </a:xfrm>
          </p:grpSpPr>
          <p:sp>
            <p:nvSpPr>
              <p:cNvPr id="754" name="Rectangle 753">
                <a:extLst>
                  <a:ext uri="{FF2B5EF4-FFF2-40B4-BE49-F238E27FC236}">
                    <a16:creationId xmlns:a16="http://schemas.microsoft.com/office/drawing/2014/main" id="{B9F40D37-0D8A-FA82-6D76-15212200CB13}"/>
                  </a:ext>
                </a:extLst>
              </p:cNvPr>
              <p:cNvSpPr/>
              <p:nvPr/>
            </p:nvSpPr>
            <p:spPr>
              <a:xfrm flipH="1">
                <a:off x="3509152" y="253612"/>
                <a:ext cx="45719" cy="289752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noFill/>
                <a:prstDash val="solid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200"/>
              </a:p>
            </p:txBody>
          </p:sp>
          <p:cxnSp>
            <p:nvCxnSpPr>
              <p:cNvPr id="755" name="Straight Connector 754">
                <a:extLst>
                  <a:ext uri="{FF2B5EF4-FFF2-40B4-BE49-F238E27FC236}">
                    <a16:creationId xmlns:a16="http://schemas.microsoft.com/office/drawing/2014/main" id="{B9AA3E7B-5FFE-C5F3-EA6D-27E2BB74DCD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2011" y="253612"/>
                <a:ext cx="0" cy="296189"/>
              </a:xfrm>
              <a:prstGeom prst="line">
                <a:avLst/>
              </a:prstGeom>
              <a:ln w="22225" cmpd="sng">
                <a:solidFill>
                  <a:schemeClr val="tx1"/>
                </a:solidFill>
                <a:prstDash val="sysDot"/>
                <a:headEnd type="none" w="med" len="lg"/>
                <a:tailEnd type="none" w="med" len="sm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5332D9A6-C986-4D55-F6D3-E44D7E654B25}"/>
                </a:ext>
              </a:extLst>
            </p:cNvPr>
            <p:cNvCxnSpPr>
              <a:cxnSpLocks/>
            </p:cNvCxnSpPr>
            <p:nvPr/>
          </p:nvCxnSpPr>
          <p:spPr>
            <a:xfrm>
              <a:off x="8459677" y="84998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8DC3D880-DCC3-0E12-9D30-7EBCF9A9359C}"/>
                </a:ext>
              </a:extLst>
            </p:cNvPr>
            <p:cNvCxnSpPr/>
            <p:nvPr/>
          </p:nvCxnSpPr>
          <p:spPr>
            <a:xfrm>
              <a:off x="9231527" y="84998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E0789C8E-4C1E-FE1E-270B-021AD50260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46255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BE649473-FA30-DDD7-36F2-F9C9B8813D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33667" y="2336662"/>
              <a:ext cx="0" cy="81508"/>
            </a:xfrm>
            <a:prstGeom prst="line">
              <a:avLst/>
            </a:prstGeom>
            <a:ln w="19050">
              <a:solidFill>
                <a:schemeClr val="tx1"/>
              </a:solidFill>
              <a:prstDash val="soli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/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140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6" name="TextBox 705">
                  <a:extLst>
                    <a:ext uri="{FF2B5EF4-FFF2-40B4-BE49-F238E27FC236}">
                      <a16:creationId xmlns:a16="http://schemas.microsoft.com/office/drawing/2014/main" id="{D29D3899-B34A-DC03-BC2E-A6253F25BA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270" y="2424692"/>
                  <a:ext cx="485710" cy="307777"/>
                </a:xfrm>
                <a:prstGeom prst="rect">
                  <a:avLst/>
                </a:prstGeom>
                <a:blipFill>
                  <a:blip r:embed="rId42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/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160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07" name="TextBox 706">
                  <a:extLst>
                    <a:ext uri="{FF2B5EF4-FFF2-40B4-BE49-F238E27FC236}">
                      <a16:creationId xmlns:a16="http://schemas.microsoft.com/office/drawing/2014/main" id="{1FEA6ED4-EBB7-74C1-1050-AE98BD932F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22246" y="2424692"/>
                  <a:ext cx="485710" cy="307777"/>
                </a:xfrm>
                <a:prstGeom prst="rect">
                  <a:avLst/>
                </a:prstGeom>
                <a:blipFill>
                  <a:blip r:embed="rId43"/>
                  <a:stretch>
                    <a:fillRect l="-12821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08" name="Straight Arrow Connector 707">
              <a:extLst>
                <a:ext uri="{FF2B5EF4-FFF2-40B4-BE49-F238E27FC236}">
                  <a16:creationId xmlns:a16="http://schemas.microsoft.com/office/drawing/2014/main" id="{BDE6A715-3152-B213-FB14-4CD08F15ED4C}"/>
                </a:ext>
              </a:extLst>
            </p:cNvPr>
            <p:cNvCxnSpPr>
              <a:cxnSpLocks/>
            </p:cNvCxnSpPr>
            <p:nvPr/>
          </p:nvCxnSpPr>
          <p:spPr>
            <a:xfrm>
              <a:off x="3056134" y="2330560"/>
              <a:ext cx="8512411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stealth" w="lg" len="lg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9" name="Straight Connector 708">
              <a:extLst>
                <a:ext uri="{FF2B5EF4-FFF2-40B4-BE49-F238E27FC236}">
                  <a16:creationId xmlns:a16="http://schemas.microsoft.com/office/drawing/2014/main" id="{0173D3AE-1231-9741-24BE-A0ADCF2C4DD5}"/>
                </a:ext>
              </a:extLst>
            </p:cNvPr>
            <p:cNvCxnSpPr/>
            <p:nvPr/>
          </p:nvCxnSpPr>
          <p:spPr>
            <a:xfrm>
              <a:off x="9841453" y="859315"/>
              <a:ext cx="0" cy="2160000"/>
            </a:xfrm>
            <a:prstGeom prst="line">
              <a:avLst/>
            </a:prstGeom>
            <a:ln w="12700" cmpd="sng">
              <a:solidFill>
                <a:schemeClr val="bg1">
                  <a:lumMod val="75000"/>
                </a:schemeClr>
              </a:solidFill>
              <a:prstDash val="sys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1" name="Straight Connector 710">
              <a:extLst>
                <a:ext uri="{FF2B5EF4-FFF2-40B4-BE49-F238E27FC236}">
                  <a16:creationId xmlns:a16="http://schemas.microsoft.com/office/drawing/2014/main" id="{0104F7D8-7806-3D64-4EAA-0F2581CA0F8D}"/>
                </a:ext>
              </a:extLst>
            </p:cNvPr>
            <p:cNvCxnSpPr>
              <a:cxnSpLocks/>
            </p:cNvCxnSpPr>
            <p:nvPr/>
          </p:nvCxnSpPr>
          <p:spPr>
            <a:xfrm>
              <a:off x="9841986" y="840934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2" name="Straight Connector 711">
              <a:extLst>
                <a:ext uri="{FF2B5EF4-FFF2-40B4-BE49-F238E27FC236}">
                  <a16:creationId xmlns:a16="http://schemas.microsoft.com/office/drawing/2014/main" id="{98C3DBE4-74EB-D403-2C48-22565B06FF22}"/>
                </a:ext>
              </a:extLst>
            </p:cNvPr>
            <p:cNvCxnSpPr/>
            <p:nvPr/>
          </p:nvCxnSpPr>
          <p:spPr>
            <a:xfrm>
              <a:off x="10624988" y="840935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3" name="Straight Connector 712">
              <a:extLst>
                <a:ext uri="{FF2B5EF4-FFF2-40B4-BE49-F238E27FC236}">
                  <a16:creationId xmlns:a16="http://schemas.microsoft.com/office/drawing/2014/main" id="{B392502D-AD0C-AEE7-E8CC-F1C45906C2F7}"/>
                </a:ext>
              </a:extLst>
            </p:cNvPr>
            <p:cNvCxnSpPr>
              <a:cxnSpLocks/>
            </p:cNvCxnSpPr>
            <p:nvPr/>
          </p:nvCxnSpPr>
          <p:spPr>
            <a:xfrm>
              <a:off x="11396840" y="831603"/>
              <a:ext cx="0" cy="2160000"/>
            </a:xfrm>
            <a:prstGeom prst="line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dash"/>
              <a:round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/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en-RU" sz="2800" dirty="0"/>
                </a:p>
              </p:txBody>
            </p:sp>
          </mc:Choice>
          <mc:Fallback xmlns="">
            <p:sp>
              <p:nvSpPr>
                <p:cNvPr id="714" name="TextBox 713">
                  <a:extLst>
                    <a:ext uri="{FF2B5EF4-FFF2-40B4-BE49-F238E27FC236}">
                      <a16:creationId xmlns:a16="http://schemas.microsoft.com/office/drawing/2014/main" id="{B4D596F5-B7E5-8773-BB92-D00037AE0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88139" y="2444919"/>
                  <a:ext cx="231602" cy="430887"/>
                </a:xfrm>
                <a:prstGeom prst="rect">
                  <a:avLst/>
                </a:prstGeom>
                <a:blipFill>
                  <a:blip r:embed="rId44"/>
                  <a:stretch>
                    <a:fillRect l="-26316" r="-21053" b="-2941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/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180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5" name="TextBox 714">
                  <a:extLst>
                    <a:ext uri="{FF2B5EF4-FFF2-40B4-BE49-F238E27FC236}">
                      <a16:creationId xmlns:a16="http://schemas.microsoft.com/office/drawing/2014/main" id="{FD367932-4E7A-C38B-C09B-45C081673F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4420" y="2425124"/>
                  <a:ext cx="485710" cy="307777"/>
                </a:xfrm>
                <a:prstGeom prst="rect">
                  <a:avLst/>
                </a:prstGeom>
                <a:blipFill>
                  <a:blip r:embed="rId45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/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sz="200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00</m:t>
                        </m:r>
                      </m:oMath>
                    </m:oMathPara>
                  </a14:m>
                  <a:endParaRPr lang="en-RU" sz="2000" dirty="0"/>
                </a:p>
              </p:txBody>
            </p:sp>
          </mc:Choice>
          <mc:Fallback xmlns="">
            <p:sp>
              <p:nvSpPr>
                <p:cNvPr id="716" name="TextBox 715">
                  <a:extLst>
                    <a:ext uri="{FF2B5EF4-FFF2-40B4-BE49-F238E27FC236}">
                      <a16:creationId xmlns:a16="http://schemas.microsoft.com/office/drawing/2014/main" id="{8E7B075B-EBF8-2C4E-10A0-9FCAD1789B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71136" y="2425124"/>
                  <a:ext cx="485710" cy="307777"/>
                </a:xfrm>
                <a:prstGeom prst="rect">
                  <a:avLst/>
                </a:prstGeom>
                <a:blipFill>
                  <a:blip r:embed="rId46"/>
                  <a:stretch>
                    <a:fillRect l="-10256" r="-10256" b="-8000"/>
                  </a:stretch>
                </a:blipFill>
              </p:spPr>
              <p:txBody>
                <a:bodyPr/>
                <a:lstStyle/>
                <a:p>
                  <a:r>
                    <a:rPr lang="en-RU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17" name="Straight Connector 716">
              <a:extLst>
                <a:ext uri="{FF2B5EF4-FFF2-40B4-BE49-F238E27FC236}">
                  <a16:creationId xmlns:a16="http://schemas.microsoft.com/office/drawing/2014/main" id="{41E21D00-D52E-AD59-D03B-52CB0269D3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49118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8" name="Straight Connector 717">
              <a:extLst>
                <a:ext uri="{FF2B5EF4-FFF2-40B4-BE49-F238E27FC236}">
                  <a16:creationId xmlns:a16="http://schemas.microsoft.com/office/drawing/2014/main" id="{1F0B386A-1496-76F5-693E-694AF49F6B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5396" y="144646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9" name="Straight Connector 718">
              <a:extLst>
                <a:ext uri="{FF2B5EF4-FFF2-40B4-BE49-F238E27FC236}">
                  <a16:creationId xmlns:a16="http://schemas.microsoft.com/office/drawing/2014/main" id="{4E8900A6-3FBF-79F5-C4B0-2658A0101FD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4455" y="145267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0" name="Straight Connector 719">
              <a:extLst>
                <a:ext uri="{FF2B5EF4-FFF2-40B4-BE49-F238E27FC236}">
                  <a16:creationId xmlns:a16="http://schemas.microsoft.com/office/drawing/2014/main" id="{48DFD2DE-F374-630F-2436-7DD0200404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31407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1" name="Straight Connector 720">
              <a:extLst>
                <a:ext uri="{FF2B5EF4-FFF2-40B4-BE49-F238E27FC236}">
                  <a16:creationId xmlns:a16="http://schemas.microsoft.com/office/drawing/2014/main" id="{2DABF6FE-044E-0009-41AD-A8CB79EB0A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09881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2" name="Straight Connector 721">
              <a:extLst>
                <a:ext uri="{FF2B5EF4-FFF2-40B4-BE49-F238E27FC236}">
                  <a16:creationId xmlns:a16="http://schemas.microsoft.com/office/drawing/2014/main" id="{E4393B36-AF87-B662-1021-D28A6DB917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570644" y="174624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E14F8425-EF61-22AD-3E67-BEF20C8A6AE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596358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4" name="Straight Connector 723">
              <a:extLst>
                <a:ext uri="{FF2B5EF4-FFF2-40B4-BE49-F238E27FC236}">
                  <a16:creationId xmlns:a16="http://schemas.microsoft.com/office/drawing/2014/main" id="{FAA3D578-ECDD-AB6A-E228-C191653934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074832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5" name="Straight Connector 724">
              <a:extLst>
                <a:ext uri="{FF2B5EF4-FFF2-40B4-BE49-F238E27FC236}">
                  <a16:creationId xmlns:a16="http://schemas.microsoft.com/office/drawing/2014/main" id="{853CFF80-3F89-3246-110C-6FC1DBA5BA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35595" y="175312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6" name="Straight Connector 725">
              <a:extLst>
                <a:ext uri="{FF2B5EF4-FFF2-40B4-BE49-F238E27FC236}">
                  <a16:creationId xmlns:a16="http://schemas.microsoft.com/office/drawing/2014/main" id="{3D42E823-E347-7728-641C-755B76540E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383181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7" name="Straight Connector 726">
              <a:extLst>
                <a:ext uri="{FF2B5EF4-FFF2-40B4-BE49-F238E27FC236}">
                  <a16:creationId xmlns:a16="http://schemas.microsoft.com/office/drawing/2014/main" id="{F0C64934-2758-AE80-DD04-9498E85BD7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61655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8" name="Straight Connector 727">
              <a:extLst>
                <a:ext uri="{FF2B5EF4-FFF2-40B4-BE49-F238E27FC236}">
                  <a16:creationId xmlns:a16="http://schemas.microsoft.com/office/drawing/2014/main" id="{FBC1E650-F5F0-6496-FB81-6FBCC473764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22418" y="1742140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9" name="Straight Connector 728">
              <a:extLst>
                <a:ext uri="{FF2B5EF4-FFF2-40B4-BE49-F238E27FC236}">
                  <a16:creationId xmlns:a16="http://schemas.microsoft.com/office/drawing/2014/main" id="{A3DDC514-487B-CC56-C253-BA01DF3270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36980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0" name="Straight Connector 729">
              <a:extLst>
                <a:ext uri="{FF2B5EF4-FFF2-40B4-BE49-F238E27FC236}">
                  <a16:creationId xmlns:a16="http://schemas.microsoft.com/office/drawing/2014/main" id="{FB015D5A-F661-7E2E-31FA-6F0735AD55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626606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1" name="Straight Connector 730">
              <a:extLst>
                <a:ext uri="{FF2B5EF4-FFF2-40B4-BE49-F238E27FC236}">
                  <a16:creationId xmlns:a16="http://schemas.microsoft.com/office/drawing/2014/main" id="{C1850FB1-F1B2-24AD-A3BD-F9528C9B357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87369" y="1749017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2" name="Straight Connector 731">
              <a:extLst>
                <a:ext uri="{FF2B5EF4-FFF2-40B4-BE49-F238E27FC236}">
                  <a16:creationId xmlns:a16="http://schemas.microsoft.com/office/drawing/2014/main" id="{3D7C342F-3D4D-02AD-323B-211D8B55E0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394582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3" name="Straight Connector 732">
              <a:extLst>
                <a:ext uri="{FF2B5EF4-FFF2-40B4-BE49-F238E27FC236}">
                  <a16:creationId xmlns:a16="http://schemas.microsoft.com/office/drawing/2014/main" id="{1DB1A33A-E0CD-99EA-E5E0-860214ED89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176871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4" name="Straight Connector 733">
              <a:extLst>
                <a:ext uri="{FF2B5EF4-FFF2-40B4-BE49-F238E27FC236}">
                  <a16:creationId xmlns:a16="http://schemas.microsoft.com/office/drawing/2014/main" id="{818BFAD6-4DD9-B508-0965-90283B40FC4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55345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5" name="Straight Connector 734">
              <a:extLst>
                <a:ext uri="{FF2B5EF4-FFF2-40B4-BE49-F238E27FC236}">
                  <a16:creationId xmlns:a16="http://schemas.microsoft.com/office/drawing/2014/main" id="{1551CD99-AE4A-9D6F-264E-B1A3872B41E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916108" y="1753974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6" name="Straight Connector 735">
              <a:extLst>
                <a:ext uri="{FF2B5EF4-FFF2-40B4-BE49-F238E27FC236}">
                  <a16:creationId xmlns:a16="http://schemas.microsoft.com/office/drawing/2014/main" id="{A55C3841-7EB8-5280-C4F3-C08C031BE12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941822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7" name="Straight Connector 736">
              <a:extLst>
                <a:ext uri="{FF2B5EF4-FFF2-40B4-BE49-F238E27FC236}">
                  <a16:creationId xmlns:a16="http://schemas.microsoft.com/office/drawing/2014/main" id="{D5AC1702-0DBE-187E-EF21-E3438D4255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420296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8" name="Straight Connector 737">
              <a:extLst>
                <a:ext uri="{FF2B5EF4-FFF2-40B4-BE49-F238E27FC236}">
                  <a16:creationId xmlns:a16="http://schemas.microsoft.com/office/drawing/2014/main" id="{86DB044B-5E15-79AB-5B16-32AA272276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81059" y="176085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9" name="Straight Connector 738">
              <a:extLst>
                <a:ext uri="{FF2B5EF4-FFF2-40B4-BE49-F238E27FC236}">
                  <a16:creationId xmlns:a16="http://schemas.microsoft.com/office/drawing/2014/main" id="{21EC2FE5-52D2-6045-0783-74AE3A1A9C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728645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0" name="Straight Connector 739">
              <a:extLst>
                <a:ext uri="{FF2B5EF4-FFF2-40B4-BE49-F238E27FC236}">
                  <a16:creationId xmlns:a16="http://schemas.microsoft.com/office/drawing/2014/main" id="{79226C98-B385-2820-C187-C8B6BF0162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207119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1" name="Straight Connector 740">
              <a:extLst>
                <a:ext uri="{FF2B5EF4-FFF2-40B4-BE49-F238E27FC236}">
                  <a16:creationId xmlns:a16="http://schemas.microsoft.com/office/drawing/2014/main" id="{6CA87F93-43A7-50E7-11B3-90D6E0B530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467882" y="1749869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2" name="Straight Connector 741">
              <a:extLst>
                <a:ext uri="{FF2B5EF4-FFF2-40B4-BE49-F238E27FC236}">
                  <a16:creationId xmlns:a16="http://schemas.microsoft.com/office/drawing/2014/main" id="{57A7507A-08E3-AC81-278D-7E442980D8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437836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3" name="Straight Connector 742">
              <a:extLst>
                <a:ext uri="{FF2B5EF4-FFF2-40B4-BE49-F238E27FC236}">
                  <a16:creationId xmlns:a16="http://schemas.microsoft.com/office/drawing/2014/main" id="{EFF5D713-B730-BB5D-AC76-8C84D12AF0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972070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9C5E51F-9757-2276-697B-91C9BB6B5F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32833" y="1756746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55088832-2204-242E-926A-263C6EF9DC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00465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914C02EB-F47A-E14C-3ED5-F291BACEC4D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839702" y="1749185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4595C78C-F5BB-C989-E596-08C00AE2E3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7288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8" name="Straight Connector 747">
              <a:extLst>
                <a:ext uri="{FF2B5EF4-FFF2-40B4-BE49-F238E27FC236}">
                  <a16:creationId xmlns:a16="http://schemas.microsoft.com/office/drawing/2014/main" id="{2783F158-EDDE-ACF2-C14C-45799E2D8F0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365762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9" name="Straight Connector 748">
              <a:extLst>
                <a:ext uri="{FF2B5EF4-FFF2-40B4-BE49-F238E27FC236}">
                  <a16:creationId xmlns:a16="http://schemas.microsoft.com/office/drawing/2014/main" id="{D04E3EA2-F908-FD9B-7CE9-ED6A36E7290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626525" y="1738203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0" name="Straight Connector 749">
              <a:extLst>
                <a:ext uri="{FF2B5EF4-FFF2-40B4-BE49-F238E27FC236}">
                  <a16:creationId xmlns:a16="http://schemas.microsoft.com/office/drawing/2014/main" id="{7C615C27-BFF6-5361-98B3-B86B956AD15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642747" y="1750891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D6E4C34F-2AF4-292B-9F61-02D17BFA826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1175838" y="20404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2" name="Freeform 751">
              <a:extLst>
                <a:ext uri="{FF2B5EF4-FFF2-40B4-BE49-F238E27FC236}">
                  <a16:creationId xmlns:a16="http://schemas.microsoft.com/office/drawing/2014/main" id="{FE7B765D-6111-E65A-5629-60070454B44C}"/>
                </a:ext>
              </a:extLst>
            </p:cNvPr>
            <p:cNvSpPr/>
            <p:nvPr/>
          </p:nvSpPr>
          <p:spPr>
            <a:xfrm>
              <a:off x="2783697" y="1384499"/>
              <a:ext cx="153745" cy="1062020"/>
            </a:xfrm>
            <a:custGeom>
              <a:avLst/>
              <a:gdLst>
                <a:gd name="csX0" fmla="*/ 61951 w 195766"/>
                <a:gd name="csY0" fmla="*/ 178 h 936906"/>
                <a:gd name="csX1" fmla="*/ 156736 w 195766"/>
                <a:gd name="csY1" fmla="*/ 11330 h 936906"/>
                <a:gd name="csX2" fmla="*/ 179039 w 195766"/>
                <a:gd name="csY2" fmla="*/ 72661 h 936906"/>
                <a:gd name="csX3" fmla="*/ 195766 w 195766"/>
                <a:gd name="csY3" fmla="*/ 290110 h 936906"/>
                <a:gd name="csX4" fmla="*/ 179039 w 195766"/>
                <a:gd name="csY4" fmla="*/ 591193 h 936906"/>
                <a:gd name="csX5" fmla="*/ 156736 w 195766"/>
                <a:gd name="csY5" fmla="*/ 853247 h 936906"/>
                <a:gd name="csX6" fmla="*/ 45224 w 195766"/>
                <a:gd name="csY6" fmla="*/ 931305 h 936906"/>
                <a:gd name="csX7" fmla="*/ 6195 w 195766"/>
                <a:gd name="csY7" fmla="*/ 725008 h 936906"/>
                <a:gd name="csX8" fmla="*/ 619 w 195766"/>
                <a:gd name="csY8" fmla="*/ 462954 h 936906"/>
                <a:gd name="csX0" fmla="*/ 61951 w 201083"/>
                <a:gd name="csY0" fmla="*/ 178 h 936626"/>
                <a:gd name="csX1" fmla="*/ 156736 w 201083"/>
                <a:gd name="csY1" fmla="*/ 11330 h 936626"/>
                <a:gd name="csX2" fmla="*/ 179039 w 201083"/>
                <a:gd name="csY2" fmla="*/ 72661 h 936626"/>
                <a:gd name="csX3" fmla="*/ 195766 w 201083"/>
                <a:gd name="csY3" fmla="*/ 290110 h 936626"/>
                <a:gd name="csX4" fmla="*/ 198089 w 201083"/>
                <a:gd name="csY4" fmla="*/ 613418 h 936626"/>
                <a:gd name="csX5" fmla="*/ 156736 w 201083"/>
                <a:gd name="csY5" fmla="*/ 853247 h 936626"/>
                <a:gd name="csX6" fmla="*/ 45224 w 201083"/>
                <a:gd name="csY6" fmla="*/ 931305 h 936626"/>
                <a:gd name="csX7" fmla="*/ 6195 w 201083"/>
                <a:gd name="csY7" fmla="*/ 725008 h 936626"/>
                <a:gd name="csX8" fmla="*/ 619 w 201083"/>
                <a:gd name="csY8" fmla="*/ 462954 h 936626"/>
                <a:gd name="csX0" fmla="*/ 61951 w 199907"/>
                <a:gd name="csY0" fmla="*/ 178 h 939906"/>
                <a:gd name="csX1" fmla="*/ 156736 w 199907"/>
                <a:gd name="csY1" fmla="*/ 11330 h 939906"/>
                <a:gd name="csX2" fmla="*/ 179039 w 199907"/>
                <a:gd name="csY2" fmla="*/ 72661 h 939906"/>
                <a:gd name="csX3" fmla="*/ 195766 w 199907"/>
                <a:gd name="csY3" fmla="*/ 290110 h 939906"/>
                <a:gd name="csX4" fmla="*/ 198089 w 199907"/>
                <a:gd name="csY4" fmla="*/ 613418 h 939906"/>
                <a:gd name="csX5" fmla="*/ 172611 w 199907"/>
                <a:gd name="csY5" fmla="*/ 872297 h 939906"/>
                <a:gd name="csX6" fmla="*/ 45224 w 199907"/>
                <a:gd name="csY6" fmla="*/ 931305 h 939906"/>
                <a:gd name="csX7" fmla="*/ 6195 w 199907"/>
                <a:gd name="csY7" fmla="*/ 725008 h 939906"/>
                <a:gd name="csX8" fmla="*/ 619 w 199907"/>
                <a:gd name="csY8" fmla="*/ 462954 h 939906"/>
                <a:gd name="csX0" fmla="*/ 61951 w 199907"/>
                <a:gd name="csY0" fmla="*/ 178 h 936876"/>
                <a:gd name="csX1" fmla="*/ 156736 w 199907"/>
                <a:gd name="csY1" fmla="*/ 11330 h 936876"/>
                <a:gd name="csX2" fmla="*/ 179039 w 199907"/>
                <a:gd name="csY2" fmla="*/ 72661 h 936876"/>
                <a:gd name="csX3" fmla="*/ 195766 w 199907"/>
                <a:gd name="csY3" fmla="*/ 290110 h 936876"/>
                <a:gd name="csX4" fmla="*/ 198089 w 199907"/>
                <a:gd name="csY4" fmla="*/ 613418 h 936876"/>
                <a:gd name="csX5" fmla="*/ 172611 w 199907"/>
                <a:gd name="csY5" fmla="*/ 872297 h 936876"/>
                <a:gd name="csX6" fmla="*/ 45224 w 199907"/>
                <a:gd name="csY6" fmla="*/ 931305 h 936876"/>
                <a:gd name="csX7" fmla="*/ 6195 w 199907"/>
                <a:gd name="csY7" fmla="*/ 769458 h 936876"/>
                <a:gd name="csX8" fmla="*/ 619 w 199907"/>
                <a:gd name="csY8" fmla="*/ 462954 h 936876"/>
                <a:gd name="csX0" fmla="*/ 61951 w 199907"/>
                <a:gd name="csY0" fmla="*/ 178 h 931261"/>
                <a:gd name="csX1" fmla="*/ 156736 w 199907"/>
                <a:gd name="csY1" fmla="*/ 11330 h 931261"/>
                <a:gd name="csX2" fmla="*/ 179039 w 199907"/>
                <a:gd name="csY2" fmla="*/ 72661 h 931261"/>
                <a:gd name="csX3" fmla="*/ 195766 w 199907"/>
                <a:gd name="csY3" fmla="*/ 290110 h 931261"/>
                <a:gd name="csX4" fmla="*/ 198089 w 199907"/>
                <a:gd name="csY4" fmla="*/ 613418 h 931261"/>
                <a:gd name="csX5" fmla="*/ 172611 w 199907"/>
                <a:gd name="csY5" fmla="*/ 872297 h 931261"/>
                <a:gd name="csX6" fmla="*/ 67449 w 199907"/>
                <a:gd name="csY6" fmla="*/ 924955 h 931261"/>
                <a:gd name="csX7" fmla="*/ 6195 w 199907"/>
                <a:gd name="csY7" fmla="*/ 769458 h 931261"/>
                <a:gd name="csX8" fmla="*/ 619 w 199907"/>
                <a:gd name="csY8" fmla="*/ 462954 h 931261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2901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907"/>
                <a:gd name="csY0" fmla="*/ 178 h 932600"/>
                <a:gd name="csX1" fmla="*/ 156736 w 199907"/>
                <a:gd name="csY1" fmla="*/ 11330 h 932600"/>
                <a:gd name="csX2" fmla="*/ 179039 w 199907"/>
                <a:gd name="csY2" fmla="*/ 72661 h 932600"/>
                <a:gd name="csX3" fmla="*/ 195766 w 199907"/>
                <a:gd name="csY3" fmla="*/ 366310 h 932600"/>
                <a:gd name="csX4" fmla="*/ 198089 w 199907"/>
                <a:gd name="csY4" fmla="*/ 613418 h 932600"/>
                <a:gd name="csX5" fmla="*/ 172611 w 199907"/>
                <a:gd name="csY5" fmla="*/ 872297 h 932600"/>
                <a:gd name="csX6" fmla="*/ 67449 w 199907"/>
                <a:gd name="csY6" fmla="*/ 924955 h 932600"/>
                <a:gd name="csX7" fmla="*/ 6195 w 199907"/>
                <a:gd name="csY7" fmla="*/ 769458 h 932600"/>
                <a:gd name="csX8" fmla="*/ 619 w 199907"/>
                <a:gd name="csY8" fmla="*/ 462954 h 932600"/>
                <a:gd name="csX0" fmla="*/ 61951 w 199793"/>
                <a:gd name="csY0" fmla="*/ 4951 h 937373"/>
                <a:gd name="csX1" fmla="*/ 156736 w 199793"/>
                <a:gd name="csY1" fmla="*/ 16103 h 937373"/>
                <a:gd name="csX2" fmla="*/ 182214 w 199793"/>
                <a:gd name="csY2" fmla="*/ 169509 h 937373"/>
                <a:gd name="csX3" fmla="*/ 195766 w 199793"/>
                <a:gd name="csY3" fmla="*/ 371083 h 937373"/>
                <a:gd name="csX4" fmla="*/ 198089 w 199793"/>
                <a:gd name="csY4" fmla="*/ 618191 h 937373"/>
                <a:gd name="csX5" fmla="*/ 172611 w 199793"/>
                <a:gd name="csY5" fmla="*/ 877070 h 937373"/>
                <a:gd name="csX6" fmla="*/ 67449 w 199793"/>
                <a:gd name="csY6" fmla="*/ 929728 h 937373"/>
                <a:gd name="csX7" fmla="*/ 6195 w 199793"/>
                <a:gd name="csY7" fmla="*/ 774231 h 937373"/>
                <a:gd name="csX8" fmla="*/ 619 w 199793"/>
                <a:gd name="csY8" fmla="*/ 467727 h 937373"/>
                <a:gd name="csX0" fmla="*/ 61951 w 199793"/>
                <a:gd name="csY0" fmla="*/ 10 h 932432"/>
                <a:gd name="csX1" fmla="*/ 156736 w 199793"/>
                <a:gd name="csY1" fmla="*/ 42912 h 932432"/>
                <a:gd name="csX2" fmla="*/ 182214 w 199793"/>
                <a:gd name="csY2" fmla="*/ 164568 h 932432"/>
                <a:gd name="csX3" fmla="*/ 195766 w 199793"/>
                <a:gd name="csY3" fmla="*/ 366142 h 932432"/>
                <a:gd name="csX4" fmla="*/ 198089 w 199793"/>
                <a:gd name="csY4" fmla="*/ 613250 h 932432"/>
                <a:gd name="csX5" fmla="*/ 172611 w 199793"/>
                <a:gd name="csY5" fmla="*/ 872129 h 932432"/>
                <a:gd name="csX6" fmla="*/ 67449 w 199793"/>
                <a:gd name="csY6" fmla="*/ 924787 h 932432"/>
                <a:gd name="csX7" fmla="*/ 6195 w 199793"/>
                <a:gd name="csY7" fmla="*/ 769290 h 932432"/>
                <a:gd name="csX8" fmla="*/ 619 w 199793"/>
                <a:gd name="csY8" fmla="*/ 462786 h 932432"/>
                <a:gd name="csX0" fmla="*/ 14326 w 199793"/>
                <a:gd name="csY0" fmla="*/ 15 h 926087"/>
                <a:gd name="csX1" fmla="*/ 156736 w 199793"/>
                <a:gd name="csY1" fmla="*/ 36567 h 926087"/>
                <a:gd name="csX2" fmla="*/ 182214 w 199793"/>
                <a:gd name="csY2" fmla="*/ 158223 h 926087"/>
                <a:gd name="csX3" fmla="*/ 195766 w 199793"/>
                <a:gd name="csY3" fmla="*/ 359797 h 926087"/>
                <a:gd name="csX4" fmla="*/ 198089 w 199793"/>
                <a:gd name="csY4" fmla="*/ 606905 h 926087"/>
                <a:gd name="csX5" fmla="*/ 172611 w 199793"/>
                <a:gd name="csY5" fmla="*/ 865784 h 926087"/>
                <a:gd name="csX6" fmla="*/ 67449 w 199793"/>
                <a:gd name="csY6" fmla="*/ 918442 h 926087"/>
                <a:gd name="csX7" fmla="*/ 6195 w 199793"/>
                <a:gd name="csY7" fmla="*/ 762945 h 926087"/>
                <a:gd name="csX8" fmla="*/ 619 w 199793"/>
                <a:gd name="csY8" fmla="*/ 456441 h 926087"/>
                <a:gd name="csX0" fmla="*/ 14326 w 201152"/>
                <a:gd name="csY0" fmla="*/ 15 h 926087"/>
                <a:gd name="csX1" fmla="*/ 156736 w 201152"/>
                <a:gd name="csY1" fmla="*/ 36567 h 926087"/>
                <a:gd name="csX2" fmla="*/ 182214 w 201152"/>
                <a:gd name="csY2" fmla="*/ 158223 h 926087"/>
                <a:gd name="csX3" fmla="*/ 198941 w 201152"/>
                <a:gd name="csY3" fmla="*/ 423297 h 926087"/>
                <a:gd name="csX4" fmla="*/ 198089 w 201152"/>
                <a:gd name="csY4" fmla="*/ 606905 h 926087"/>
                <a:gd name="csX5" fmla="*/ 172611 w 201152"/>
                <a:gd name="csY5" fmla="*/ 865784 h 926087"/>
                <a:gd name="csX6" fmla="*/ 67449 w 201152"/>
                <a:gd name="csY6" fmla="*/ 918442 h 926087"/>
                <a:gd name="csX7" fmla="*/ 6195 w 201152"/>
                <a:gd name="csY7" fmla="*/ 762945 h 926087"/>
                <a:gd name="csX8" fmla="*/ 619 w 201152"/>
                <a:gd name="csY8" fmla="*/ 456441 h 926087"/>
                <a:gd name="csX0" fmla="*/ 14326 w 200437"/>
                <a:gd name="csY0" fmla="*/ 38 h 926110"/>
                <a:gd name="csX1" fmla="*/ 156736 w 200437"/>
                <a:gd name="csY1" fmla="*/ 36590 h 926110"/>
                <a:gd name="csX2" fmla="*/ 194914 w 200437"/>
                <a:gd name="csY2" fmla="*/ 202696 h 926110"/>
                <a:gd name="csX3" fmla="*/ 198941 w 200437"/>
                <a:gd name="csY3" fmla="*/ 423320 h 926110"/>
                <a:gd name="csX4" fmla="*/ 198089 w 200437"/>
                <a:gd name="csY4" fmla="*/ 606928 h 926110"/>
                <a:gd name="csX5" fmla="*/ 172611 w 200437"/>
                <a:gd name="csY5" fmla="*/ 865807 h 926110"/>
                <a:gd name="csX6" fmla="*/ 67449 w 200437"/>
                <a:gd name="csY6" fmla="*/ 918465 h 926110"/>
                <a:gd name="csX7" fmla="*/ 6195 w 200437"/>
                <a:gd name="csY7" fmla="*/ 762968 h 926110"/>
                <a:gd name="csX8" fmla="*/ 619 w 200437"/>
                <a:gd name="csY8" fmla="*/ 456464 h 926110"/>
                <a:gd name="csX0" fmla="*/ 14326 w 200437"/>
                <a:gd name="csY0" fmla="*/ 280 h 926352"/>
                <a:gd name="csX1" fmla="*/ 140861 w 200437"/>
                <a:gd name="csY1" fmla="*/ 30482 h 926352"/>
                <a:gd name="csX2" fmla="*/ 194914 w 200437"/>
                <a:gd name="csY2" fmla="*/ 202938 h 926352"/>
                <a:gd name="csX3" fmla="*/ 198941 w 200437"/>
                <a:gd name="csY3" fmla="*/ 423562 h 926352"/>
                <a:gd name="csX4" fmla="*/ 198089 w 200437"/>
                <a:gd name="csY4" fmla="*/ 607170 h 926352"/>
                <a:gd name="csX5" fmla="*/ 172611 w 200437"/>
                <a:gd name="csY5" fmla="*/ 866049 h 926352"/>
                <a:gd name="csX6" fmla="*/ 67449 w 200437"/>
                <a:gd name="csY6" fmla="*/ 918707 h 926352"/>
                <a:gd name="csX7" fmla="*/ 6195 w 200437"/>
                <a:gd name="csY7" fmla="*/ 763210 h 926352"/>
                <a:gd name="csX8" fmla="*/ 619 w 200437"/>
                <a:gd name="csY8" fmla="*/ 456706 h 926352"/>
                <a:gd name="csX0" fmla="*/ 14326 w 200437"/>
                <a:gd name="csY0" fmla="*/ 2065 h 928137"/>
                <a:gd name="csX1" fmla="*/ 140861 w 200437"/>
                <a:gd name="csY1" fmla="*/ 32267 h 928137"/>
                <a:gd name="csX2" fmla="*/ 194914 w 200437"/>
                <a:gd name="csY2" fmla="*/ 204723 h 928137"/>
                <a:gd name="csX3" fmla="*/ 198941 w 200437"/>
                <a:gd name="csY3" fmla="*/ 425347 h 928137"/>
                <a:gd name="csX4" fmla="*/ 198089 w 200437"/>
                <a:gd name="csY4" fmla="*/ 608955 h 928137"/>
                <a:gd name="csX5" fmla="*/ 172611 w 200437"/>
                <a:gd name="csY5" fmla="*/ 867834 h 928137"/>
                <a:gd name="csX6" fmla="*/ 67449 w 200437"/>
                <a:gd name="csY6" fmla="*/ 920492 h 928137"/>
                <a:gd name="csX7" fmla="*/ 6195 w 200437"/>
                <a:gd name="csY7" fmla="*/ 764995 h 928137"/>
                <a:gd name="csX8" fmla="*/ 619 w 200437"/>
                <a:gd name="csY8" fmla="*/ 458491 h 9281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437" h="928137">
                  <a:moveTo>
                    <a:pt x="14326" y="2065"/>
                  </a:moveTo>
                  <a:cubicBezTo>
                    <a:pt x="51961" y="1601"/>
                    <a:pt x="85363" y="-11034"/>
                    <a:pt x="140861" y="32267"/>
                  </a:cubicBezTo>
                  <a:cubicBezTo>
                    <a:pt x="196359" y="75568"/>
                    <a:pt x="185234" y="139210"/>
                    <a:pt x="194914" y="204723"/>
                  </a:cubicBezTo>
                  <a:cubicBezTo>
                    <a:pt x="204594" y="270236"/>
                    <a:pt x="198412" y="357975"/>
                    <a:pt x="198941" y="425347"/>
                  </a:cubicBezTo>
                  <a:cubicBezTo>
                    <a:pt x="199470" y="492719"/>
                    <a:pt x="202477" y="535207"/>
                    <a:pt x="198089" y="608955"/>
                  </a:cubicBezTo>
                  <a:cubicBezTo>
                    <a:pt x="193701" y="682703"/>
                    <a:pt x="194384" y="815911"/>
                    <a:pt x="172611" y="867834"/>
                  </a:cubicBezTo>
                  <a:cubicBezTo>
                    <a:pt x="150838" y="919757"/>
                    <a:pt x="114235" y="940807"/>
                    <a:pt x="67449" y="920492"/>
                  </a:cubicBezTo>
                  <a:cubicBezTo>
                    <a:pt x="20663" y="900177"/>
                    <a:pt x="13629" y="843054"/>
                    <a:pt x="6195" y="764995"/>
                  </a:cubicBezTo>
                  <a:cubicBezTo>
                    <a:pt x="-1239" y="686937"/>
                    <a:pt x="-310" y="550489"/>
                    <a:pt x="619" y="458491"/>
                  </a:cubicBezTo>
                </a:path>
              </a:pathLst>
            </a:custGeom>
            <a:noFill/>
            <a:ln w="9525">
              <a:solidFill>
                <a:srgbClr val="C00000"/>
              </a:solidFill>
              <a:tailEnd type="stealt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RU"/>
            </a:p>
          </p:txBody>
        </p: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A5967A81-401B-8195-A241-EBDE4BDC5CB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19832" y="1451072"/>
              <a:ext cx="1346" cy="281191"/>
            </a:xfrm>
            <a:prstGeom prst="line">
              <a:avLst/>
            </a:prstGeom>
            <a:ln w="25400" cmpd="sng">
              <a:solidFill>
                <a:schemeClr val="tx1"/>
              </a:solidFill>
              <a:prstDash val="solid"/>
              <a:headEnd type="none" w="med" len="sm"/>
              <a:tailEnd type="stealth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6" name="TextBox 755">
            <a:extLst>
              <a:ext uri="{FF2B5EF4-FFF2-40B4-BE49-F238E27FC236}">
                <a16:creationId xmlns:a16="http://schemas.microsoft.com/office/drawing/2014/main" id="{04D67B7F-7FFC-69F4-7112-42FE9C526F53}"/>
              </a:ext>
            </a:extLst>
          </p:cNvPr>
          <p:cNvSpPr txBox="1"/>
          <p:nvPr/>
        </p:nvSpPr>
        <p:spPr>
          <a:xfrm>
            <a:off x="2242933" y="4643093"/>
            <a:ext cx="2338204" cy="230832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sz="1500" b="1" dirty="0"/>
              <a:t>Exec. Scenario B: With Opt.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/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58" name="TextBox 757">
                <a:extLst>
                  <a:ext uri="{FF2B5EF4-FFF2-40B4-BE49-F238E27FC236}">
                    <a16:creationId xmlns:a16="http://schemas.microsoft.com/office/drawing/2014/main" id="{559EF260-A31A-23B1-E67D-06265D64B0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4817" y="755072"/>
                <a:ext cx="138115" cy="155299"/>
              </a:xfrm>
              <a:prstGeom prst="rect">
                <a:avLst/>
              </a:prstGeom>
              <a:blipFill>
                <a:blip r:embed="rId47"/>
                <a:stretch>
                  <a:fillRect l="-25000" r="-16667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/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0" name="TextBox 759">
                <a:extLst>
                  <a:ext uri="{FF2B5EF4-FFF2-40B4-BE49-F238E27FC236}">
                    <a16:creationId xmlns:a16="http://schemas.microsoft.com/office/drawing/2014/main" id="{C041B98E-27A4-D0BE-5D14-305356A13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9441" y="1050636"/>
                <a:ext cx="138115" cy="155620"/>
              </a:xfrm>
              <a:prstGeom prst="rect">
                <a:avLst/>
              </a:prstGeom>
              <a:blipFill>
                <a:blip r:embed="rId48"/>
                <a:stretch>
                  <a:fillRect l="-33333" r="-8333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1" name="TextBox 760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58676" y="1346201"/>
                <a:ext cx="138115" cy="156389"/>
              </a:xfrm>
              <a:prstGeom prst="rect">
                <a:avLst/>
              </a:prstGeom>
              <a:blipFill>
                <a:blip r:embed="rId49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/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2" name="TextBox 761">
                <a:extLst>
                  <a:ext uri="{FF2B5EF4-FFF2-40B4-BE49-F238E27FC236}">
                    <a16:creationId xmlns:a16="http://schemas.microsoft.com/office/drawing/2014/main" id="{CD4C258D-F416-E031-BE82-4E1D9B848E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8519" y="1063959"/>
                <a:ext cx="140872" cy="155940"/>
              </a:xfrm>
              <a:prstGeom prst="rect">
                <a:avLst/>
              </a:prstGeom>
              <a:blipFill>
                <a:blip r:embed="rId50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/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4" name="TextBox 763">
                <a:extLst>
                  <a:ext uri="{FF2B5EF4-FFF2-40B4-BE49-F238E27FC236}">
                    <a16:creationId xmlns:a16="http://schemas.microsoft.com/office/drawing/2014/main" id="{7E325EE1-A96E-EE8D-F8E6-AAD2E80DCA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9052" y="1046020"/>
                <a:ext cx="140872" cy="156710"/>
              </a:xfrm>
              <a:prstGeom prst="rect">
                <a:avLst/>
              </a:prstGeom>
              <a:blipFill>
                <a:blip r:embed="rId51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/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5" name="TextBox 764">
                <a:extLst>
                  <a:ext uri="{FF2B5EF4-FFF2-40B4-BE49-F238E27FC236}">
                    <a16:creationId xmlns:a16="http://schemas.microsoft.com/office/drawing/2014/main" id="{6373F4C0-3947-5AE5-22CA-F38A1FCC80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3197" y="1046301"/>
                <a:ext cx="140872" cy="155299"/>
              </a:xfrm>
              <a:prstGeom prst="rect">
                <a:avLst/>
              </a:prstGeom>
              <a:blipFill>
                <a:blip r:embed="rId52"/>
                <a:stretch>
                  <a:fillRect l="-34783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67" name="TextBox 766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0436" y="1046340"/>
                <a:ext cx="140872" cy="159083"/>
              </a:xfrm>
              <a:prstGeom prst="rect">
                <a:avLst/>
              </a:prstGeom>
              <a:blipFill>
                <a:blip r:embed="rId53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3378492" y="2882428"/>
                <a:ext cx="138115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69" name="TextBox 768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8492" y="2882428"/>
                <a:ext cx="138115" cy="155299"/>
              </a:xfrm>
              <a:prstGeom prst="rect">
                <a:avLst/>
              </a:prstGeom>
              <a:blipFill>
                <a:blip r:embed="rId57"/>
                <a:stretch>
                  <a:fillRect l="-25000" t="-7692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3807777" y="3132207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3837148" y="3192553"/>
                <a:ext cx="138115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1" name="TextBox 7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7148" y="3192553"/>
                <a:ext cx="138115" cy="155620"/>
              </a:xfrm>
              <a:prstGeom prst="rect">
                <a:avLst/>
              </a:prstGeom>
              <a:blipFill>
                <a:blip r:embed="rId58"/>
                <a:stretch>
                  <a:fillRect l="-25000" r="-8333" b="-3846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2" name="Rectangle 771">
            <a:extLst>
              <a:ext uri="{FF2B5EF4-FFF2-40B4-BE49-F238E27FC236}">
                <a16:creationId xmlns:a16="http://schemas.microsoft.com/office/drawing/2014/main" id="{79579D6D-1835-78ED-6F36-2BB1A5CEEDD9}"/>
              </a:ext>
            </a:extLst>
          </p:cNvPr>
          <p:cNvSpPr/>
          <p:nvPr/>
        </p:nvSpPr>
        <p:spPr>
          <a:xfrm flipH="1">
            <a:off x="3896983" y="3427895"/>
            <a:ext cx="1517919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3" name="TextBox 772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/>
              <p:nvPr/>
            </p:nvSpPr>
            <p:spPr>
              <a:xfrm>
                <a:off x="3937299" y="3482112"/>
                <a:ext cx="138115" cy="15638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 xmlns="">
          <p:sp>
            <p:nvSpPr>
              <p:cNvPr id="773" name="TextBox 772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7299" y="3482112"/>
                <a:ext cx="138115" cy="156389"/>
              </a:xfrm>
              <a:prstGeom prst="rect">
                <a:avLst/>
              </a:prstGeom>
              <a:blipFill>
                <a:blip r:embed="rId59"/>
                <a:stretch>
                  <a:fillRect l="-33333" r="-8333" b="-30769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74" name="TextBox 7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0333" y="1051490"/>
                <a:ext cx="140872" cy="155299"/>
              </a:xfrm>
              <a:prstGeom prst="rect">
                <a:avLst/>
              </a:prstGeom>
              <a:blipFill>
                <a:blip r:embed="rId60"/>
                <a:stretch>
                  <a:fillRect l="-34783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/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0" name="TextBox 789">
                <a:extLst>
                  <a:ext uri="{FF2B5EF4-FFF2-40B4-BE49-F238E27FC236}">
                    <a16:creationId xmlns:a16="http://schemas.microsoft.com/office/drawing/2014/main" id="{9F9B306B-5CD4-D736-4C52-F43F92608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5371" y="1055321"/>
                <a:ext cx="192617" cy="155620"/>
              </a:xfrm>
              <a:prstGeom prst="rect">
                <a:avLst/>
              </a:prstGeom>
              <a:blipFill>
                <a:blip r:embed="rId61"/>
                <a:stretch>
                  <a:fillRect l="-25806" t="-384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791" name="TextBox 79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038" y="752232"/>
                <a:ext cx="140872" cy="156389"/>
              </a:xfrm>
              <a:prstGeom prst="rect">
                <a:avLst/>
              </a:prstGeom>
              <a:blipFill>
                <a:blip r:embed="rId62"/>
                <a:stretch>
                  <a:fillRect l="-30435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/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68" name="TextBox 267">
                <a:extLst>
                  <a:ext uri="{FF2B5EF4-FFF2-40B4-BE49-F238E27FC236}">
                    <a16:creationId xmlns:a16="http://schemas.microsoft.com/office/drawing/2014/main" id="{67ACF787-10F4-945B-147F-03CB2999C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5456" y="1059680"/>
                <a:ext cx="140872" cy="156902"/>
              </a:xfrm>
              <a:prstGeom prst="rect">
                <a:avLst/>
              </a:prstGeom>
              <a:blipFill>
                <a:blip r:embed="rId63"/>
                <a:stretch>
                  <a:fillRect l="-30435" t="-3846" r="-4348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6995" y="1055321"/>
                <a:ext cx="140872" cy="157031"/>
              </a:xfrm>
              <a:prstGeom prst="rect">
                <a:avLst/>
              </a:prstGeom>
              <a:blipFill>
                <a:blip r:embed="rId64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2717" y="1050435"/>
                <a:ext cx="137665" cy="156774"/>
              </a:xfrm>
              <a:prstGeom prst="rect">
                <a:avLst/>
              </a:prstGeom>
              <a:blipFill>
                <a:blip r:embed="rId65"/>
                <a:stretch>
                  <a:fillRect l="-3043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3" name="TextBox 27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591" y="1048870"/>
                <a:ext cx="192617" cy="156902"/>
              </a:xfrm>
              <a:prstGeom prst="rect">
                <a:avLst/>
              </a:prstGeom>
              <a:blipFill>
                <a:blip r:embed="rId66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01510" y="1038804"/>
                <a:ext cx="192617" cy="155940"/>
              </a:xfrm>
              <a:prstGeom prst="rect">
                <a:avLst/>
              </a:prstGeom>
              <a:blipFill>
                <a:blip r:embed="rId67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3348" y="1055526"/>
                <a:ext cx="192617" cy="156710"/>
              </a:xfrm>
              <a:prstGeom prst="rect">
                <a:avLst/>
              </a:prstGeom>
              <a:blipFill>
                <a:blip r:embed="rId68"/>
                <a:stretch>
                  <a:fillRect l="-21875" t="-3846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21161" y="1050957"/>
                <a:ext cx="192617" cy="155620"/>
              </a:xfrm>
              <a:prstGeom prst="rect">
                <a:avLst/>
              </a:prstGeom>
              <a:blipFill>
                <a:blip r:embed="rId69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434" y="1038799"/>
                <a:ext cx="192617" cy="159083"/>
              </a:xfrm>
              <a:prstGeom prst="rect">
                <a:avLst/>
              </a:prstGeom>
              <a:blipFill>
                <a:blip r:embed="rId70"/>
                <a:stretch>
                  <a:fillRect l="-21875" t="-3704" r="-6250" b="-296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9301" y="1045466"/>
                <a:ext cx="192617" cy="156902"/>
              </a:xfrm>
              <a:prstGeom prst="rect">
                <a:avLst/>
              </a:prstGeom>
              <a:blipFill>
                <a:blip r:embed="rId71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17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1144" y="1052044"/>
                <a:ext cx="192617" cy="155812"/>
              </a:xfrm>
              <a:prstGeom prst="rect">
                <a:avLst/>
              </a:prstGeom>
              <a:blipFill>
                <a:blip r:embed="rId72"/>
                <a:stretch>
                  <a:fillRect l="-21875" t="-4000" r="-3125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18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4897" y="1038799"/>
                <a:ext cx="192617" cy="157031"/>
              </a:xfrm>
              <a:prstGeom prst="rect">
                <a:avLst/>
              </a:prstGeom>
              <a:blipFill>
                <a:blip r:embed="rId73"/>
                <a:stretch>
                  <a:fillRect l="-25806" r="-6452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9391" y="1043716"/>
                <a:ext cx="189411" cy="156774"/>
              </a:xfrm>
              <a:prstGeom prst="rect">
                <a:avLst/>
              </a:prstGeom>
              <a:blipFill>
                <a:blip r:embed="rId74"/>
                <a:stretch>
                  <a:fillRect l="-22581" t="-3846" r="-322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8306" y="1056186"/>
                <a:ext cx="195375" cy="156902"/>
              </a:xfrm>
              <a:prstGeom prst="rect">
                <a:avLst/>
              </a:prstGeom>
              <a:blipFill>
                <a:blip r:embed="rId75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2488" y="1056656"/>
                <a:ext cx="195375" cy="155940"/>
              </a:xfrm>
              <a:prstGeom prst="rect">
                <a:avLst/>
              </a:prstGeom>
              <a:blipFill>
                <a:blip r:embed="rId76"/>
                <a:stretch>
                  <a:fillRect l="-21875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/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90" name="TextBox 289">
                <a:extLst>
                  <a:ext uri="{FF2B5EF4-FFF2-40B4-BE49-F238E27FC236}">
                    <a16:creationId xmlns:a16="http://schemas.microsoft.com/office/drawing/2014/main" id="{2A550079-F45F-E96C-8CE9-380EB3B69E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20018" y="1050161"/>
                <a:ext cx="195375" cy="155940"/>
              </a:xfrm>
              <a:prstGeom prst="rect">
                <a:avLst/>
              </a:prstGeom>
              <a:blipFill>
                <a:blip r:embed="rId77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4994186" y="74400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6368" y="753798"/>
                <a:ext cx="140872" cy="155620"/>
              </a:xfrm>
              <a:prstGeom prst="rect">
                <a:avLst/>
              </a:prstGeom>
              <a:blipFill>
                <a:blip r:embed="rId78"/>
                <a:stretch>
                  <a:fillRect l="-29167" t="-4000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7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8833299" y="77659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95481" y="786387"/>
                <a:ext cx="140872" cy="154979"/>
              </a:xfrm>
              <a:prstGeom prst="rect">
                <a:avLst/>
              </a:prstGeom>
              <a:blipFill>
                <a:blip r:embed="rId79"/>
                <a:stretch>
                  <a:fillRect l="-30435" t="-4000" r="-4348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1799" y="752342"/>
                <a:ext cx="140872" cy="158761"/>
              </a:xfrm>
              <a:prstGeom prst="rect">
                <a:avLst/>
              </a:prstGeom>
              <a:blipFill>
                <a:blip r:embed="rId80"/>
                <a:stretch>
                  <a:fillRect l="-34783" t="-7692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/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20" name="TextBox 319">
                <a:extLst>
                  <a:ext uri="{FF2B5EF4-FFF2-40B4-BE49-F238E27FC236}">
                    <a16:creationId xmlns:a16="http://schemas.microsoft.com/office/drawing/2014/main" id="{3CD249FB-D267-32E7-C75F-28DF07C9F3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2186" y="1347417"/>
                <a:ext cx="140872" cy="156710"/>
              </a:xfrm>
              <a:prstGeom prst="rect">
                <a:avLst/>
              </a:prstGeom>
              <a:blipFill>
                <a:blip r:embed="rId81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4" name="Straight Connector 90">
            <a:extLst>
              <a:ext uri="{FF2B5EF4-FFF2-40B4-BE49-F238E27FC236}">
                <a16:creationId xmlns:a16="http://schemas.microsoft.com/office/drawing/2014/main" id="{DC6DC92F-EB95-9110-8B93-477E92CE728D}"/>
              </a:ext>
            </a:extLst>
          </p:cNvPr>
          <p:cNvCxnSpPr>
            <a:cxnSpLocks/>
          </p:cNvCxnSpPr>
          <p:nvPr/>
        </p:nvCxnSpPr>
        <p:spPr>
          <a:xfrm flipH="1" flipV="1">
            <a:off x="10602074" y="740228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5" name="Straight Connector 150">
            <a:extLst>
              <a:ext uri="{FF2B5EF4-FFF2-40B4-BE49-F238E27FC236}">
                <a16:creationId xmlns:a16="http://schemas.microsoft.com/office/drawing/2014/main" id="{E57B2DA2-D1AD-E080-9F57-EBC32CD80B3B}"/>
              </a:ext>
            </a:extLst>
          </p:cNvPr>
          <p:cNvCxnSpPr>
            <a:cxnSpLocks/>
          </p:cNvCxnSpPr>
          <p:nvPr/>
        </p:nvCxnSpPr>
        <p:spPr>
          <a:xfrm flipV="1">
            <a:off x="10602258" y="1312505"/>
            <a:ext cx="0" cy="308495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265">
            <a:extLst>
              <a:ext uri="{FF2B5EF4-FFF2-40B4-BE49-F238E27FC236}">
                <a16:creationId xmlns:a16="http://schemas.microsoft.com/office/drawing/2014/main" id="{AE1EBFED-8B9E-50E2-5688-7E6D53A4BCF1}"/>
              </a:ext>
            </a:extLst>
          </p:cNvPr>
          <p:cNvCxnSpPr>
            <a:cxnSpLocks/>
          </p:cNvCxnSpPr>
          <p:nvPr/>
        </p:nvCxnSpPr>
        <p:spPr>
          <a:xfrm flipH="1" flipV="1">
            <a:off x="10604296" y="1031929"/>
            <a:ext cx="1346" cy="281191"/>
          </a:xfrm>
          <a:prstGeom prst="line">
            <a:avLst/>
          </a:prstGeom>
          <a:ln w="38100" cmpd="sng">
            <a:solidFill>
              <a:srgbClr val="C00000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7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5415009" y="2841724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5748788" y="2921122"/>
                <a:ext cx="140872" cy="1556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28" name="TextBox 327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48788" y="2921122"/>
                <a:ext cx="140872" cy="155620"/>
              </a:xfrm>
              <a:prstGeom prst="rect">
                <a:avLst/>
              </a:prstGeom>
              <a:blipFill>
                <a:blip r:embed="rId82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29" name="Straight Connector 291">
            <a:extLst>
              <a:ext uri="{FF2B5EF4-FFF2-40B4-BE49-F238E27FC236}">
                <a16:creationId xmlns:a16="http://schemas.microsoft.com/office/drawing/2014/main" id="{4EE54BA1-3C6D-74E8-A5EE-D286AC4E5252}"/>
              </a:ext>
            </a:extLst>
          </p:cNvPr>
          <p:cNvCxnSpPr>
            <a:cxnSpLocks/>
          </p:cNvCxnSpPr>
          <p:nvPr/>
        </p:nvCxnSpPr>
        <p:spPr>
          <a:xfrm flipH="1" flipV="1">
            <a:off x="5410934" y="283416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331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6193458" y="3154256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0" name="Straight Connector 283">
            <a:extLst>
              <a:ext uri="{FF2B5EF4-FFF2-40B4-BE49-F238E27FC236}">
                <a16:creationId xmlns:a16="http://schemas.microsoft.com/office/drawing/2014/main" id="{1BAE0068-7CBE-B3E1-29D1-492D4BAF9243}"/>
              </a:ext>
            </a:extLst>
          </p:cNvPr>
          <p:cNvCxnSpPr>
            <a:cxnSpLocks/>
          </p:cNvCxnSpPr>
          <p:nvPr/>
        </p:nvCxnSpPr>
        <p:spPr>
          <a:xfrm flipH="1" flipV="1">
            <a:off x="6184069" y="313736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238626" y="3188419"/>
                <a:ext cx="140872" cy="1552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8626" y="3188419"/>
                <a:ext cx="140872" cy="155299"/>
              </a:xfrm>
              <a:prstGeom prst="rect">
                <a:avLst/>
              </a:prstGeom>
              <a:blipFill>
                <a:blip r:embed="rId83"/>
                <a:stretch>
                  <a:fillRect l="-29167" t="-384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484469" y="1062435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3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6521045" y="3145224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35" name="Straight Connector 300">
            <a:extLst>
              <a:ext uri="{FF2B5EF4-FFF2-40B4-BE49-F238E27FC236}">
                <a16:creationId xmlns:a16="http://schemas.microsoft.com/office/drawing/2014/main" id="{1113391C-0733-5D37-D2E6-B5301F28E37D}"/>
              </a:ext>
            </a:extLst>
          </p:cNvPr>
          <p:cNvCxnSpPr>
            <a:cxnSpLocks/>
          </p:cNvCxnSpPr>
          <p:nvPr/>
        </p:nvCxnSpPr>
        <p:spPr>
          <a:xfrm flipH="1" flipV="1">
            <a:off x="6516460" y="314054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6583390" y="3195933"/>
                <a:ext cx="192617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390" y="3195933"/>
                <a:ext cx="192617" cy="156902"/>
              </a:xfrm>
              <a:prstGeom prst="rect">
                <a:avLst/>
              </a:prstGeom>
              <a:blipFill>
                <a:blip r:embed="rId84"/>
                <a:stretch>
                  <a:fillRect l="-25000" r="-312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9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6891848" y="2845120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40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6887038" y="2843883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7198193" y="2926563"/>
                <a:ext cx="140872" cy="1563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8193" y="2926563"/>
                <a:ext cx="140872" cy="156389"/>
              </a:xfrm>
              <a:prstGeom prst="rect">
                <a:avLst/>
              </a:prstGeom>
              <a:blipFill>
                <a:blip r:embed="rId85"/>
                <a:stretch>
                  <a:fillRect l="-34783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3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7653350" y="3152385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44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7652411" y="3126861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7697732" y="3186737"/>
                <a:ext cx="192617" cy="1556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7732" y="3186737"/>
                <a:ext cx="192617" cy="155620"/>
              </a:xfrm>
              <a:prstGeom prst="rect">
                <a:avLst/>
              </a:prstGeom>
              <a:blipFill>
                <a:blip r:embed="rId86"/>
                <a:stretch>
                  <a:fillRect l="-25806" t="-4000" r="-6452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080682" y="3141542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57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8083105" y="312882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137250" y="3176709"/>
                <a:ext cx="15830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59" name="TextBox 358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7250" y="3176709"/>
                <a:ext cx="158305" cy="156902"/>
              </a:xfrm>
              <a:prstGeom prst="rect">
                <a:avLst/>
              </a:prstGeom>
              <a:blipFill>
                <a:blip r:embed="rId87"/>
                <a:stretch>
                  <a:fillRect l="-38462" t="-3846" r="-19231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0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8432039" y="3125165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1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8428922" y="3111846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8481721" y="3160097"/>
                <a:ext cx="158305" cy="159083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62" name="TextBox 361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1721" y="3160097"/>
                <a:ext cx="158305" cy="159083"/>
              </a:xfrm>
              <a:prstGeom prst="rect">
                <a:avLst/>
              </a:prstGeom>
              <a:blipFill>
                <a:blip r:embed="rId88"/>
                <a:stretch>
                  <a:fillRect l="-34615" t="-3846" r="-23077" b="-346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3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8837764" y="2846091"/>
            <a:ext cx="783423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4" name="Straight Connector 266">
            <a:extLst>
              <a:ext uri="{FF2B5EF4-FFF2-40B4-BE49-F238E27FC236}">
                <a16:creationId xmlns:a16="http://schemas.microsoft.com/office/drawing/2014/main" id="{5F4EC246-A81B-802A-40DB-697FDE2FB95F}"/>
              </a:ext>
            </a:extLst>
          </p:cNvPr>
          <p:cNvCxnSpPr>
            <a:cxnSpLocks/>
          </p:cNvCxnSpPr>
          <p:nvPr/>
        </p:nvCxnSpPr>
        <p:spPr>
          <a:xfrm flipH="1" flipV="1">
            <a:off x="8832954" y="2844854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/>
              <p:nvPr/>
            </p:nvSpPr>
            <p:spPr>
              <a:xfrm>
                <a:off x="9144109" y="2927534"/>
                <a:ext cx="140872" cy="15497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65" name="TextBox 364">
                <a:extLst>
                  <a:ext uri="{FF2B5EF4-FFF2-40B4-BE49-F238E27FC236}">
                    <a16:creationId xmlns:a16="http://schemas.microsoft.com/office/drawing/2014/main" id="{973906D7-E167-E76E-428A-5628F23F5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109" y="2927534"/>
                <a:ext cx="140872" cy="154979"/>
              </a:xfrm>
              <a:prstGeom prst="rect">
                <a:avLst/>
              </a:prstGeom>
              <a:blipFill>
                <a:blip r:embed="rId89"/>
                <a:stretch>
                  <a:fillRect l="-30435" t="-3846" r="-4348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6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9599266" y="3153356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67" name="Straight Connector 301">
            <a:extLst>
              <a:ext uri="{FF2B5EF4-FFF2-40B4-BE49-F238E27FC236}">
                <a16:creationId xmlns:a16="http://schemas.microsoft.com/office/drawing/2014/main" id="{6A6C5796-7922-D62C-EDF1-7FA89B0C678A}"/>
              </a:ext>
            </a:extLst>
          </p:cNvPr>
          <p:cNvCxnSpPr>
            <a:cxnSpLocks/>
          </p:cNvCxnSpPr>
          <p:nvPr/>
        </p:nvCxnSpPr>
        <p:spPr>
          <a:xfrm flipH="1" flipV="1">
            <a:off x="9598327" y="3127832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9643648" y="3187708"/>
                <a:ext cx="192617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16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68" name="TextBox 367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648" y="3187708"/>
                <a:ext cx="192617" cy="156902"/>
              </a:xfrm>
              <a:prstGeom prst="rect">
                <a:avLst/>
              </a:prstGeom>
              <a:blipFill>
                <a:blip r:embed="rId90"/>
                <a:stretch>
                  <a:fillRect l="-25000" t="-3846" r="-3125" b="-269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9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026598" y="3142513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70" name="Straight Connector 306">
            <a:extLst>
              <a:ext uri="{FF2B5EF4-FFF2-40B4-BE49-F238E27FC236}">
                <a16:creationId xmlns:a16="http://schemas.microsoft.com/office/drawing/2014/main" id="{B5482CB2-4AC3-462F-FBD3-D40E60372C48}"/>
              </a:ext>
            </a:extLst>
          </p:cNvPr>
          <p:cNvCxnSpPr>
            <a:cxnSpLocks/>
          </p:cNvCxnSpPr>
          <p:nvPr/>
        </p:nvCxnSpPr>
        <p:spPr>
          <a:xfrm flipH="1" flipV="1">
            <a:off x="10029021" y="312979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10083166" y="3177680"/>
                <a:ext cx="158305" cy="15690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19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71" name="TextBox 370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3166" y="3177680"/>
                <a:ext cx="158305" cy="156902"/>
              </a:xfrm>
              <a:prstGeom prst="rect">
                <a:avLst/>
              </a:prstGeom>
              <a:blipFill>
                <a:blip r:embed="rId91"/>
                <a:stretch>
                  <a:fillRect l="-34615" r="-15385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2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0377955" y="3126136"/>
            <a:ext cx="84954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373" name="Straight Connector 307">
            <a:extLst>
              <a:ext uri="{FF2B5EF4-FFF2-40B4-BE49-F238E27FC236}">
                <a16:creationId xmlns:a16="http://schemas.microsoft.com/office/drawing/2014/main" id="{83C8DDD4-710D-7E7B-A667-AABB2E0161DC}"/>
              </a:ext>
            </a:extLst>
          </p:cNvPr>
          <p:cNvCxnSpPr>
            <a:cxnSpLocks/>
          </p:cNvCxnSpPr>
          <p:nvPr/>
        </p:nvCxnSpPr>
        <p:spPr>
          <a:xfrm flipH="1" flipV="1">
            <a:off x="10374838" y="3112817"/>
            <a:ext cx="1346" cy="281191"/>
          </a:xfrm>
          <a:prstGeom prst="line">
            <a:avLst/>
          </a:prstGeom>
          <a:ln>
            <a:headEnd type="none" w="med" len="sm"/>
            <a:tailEnd type="stealth" w="med" len="med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74" name="TextBox 37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10427637" y="3161068"/>
                <a:ext cx="158305" cy="15594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74" name="TextBox 373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7637" y="3161068"/>
                <a:ext cx="158305" cy="155940"/>
              </a:xfrm>
              <a:prstGeom prst="rect">
                <a:avLst/>
              </a:prstGeom>
              <a:blipFill>
                <a:blip r:embed="rId92"/>
                <a:stretch>
                  <a:fillRect l="-38462" t="-4000" r="-19231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5" name="Rectangle 575">
            <a:extLst>
              <a:ext uri="{FF2B5EF4-FFF2-40B4-BE49-F238E27FC236}">
                <a16:creationId xmlns:a16="http://schemas.microsoft.com/office/drawing/2014/main" id="{09E9E562-871F-5965-5FCB-CD2281DC8027}"/>
              </a:ext>
            </a:extLst>
          </p:cNvPr>
          <p:cNvSpPr/>
          <p:nvPr/>
        </p:nvSpPr>
        <p:spPr>
          <a:xfrm flipH="1">
            <a:off x="10596856" y="2825606"/>
            <a:ext cx="766345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/>
              <p:nvPr/>
            </p:nvSpPr>
            <p:spPr>
              <a:xfrm>
                <a:off x="10954692" y="2867333"/>
                <a:ext cx="135104" cy="15876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77" name="TextBox 376">
                <a:extLst>
                  <a:ext uri="{FF2B5EF4-FFF2-40B4-BE49-F238E27FC236}">
                    <a16:creationId xmlns:a16="http://schemas.microsoft.com/office/drawing/2014/main" id="{A0521393-9D79-F813-1B0C-93C7ABD86E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54692" y="2867333"/>
                <a:ext cx="135104" cy="158761"/>
              </a:xfrm>
              <a:prstGeom prst="rect">
                <a:avLst/>
              </a:prstGeom>
              <a:blipFill>
                <a:blip r:embed="rId93"/>
                <a:stretch>
                  <a:fillRect l="-31818" t="-7692" r="-13636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8" name="Rectangle 769">
            <a:extLst>
              <a:ext uri="{FF2B5EF4-FFF2-40B4-BE49-F238E27FC236}">
                <a16:creationId xmlns:a16="http://schemas.microsoft.com/office/drawing/2014/main" id="{D81E3B83-BAED-87C2-E965-254F44272B45}"/>
              </a:ext>
            </a:extLst>
          </p:cNvPr>
          <p:cNvSpPr/>
          <p:nvPr/>
        </p:nvSpPr>
        <p:spPr>
          <a:xfrm flipH="1">
            <a:off x="11383976" y="3117112"/>
            <a:ext cx="83102" cy="289752"/>
          </a:xfrm>
          <a:prstGeom prst="rect">
            <a:avLst/>
          </a:prstGeom>
          <a:solidFill>
            <a:srgbClr val="C00000"/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/>
              <p:nvPr/>
            </p:nvSpPr>
            <p:spPr>
              <a:xfrm>
                <a:off x="11413348" y="3177458"/>
                <a:ext cx="135104" cy="15594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79" name="TextBox 378">
                <a:extLst>
                  <a:ext uri="{FF2B5EF4-FFF2-40B4-BE49-F238E27FC236}">
                    <a16:creationId xmlns:a16="http://schemas.microsoft.com/office/drawing/2014/main" id="{AC4398E3-1BBC-AEEE-7F4D-E3D98E5566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3348" y="3177458"/>
                <a:ext cx="135104" cy="155940"/>
              </a:xfrm>
              <a:prstGeom prst="rect">
                <a:avLst/>
              </a:prstGeom>
              <a:blipFill>
                <a:blip r:embed="rId94"/>
                <a:stretch>
                  <a:fillRect l="-40909" t="-3846" r="-40909" b="-307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1" name="TextBox 380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/>
              <p:nvPr/>
            </p:nvSpPr>
            <p:spPr>
              <a:xfrm>
                <a:off x="11513499" y="3467017"/>
                <a:ext cx="135104" cy="1567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RU" sz="10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ru-RU" sz="1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RU" sz="1000" dirty="0"/>
              </a:p>
            </p:txBody>
          </p:sp>
        </mc:Choice>
        <mc:Fallback>
          <p:sp>
            <p:nvSpPr>
              <p:cNvPr id="381" name="TextBox 380">
                <a:extLst>
                  <a:ext uri="{FF2B5EF4-FFF2-40B4-BE49-F238E27FC236}">
                    <a16:creationId xmlns:a16="http://schemas.microsoft.com/office/drawing/2014/main" id="{06B9911D-2EA3-C7AE-3194-DDC2A7893A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13499" y="3467017"/>
                <a:ext cx="135104" cy="156710"/>
              </a:xfrm>
              <a:prstGeom prst="rect">
                <a:avLst/>
              </a:prstGeom>
              <a:blipFill>
                <a:blip r:embed="rId95"/>
                <a:stretch>
                  <a:fillRect l="-36364" t="-4000" r="-9091" b="-32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888448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111AA-B0F8-A44E-7DC3-B7877EE6C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Rectangle 343">
            <a:extLst>
              <a:ext uri="{FF2B5EF4-FFF2-40B4-BE49-F238E27FC236}">
                <a16:creationId xmlns:a16="http://schemas.microsoft.com/office/drawing/2014/main" id="{FFE75B8B-52BA-B1CF-2D61-84E60267BDCD}"/>
              </a:ext>
            </a:extLst>
          </p:cNvPr>
          <p:cNvSpPr/>
          <p:nvPr/>
        </p:nvSpPr>
        <p:spPr>
          <a:xfrm flipH="1">
            <a:off x="3054653" y="1747974"/>
            <a:ext cx="457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42" name="Rectangle 341">
            <a:extLst>
              <a:ext uri="{FF2B5EF4-FFF2-40B4-BE49-F238E27FC236}">
                <a16:creationId xmlns:a16="http://schemas.microsoft.com/office/drawing/2014/main" id="{5FE988A9-F440-06A4-BC77-3F558FBB8BB5}"/>
              </a:ext>
            </a:extLst>
          </p:cNvPr>
          <p:cNvSpPr/>
          <p:nvPr/>
        </p:nvSpPr>
        <p:spPr>
          <a:xfrm flipH="1">
            <a:off x="3048368" y="1444511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solidFill>
              <a:schemeClr val="tx1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409" name="Straight Connector 408">
            <a:extLst>
              <a:ext uri="{FF2B5EF4-FFF2-40B4-BE49-F238E27FC236}">
                <a16:creationId xmlns:a16="http://schemas.microsoft.com/office/drawing/2014/main" id="{E385C0A3-9FAA-92A7-1873-8B930C6B8FD8}"/>
              </a:ext>
            </a:extLst>
          </p:cNvPr>
          <p:cNvCxnSpPr>
            <a:cxnSpLocks/>
          </p:cNvCxnSpPr>
          <p:nvPr/>
        </p:nvCxnSpPr>
        <p:spPr>
          <a:xfrm>
            <a:off x="221673" y="2330560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Straight Connector 375">
            <a:extLst>
              <a:ext uri="{FF2B5EF4-FFF2-40B4-BE49-F238E27FC236}">
                <a16:creationId xmlns:a16="http://schemas.microsoft.com/office/drawing/2014/main" id="{C7BFB3EE-9734-4657-1930-27A533A06A77}"/>
              </a:ext>
            </a:extLst>
          </p:cNvPr>
          <p:cNvCxnSpPr>
            <a:cxnSpLocks/>
          </p:cNvCxnSpPr>
          <p:nvPr/>
        </p:nvCxnSpPr>
        <p:spPr>
          <a:xfrm>
            <a:off x="3048289" y="8532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458F6AC-48F4-D76D-E441-57D2F0BDC259}"/>
              </a:ext>
            </a:extLst>
          </p:cNvPr>
          <p:cNvCxnSpPr>
            <a:cxnSpLocks/>
          </p:cNvCxnSpPr>
          <p:nvPr/>
        </p:nvCxnSpPr>
        <p:spPr>
          <a:xfrm>
            <a:off x="2047674" y="2636473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DCFA379-640A-744A-C15A-849FC49F042E}"/>
              </a:ext>
            </a:extLst>
          </p:cNvPr>
          <p:cNvCxnSpPr>
            <a:cxnSpLocks/>
          </p:cNvCxnSpPr>
          <p:nvPr/>
        </p:nvCxnSpPr>
        <p:spPr>
          <a:xfrm>
            <a:off x="2068328" y="1149796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DE220541-9085-DD6E-78A4-1B097FDF8733}"/>
              </a:ext>
            </a:extLst>
          </p:cNvPr>
          <p:cNvCxnSpPr>
            <a:cxnSpLocks/>
          </p:cNvCxnSpPr>
          <p:nvPr/>
        </p:nvCxnSpPr>
        <p:spPr>
          <a:xfrm>
            <a:off x="207818" y="1445290"/>
            <a:ext cx="1152698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6132256E-A230-F8E0-CBBC-8B46A943387A}"/>
              </a:ext>
            </a:extLst>
          </p:cNvPr>
          <p:cNvCxnSpPr>
            <a:cxnSpLocks/>
          </p:cNvCxnSpPr>
          <p:nvPr/>
        </p:nvCxnSpPr>
        <p:spPr>
          <a:xfrm>
            <a:off x="193964" y="1738364"/>
            <a:ext cx="1152698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C4214EFC-D492-2179-48DB-37F61FDAA438}"/>
              </a:ext>
            </a:extLst>
          </p:cNvPr>
          <p:cNvCxnSpPr>
            <a:cxnSpLocks/>
          </p:cNvCxnSpPr>
          <p:nvPr/>
        </p:nvCxnSpPr>
        <p:spPr>
          <a:xfrm>
            <a:off x="235527" y="2041488"/>
            <a:ext cx="1140229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724EB062-4E6A-0256-4E40-147F4F94FFCC}"/>
              </a:ext>
            </a:extLst>
          </p:cNvPr>
          <p:cNvCxnSpPr>
            <a:cxnSpLocks/>
          </p:cNvCxnSpPr>
          <p:nvPr/>
        </p:nvCxnSpPr>
        <p:spPr>
          <a:xfrm>
            <a:off x="2406191" y="859315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68D80C-8DC3-5FEE-B350-F4DA6D85EB9D}"/>
              </a:ext>
            </a:extLst>
          </p:cNvPr>
          <p:cNvCxnSpPr>
            <a:cxnSpLocks/>
          </p:cNvCxnSpPr>
          <p:nvPr/>
        </p:nvCxnSpPr>
        <p:spPr>
          <a:xfrm>
            <a:off x="3828572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AF5245FF-ACE7-6E2A-0ED9-52B2AC72AD46}"/>
              </a:ext>
            </a:extLst>
          </p:cNvPr>
          <p:cNvCxnSpPr>
            <a:cxnSpLocks/>
          </p:cNvCxnSpPr>
          <p:nvPr/>
        </p:nvCxnSpPr>
        <p:spPr>
          <a:xfrm flipH="1">
            <a:off x="4597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B61F0A3D-411B-ABE1-DB29-CD76147FAD93}"/>
              </a:ext>
            </a:extLst>
          </p:cNvPr>
          <p:cNvCxnSpPr>
            <a:cxnSpLocks/>
          </p:cNvCxnSpPr>
          <p:nvPr/>
        </p:nvCxnSpPr>
        <p:spPr>
          <a:xfrm>
            <a:off x="5382549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B2E3D827-ED13-2433-365C-7CE931852449}"/>
              </a:ext>
            </a:extLst>
          </p:cNvPr>
          <p:cNvCxnSpPr>
            <a:cxnSpLocks/>
          </p:cNvCxnSpPr>
          <p:nvPr/>
        </p:nvCxnSpPr>
        <p:spPr>
          <a:xfrm flipH="1">
            <a:off x="6135313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>
            <a:extLst>
              <a:ext uri="{FF2B5EF4-FFF2-40B4-BE49-F238E27FC236}">
                <a16:creationId xmlns:a16="http://schemas.microsoft.com/office/drawing/2014/main" id="{02B019B7-2B63-B222-546F-D29735F7F978}"/>
              </a:ext>
            </a:extLst>
          </p:cNvPr>
          <p:cNvCxnSpPr>
            <a:cxnSpLocks/>
          </p:cNvCxnSpPr>
          <p:nvPr/>
        </p:nvCxnSpPr>
        <p:spPr>
          <a:xfrm>
            <a:off x="6915975" y="85931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81B7A5EC-9283-C554-621C-0C36E0E46C22}"/>
              </a:ext>
            </a:extLst>
          </p:cNvPr>
          <p:cNvCxnSpPr/>
          <p:nvPr/>
        </p:nvCxnSpPr>
        <p:spPr>
          <a:xfrm>
            <a:off x="7687825" y="85931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7209DF1C-EF31-AC18-E1E2-8E0283A3A725}"/>
              </a:ext>
            </a:extLst>
          </p:cNvPr>
          <p:cNvCxnSpPr/>
          <p:nvPr/>
        </p:nvCxnSpPr>
        <p:spPr>
          <a:xfrm flipV="1">
            <a:off x="383002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24E9D0CE-E81D-FFC8-9186-05773540B1E3}"/>
              </a:ext>
            </a:extLst>
          </p:cNvPr>
          <p:cNvCxnSpPr>
            <a:cxnSpLocks/>
          </p:cNvCxnSpPr>
          <p:nvPr/>
        </p:nvCxnSpPr>
        <p:spPr>
          <a:xfrm flipV="1">
            <a:off x="5378090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D0598722-9A54-93A9-6292-BC2F6783E486}"/>
              </a:ext>
            </a:extLst>
          </p:cNvPr>
          <p:cNvCxnSpPr>
            <a:cxnSpLocks/>
          </p:cNvCxnSpPr>
          <p:nvPr/>
        </p:nvCxnSpPr>
        <p:spPr>
          <a:xfrm flipV="1">
            <a:off x="4603559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F019F6AF-45FF-8087-2139-1527217BE635}"/>
              </a:ext>
            </a:extLst>
          </p:cNvPr>
          <p:cNvCxnSpPr>
            <a:cxnSpLocks/>
          </p:cNvCxnSpPr>
          <p:nvPr/>
        </p:nvCxnSpPr>
        <p:spPr>
          <a:xfrm flipV="1">
            <a:off x="6149478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DAF1D77E-CAFB-1271-E624-0E5631236191}"/>
              </a:ext>
            </a:extLst>
          </p:cNvPr>
          <p:cNvCxnSpPr>
            <a:cxnSpLocks/>
          </p:cNvCxnSpPr>
          <p:nvPr/>
        </p:nvCxnSpPr>
        <p:spPr>
          <a:xfrm flipV="1">
            <a:off x="691898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5DB4C4B6-FCD5-5BC7-E740-00189B8B09D5}"/>
              </a:ext>
            </a:extLst>
          </p:cNvPr>
          <p:cNvCxnSpPr>
            <a:cxnSpLocks/>
          </p:cNvCxnSpPr>
          <p:nvPr/>
        </p:nvCxnSpPr>
        <p:spPr>
          <a:xfrm flipV="1">
            <a:off x="7690095" y="2335316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/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1E66810-67C9-1DFD-AD8D-24AC472F7F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616" y="1452597"/>
                <a:ext cx="1761188" cy="257186"/>
              </a:xfrm>
              <a:prstGeom prst="rect">
                <a:avLst/>
              </a:prstGeom>
              <a:blipFill>
                <a:blip r:embed="rId2"/>
                <a:stretch>
                  <a:fillRect l="-719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/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C281C6-F456-C602-77F0-7A199ECAD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943" y="1750473"/>
                <a:ext cx="1224181" cy="257186"/>
              </a:xfrm>
              <a:prstGeom prst="rect">
                <a:avLst/>
              </a:prstGeom>
              <a:blipFill>
                <a:blip r:embed="rId3"/>
                <a:stretch>
                  <a:fillRect l="-2062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/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D46D389-427D-5A1C-D138-D8EDB1555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135" y="2054013"/>
                <a:ext cx="1982402" cy="258789"/>
              </a:xfrm>
              <a:prstGeom prst="rect">
                <a:avLst/>
              </a:prstGeom>
              <a:blipFill>
                <a:blip r:embed="rId4"/>
                <a:stretch>
                  <a:fillRect l="-637" b="-28571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/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8D2A8BB-AFBC-3565-1F69-7DAA49D3B9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24469" y="2423346"/>
                <a:ext cx="343043" cy="307777"/>
              </a:xfrm>
              <a:prstGeom prst="rect">
                <a:avLst/>
              </a:prstGeom>
              <a:blipFill>
                <a:blip r:embed="rId5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/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6D1F3F0-7216-A217-7FCF-61E295E67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8389" y="2423346"/>
                <a:ext cx="343043" cy="307777"/>
              </a:xfrm>
              <a:prstGeom prst="rect">
                <a:avLst/>
              </a:prstGeom>
              <a:blipFill>
                <a:blip r:embed="rId6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/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F9E8190-16D0-9820-93CD-E61E2701E7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9745" y="2423346"/>
                <a:ext cx="343043" cy="307777"/>
              </a:xfrm>
              <a:prstGeom prst="rect">
                <a:avLst/>
              </a:prstGeom>
              <a:blipFill>
                <a:blip r:embed="rId7"/>
                <a:stretch>
                  <a:fillRect l="-17857" r="-1428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/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44B0BF5-81C7-C04B-499A-7E10E8C26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033" y="2423346"/>
                <a:ext cx="343043" cy="307777"/>
              </a:xfrm>
              <a:prstGeom prst="rect">
                <a:avLst/>
              </a:prstGeom>
              <a:blipFill>
                <a:blip r:embed="rId8"/>
                <a:stretch>
                  <a:fillRect l="-13793" r="-13793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/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10A9A371-A50A-6656-32F1-1F4BA8E2CC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3587" y="2423346"/>
                <a:ext cx="485710" cy="307777"/>
              </a:xfrm>
              <a:prstGeom prst="rect">
                <a:avLst/>
              </a:prstGeom>
              <a:blipFill>
                <a:blip r:embed="rId9"/>
                <a:stretch>
                  <a:fillRect l="-10256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/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120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9482314-CDC9-C196-690A-36D53F1FB8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78674" y="2423346"/>
                <a:ext cx="485710" cy="307777"/>
              </a:xfrm>
              <a:prstGeom prst="rect">
                <a:avLst/>
              </a:prstGeom>
              <a:blipFill>
                <a:blip r:embed="rId10"/>
                <a:stretch>
                  <a:fillRect l="-10000" r="-10000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2" name="Straight Connector 111">
            <a:extLst>
              <a:ext uri="{FF2B5EF4-FFF2-40B4-BE49-F238E27FC236}">
                <a16:creationId xmlns:a16="http://schemas.microsoft.com/office/drawing/2014/main" id="{8024C82C-9508-63F8-B315-3FAE330F9FAC}"/>
              </a:ext>
            </a:extLst>
          </p:cNvPr>
          <p:cNvCxnSpPr>
            <a:cxnSpLocks/>
          </p:cNvCxnSpPr>
          <p:nvPr/>
        </p:nvCxnSpPr>
        <p:spPr>
          <a:xfrm>
            <a:off x="2045999" y="849984"/>
            <a:ext cx="9720000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/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E42B30DD-AF99-6460-C910-E03C31173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2223" y="2423346"/>
                <a:ext cx="200376" cy="307777"/>
              </a:xfrm>
              <a:prstGeom prst="rect">
                <a:avLst/>
              </a:prstGeom>
              <a:blipFill>
                <a:blip r:embed="rId11"/>
                <a:stretch>
                  <a:fillRect l="-29412" r="-23529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7B545F66-9894-5660-2188-16D6451E3AFE}"/>
              </a:ext>
            </a:extLst>
          </p:cNvPr>
          <p:cNvCxnSpPr>
            <a:cxnSpLocks/>
          </p:cNvCxnSpPr>
          <p:nvPr/>
        </p:nvCxnSpPr>
        <p:spPr>
          <a:xfrm flipH="1" flipV="1">
            <a:off x="3046896" y="145454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991162E1-5D7F-2B2B-1CA4-257F667111FB}"/>
              </a:ext>
            </a:extLst>
          </p:cNvPr>
          <p:cNvCxnSpPr>
            <a:cxnSpLocks/>
          </p:cNvCxnSpPr>
          <p:nvPr/>
        </p:nvCxnSpPr>
        <p:spPr>
          <a:xfrm flipV="1">
            <a:off x="3047080" y="2026821"/>
            <a:ext cx="0" cy="308495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855FF6E1-2187-3717-17A8-4503F0EB0A2D}"/>
              </a:ext>
            </a:extLst>
          </p:cNvPr>
          <p:cNvGrpSpPr/>
          <p:nvPr/>
        </p:nvGrpSpPr>
        <p:grpSpPr>
          <a:xfrm>
            <a:off x="4567846" y="1440264"/>
            <a:ext cx="45719" cy="296189"/>
            <a:chOff x="3509152" y="253612"/>
            <a:chExt cx="45719" cy="296189"/>
          </a:xfrm>
        </p:grpSpPr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F1F46139-8905-431D-2AE4-52597DDB9E6A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1FA8E03D-1AFA-4D8A-214F-ABD49FA7812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82FE98-6FFE-36C7-7471-EFA841CF94BC}"/>
              </a:ext>
            </a:extLst>
          </p:cNvPr>
          <p:cNvCxnSpPr>
            <a:cxnSpLocks/>
          </p:cNvCxnSpPr>
          <p:nvPr/>
        </p:nvCxnSpPr>
        <p:spPr>
          <a:xfrm>
            <a:off x="8459677" y="84998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D539DFAF-CC50-85D2-E29F-27E5D2C7CB67}"/>
              </a:ext>
            </a:extLst>
          </p:cNvPr>
          <p:cNvCxnSpPr/>
          <p:nvPr/>
        </p:nvCxnSpPr>
        <p:spPr>
          <a:xfrm>
            <a:off x="9231527" y="84998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20C54825-ED91-0B14-091F-BCDB62FBC4BD}"/>
              </a:ext>
            </a:extLst>
          </p:cNvPr>
          <p:cNvCxnSpPr>
            <a:cxnSpLocks/>
          </p:cNvCxnSpPr>
          <p:nvPr/>
        </p:nvCxnSpPr>
        <p:spPr>
          <a:xfrm flipV="1">
            <a:off x="846255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>
            <a:extLst>
              <a:ext uri="{FF2B5EF4-FFF2-40B4-BE49-F238E27FC236}">
                <a16:creationId xmlns:a16="http://schemas.microsoft.com/office/drawing/2014/main" id="{9E9D8EF5-C62A-9A23-66AD-2DA5C562771D}"/>
              </a:ext>
            </a:extLst>
          </p:cNvPr>
          <p:cNvCxnSpPr>
            <a:cxnSpLocks/>
          </p:cNvCxnSpPr>
          <p:nvPr/>
        </p:nvCxnSpPr>
        <p:spPr>
          <a:xfrm flipV="1">
            <a:off x="9233667" y="2336662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/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140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1" name="TextBox 190">
                <a:extLst>
                  <a:ext uri="{FF2B5EF4-FFF2-40B4-BE49-F238E27FC236}">
                    <a16:creationId xmlns:a16="http://schemas.microsoft.com/office/drawing/2014/main" id="{A4711FF9-5F8A-6EC4-5444-2D293DF01B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9270" y="2424692"/>
                <a:ext cx="485710" cy="307777"/>
              </a:xfrm>
              <a:prstGeom prst="rect">
                <a:avLst/>
              </a:prstGeom>
              <a:blipFill>
                <a:blip r:embed="rId12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/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160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92" name="TextBox 191">
                <a:extLst>
                  <a:ext uri="{FF2B5EF4-FFF2-40B4-BE49-F238E27FC236}">
                    <a16:creationId xmlns:a16="http://schemas.microsoft.com/office/drawing/2014/main" id="{75A67BA4-E950-EBD5-2CBC-285B14FD5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246" y="2424692"/>
                <a:ext cx="485710" cy="307777"/>
              </a:xfrm>
              <a:prstGeom prst="rect">
                <a:avLst/>
              </a:prstGeom>
              <a:blipFill>
                <a:blip r:embed="rId13"/>
                <a:stretch>
                  <a:fillRect l="-12821" r="-10256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9" name="Straight Arrow Connector 218">
            <a:extLst>
              <a:ext uri="{FF2B5EF4-FFF2-40B4-BE49-F238E27FC236}">
                <a16:creationId xmlns:a16="http://schemas.microsoft.com/office/drawing/2014/main" id="{11E17828-42E3-7139-6F9F-5AD6C614F0FD}"/>
              </a:ext>
            </a:extLst>
          </p:cNvPr>
          <p:cNvCxnSpPr>
            <a:cxnSpLocks/>
          </p:cNvCxnSpPr>
          <p:nvPr/>
        </p:nvCxnSpPr>
        <p:spPr>
          <a:xfrm>
            <a:off x="3056134" y="2330560"/>
            <a:ext cx="8512411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D25796F5-1A4F-8BE3-0804-F7EC50DB0BDB}"/>
              </a:ext>
            </a:extLst>
          </p:cNvPr>
          <p:cNvCxnSpPr/>
          <p:nvPr/>
        </p:nvCxnSpPr>
        <p:spPr>
          <a:xfrm>
            <a:off x="9841453" y="859315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BB77B2-990D-8CC4-4769-7C93B8887E78}"/>
              </a:ext>
            </a:extLst>
          </p:cNvPr>
          <p:cNvSpPr txBox="1"/>
          <p:nvPr/>
        </p:nvSpPr>
        <p:spPr>
          <a:xfrm>
            <a:off x="2312205" y="494286"/>
            <a:ext cx="2969211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A: No optimizations    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EA29733-3E07-507C-A533-D05308A653A9}"/>
              </a:ext>
            </a:extLst>
          </p:cNvPr>
          <p:cNvCxnSpPr>
            <a:cxnSpLocks/>
          </p:cNvCxnSpPr>
          <p:nvPr/>
        </p:nvCxnSpPr>
        <p:spPr>
          <a:xfrm>
            <a:off x="256448" y="5455339"/>
            <a:ext cx="9955188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BBE4B0-8B22-70DE-C9E2-7DD2FE0AA054}"/>
              </a:ext>
            </a:extLst>
          </p:cNvPr>
          <p:cNvCxnSpPr>
            <a:cxnSpLocks/>
          </p:cNvCxnSpPr>
          <p:nvPr/>
        </p:nvCxnSpPr>
        <p:spPr>
          <a:xfrm>
            <a:off x="3083064" y="39779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/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2A7E07-CF66-1666-C84B-F6EFAF771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6946" y="5441134"/>
                <a:ext cx="231602" cy="430887"/>
              </a:xfrm>
              <a:prstGeom prst="rect">
                <a:avLst/>
              </a:prstGeom>
              <a:blipFill>
                <a:blip r:embed="rId14"/>
                <a:stretch>
                  <a:fillRect l="-31579" r="-21053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01D3DF3-9A8F-ED0F-0688-9A736EBAD31E}"/>
              </a:ext>
            </a:extLst>
          </p:cNvPr>
          <p:cNvCxnSpPr>
            <a:cxnSpLocks/>
          </p:cNvCxnSpPr>
          <p:nvPr/>
        </p:nvCxnSpPr>
        <p:spPr>
          <a:xfrm>
            <a:off x="2082449" y="5761252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713B53-914C-0107-8AFB-AF7E9103DF48}"/>
              </a:ext>
            </a:extLst>
          </p:cNvPr>
          <p:cNvCxnSpPr>
            <a:cxnSpLocks/>
          </p:cNvCxnSpPr>
          <p:nvPr/>
        </p:nvCxnSpPr>
        <p:spPr>
          <a:xfrm>
            <a:off x="2103103" y="4274575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DEFD216-8A1F-E96A-F464-363757C103F7}"/>
              </a:ext>
            </a:extLst>
          </p:cNvPr>
          <p:cNvCxnSpPr>
            <a:cxnSpLocks/>
          </p:cNvCxnSpPr>
          <p:nvPr/>
        </p:nvCxnSpPr>
        <p:spPr>
          <a:xfrm>
            <a:off x="242593" y="4570069"/>
            <a:ext cx="996051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978DE68A-FA14-2907-2915-6A7D8E20C50B}"/>
              </a:ext>
            </a:extLst>
          </p:cNvPr>
          <p:cNvCxnSpPr>
            <a:cxnSpLocks/>
          </p:cNvCxnSpPr>
          <p:nvPr/>
        </p:nvCxnSpPr>
        <p:spPr>
          <a:xfrm>
            <a:off x="228739" y="4863143"/>
            <a:ext cx="9976041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00C2EDC-8C97-ECAA-952C-DBF316B76490}"/>
              </a:ext>
            </a:extLst>
          </p:cNvPr>
          <p:cNvCxnSpPr>
            <a:cxnSpLocks/>
          </p:cNvCxnSpPr>
          <p:nvPr/>
        </p:nvCxnSpPr>
        <p:spPr>
          <a:xfrm>
            <a:off x="270302" y="5166267"/>
            <a:ext cx="9936156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105D390B-3575-B7FE-96D7-C663FBA8A12B}"/>
              </a:ext>
            </a:extLst>
          </p:cNvPr>
          <p:cNvCxnSpPr>
            <a:cxnSpLocks/>
          </p:cNvCxnSpPr>
          <p:nvPr/>
        </p:nvCxnSpPr>
        <p:spPr>
          <a:xfrm>
            <a:off x="2440966" y="3984094"/>
            <a:ext cx="3535" cy="2161899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70A1D1B-6E11-A3B1-56ED-77FB7D602A49}"/>
              </a:ext>
            </a:extLst>
          </p:cNvPr>
          <p:cNvCxnSpPr>
            <a:cxnSpLocks/>
          </p:cNvCxnSpPr>
          <p:nvPr/>
        </p:nvCxnSpPr>
        <p:spPr>
          <a:xfrm>
            <a:off x="3863347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23FEC61-33CD-644C-86AC-FAAF0FE81777}"/>
              </a:ext>
            </a:extLst>
          </p:cNvPr>
          <p:cNvCxnSpPr>
            <a:cxnSpLocks/>
          </p:cNvCxnSpPr>
          <p:nvPr/>
        </p:nvCxnSpPr>
        <p:spPr>
          <a:xfrm flipH="1">
            <a:off x="4632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277A9AF-DDE1-D7B6-86A3-AEDCF7126658}"/>
              </a:ext>
            </a:extLst>
          </p:cNvPr>
          <p:cNvCxnSpPr>
            <a:cxnSpLocks/>
          </p:cNvCxnSpPr>
          <p:nvPr/>
        </p:nvCxnSpPr>
        <p:spPr>
          <a:xfrm>
            <a:off x="5417324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CBE5B13-FB26-4F05-96C6-83A0B1CF4E6C}"/>
              </a:ext>
            </a:extLst>
          </p:cNvPr>
          <p:cNvCxnSpPr>
            <a:cxnSpLocks/>
          </p:cNvCxnSpPr>
          <p:nvPr/>
        </p:nvCxnSpPr>
        <p:spPr>
          <a:xfrm flipH="1">
            <a:off x="6170088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9318DF5-59EE-EFC7-0117-36B9361A74FA}"/>
              </a:ext>
            </a:extLst>
          </p:cNvPr>
          <p:cNvCxnSpPr>
            <a:cxnSpLocks/>
          </p:cNvCxnSpPr>
          <p:nvPr/>
        </p:nvCxnSpPr>
        <p:spPr>
          <a:xfrm>
            <a:off x="6950750" y="398409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2951BB5-3E40-A51B-9758-5736F8180007}"/>
              </a:ext>
            </a:extLst>
          </p:cNvPr>
          <p:cNvCxnSpPr/>
          <p:nvPr/>
        </p:nvCxnSpPr>
        <p:spPr>
          <a:xfrm>
            <a:off x="7722600" y="398409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E7C025-5317-ED66-9340-9EB5E7FFB26B}"/>
              </a:ext>
            </a:extLst>
          </p:cNvPr>
          <p:cNvCxnSpPr/>
          <p:nvPr/>
        </p:nvCxnSpPr>
        <p:spPr>
          <a:xfrm flipV="1">
            <a:off x="386480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1FFE258D-FD5F-AD42-3E88-C0733CFF4011}"/>
              </a:ext>
            </a:extLst>
          </p:cNvPr>
          <p:cNvCxnSpPr>
            <a:cxnSpLocks/>
          </p:cNvCxnSpPr>
          <p:nvPr/>
        </p:nvCxnSpPr>
        <p:spPr>
          <a:xfrm flipV="1">
            <a:off x="5412865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39816927-87AA-DD20-F153-821DAA32BFCB}"/>
              </a:ext>
            </a:extLst>
          </p:cNvPr>
          <p:cNvCxnSpPr>
            <a:cxnSpLocks/>
          </p:cNvCxnSpPr>
          <p:nvPr/>
        </p:nvCxnSpPr>
        <p:spPr>
          <a:xfrm flipV="1">
            <a:off x="4638334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FE00C07-1621-CADA-F947-0375B623CA24}"/>
              </a:ext>
            </a:extLst>
          </p:cNvPr>
          <p:cNvCxnSpPr>
            <a:cxnSpLocks/>
          </p:cNvCxnSpPr>
          <p:nvPr/>
        </p:nvCxnSpPr>
        <p:spPr>
          <a:xfrm flipV="1">
            <a:off x="6184253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F9B118B-AEEE-937F-E2F1-7F283D925F39}"/>
              </a:ext>
            </a:extLst>
          </p:cNvPr>
          <p:cNvCxnSpPr>
            <a:cxnSpLocks/>
          </p:cNvCxnSpPr>
          <p:nvPr/>
        </p:nvCxnSpPr>
        <p:spPr>
          <a:xfrm flipV="1">
            <a:off x="695376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FC5DC12-FE1D-926E-76C2-583E55AFCA47}"/>
              </a:ext>
            </a:extLst>
          </p:cNvPr>
          <p:cNvCxnSpPr>
            <a:cxnSpLocks/>
          </p:cNvCxnSpPr>
          <p:nvPr/>
        </p:nvCxnSpPr>
        <p:spPr>
          <a:xfrm flipV="1">
            <a:off x="7724870" y="5460095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/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LIDAR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20,100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0CB9DDD-7439-6F13-507E-A243F122BE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404" y="4577376"/>
                <a:ext cx="1761188" cy="257186"/>
              </a:xfrm>
              <a:prstGeom prst="rect">
                <a:avLst/>
              </a:prstGeom>
              <a:blipFill>
                <a:blip r:embed="rId15"/>
                <a:stretch>
                  <a:fillRect l="-714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/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IMU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1,5</m:t>
                          </m:r>
                        </m:e>
                      </m:d>
                    </m:oMath>
                  </m:oMathPara>
                </a14:m>
                <a:endParaRPr lang="en-RU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432BDB4-DCB5-6242-0C26-EA52A3542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731" y="4875252"/>
                <a:ext cx="1224181" cy="257186"/>
              </a:xfrm>
              <a:prstGeom prst="rect">
                <a:avLst/>
              </a:prstGeom>
              <a:blipFill>
                <a:blip r:embed="rId16"/>
                <a:stretch>
                  <a:fillRect l="-2062" b="-1904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/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RU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m:rPr>
                              <m:nor/>
                            </m:rPr>
                            <a:rPr lang="en-US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CAMERA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RU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40,200</m:t>
                          </m:r>
                        </m:e>
                      </m:d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862544D-A8B9-3796-D689-C214B3DB8F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923" y="5178792"/>
                <a:ext cx="1982402" cy="258789"/>
              </a:xfrm>
              <a:prstGeom prst="rect">
                <a:avLst/>
              </a:prstGeom>
              <a:blipFill>
                <a:blip r:embed="rId17"/>
                <a:stretch>
                  <a:fillRect l="-637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/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73AEF42-7D0B-D749-E8E8-BF77DBEFB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9244" y="5548125"/>
                <a:ext cx="200375" cy="307777"/>
              </a:xfrm>
              <a:prstGeom prst="rect">
                <a:avLst/>
              </a:prstGeom>
              <a:blipFill>
                <a:blip r:embed="rId18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/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33BACFED-28AA-2EBA-AB88-CA33413023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33164" y="5548125"/>
                <a:ext cx="200375" cy="307777"/>
              </a:xfrm>
              <a:prstGeom prst="rect">
                <a:avLst/>
              </a:prstGeom>
              <a:blipFill>
                <a:blip r:embed="rId19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/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2E72EFDF-05EE-CB3C-B16C-605B7B64A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94520" y="5548125"/>
                <a:ext cx="200375" cy="307777"/>
              </a:xfrm>
              <a:prstGeom prst="rect">
                <a:avLst/>
              </a:prstGeom>
              <a:blipFill>
                <a:blip r:embed="rId20"/>
                <a:stretch>
                  <a:fillRect l="-31250" r="-31250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/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4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1BF3677-5D39-1D3B-4DC4-6A70CD57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808" y="5548125"/>
                <a:ext cx="200375" cy="307777"/>
              </a:xfrm>
              <a:prstGeom prst="rect">
                <a:avLst/>
              </a:prstGeom>
              <a:blipFill>
                <a:blip r:embed="rId21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/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5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08A99D7F-7804-C0B7-2544-111000043D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3057" y="5548125"/>
                <a:ext cx="200375" cy="307777"/>
              </a:xfrm>
              <a:prstGeom prst="rect">
                <a:avLst/>
              </a:prstGeom>
              <a:blipFill>
                <a:blip r:embed="rId22"/>
                <a:stretch>
                  <a:fillRect l="-31250" r="-31250" b="-7692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/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6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B8CA1AA-8FA3-13AD-E5C7-7EA3FBF674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3449" y="5548125"/>
                <a:ext cx="200375" cy="307777"/>
              </a:xfrm>
              <a:prstGeom prst="rect">
                <a:avLst/>
              </a:prstGeom>
              <a:blipFill>
                <a:blip r:embed="rId23"/>
                <a:stretch>
                  <a:fillRect l="-23529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6191E3AD-45B7-2A07-B2EA-7AA7AFF5231C}"/>
              </a:ext>
            </a:extLst>
          </p:cNvPr>
          <p:cNvCxnSpPr>
            <a:cxnSpLocks/>
          </p:cNvCxnSpPr>
          <p:nvPr/>
        </p:nvCxnSpPr>
        <p:spPr>
          <a:xfrm>
            <a:off x="2080774" y="3974763"/>
            <a:ext cx="8100002" cy="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/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2442110-06D8-E6A3-60D7-D22BD1062B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998" y="5548125"/>
                <a:ext cx="200376" cy="307777"/>
              </a:xfrm>
              <a:prstGeom prst="rect">
                <a:avLst/>
              </a:prstGeom>
              <a:blipFill>
                <a:blip r:embed="rId24"/>
                <a:stretch>
                  <a:fillRect l="-29412" r="-23529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9" name="Rectangle 68">
            <a:extLst>
              <a:ext uri="{FF2B5EF4-FFF2-40B4-BE49-F238E27FC236}">
                <a16:creationId xmlns:a16="http://schemas.microsoft.com/office/drawing/2014/main" id="{184A314D-01CA-8CEA-0068-03F7813D4883}"/>
              </a:ext>
            </a:extLst>
          </p:cNvPr>
          <p:cNvSpPr/>
          <p:nvPr/>
        </p:nvSpPr>
        <p:spPr>
          <a:xfrm flipH="1">
            <a:off x="3096154" y="4575807"/>
            <a:ext cx="7671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0EF8CE7A-A814-32A8-4AF1-66443F03CDBB}"/>
              </a:ext>
            </a:extLst>
          </p:cNvPr>
          <p:cNvCxnSpPr>
            <a:cxnSpLocks/>
          </p:cNvCxnSpPr>
          <p:nvPr/>
        </p:nvCxnSpPr>
        <p:spPr>
          <a:xfrm flipH="1" flipV="1">
            <a:off x="3087146" y="4579323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6CBD5A5-82F1-981F-FC18-3284C7E56759}"/>
              </a:ext>
            </a:extLst>
          </p:cNvPr>
          <p:cNvCxnSpPr>
            <a:cxnSpLocks/>
          </p:cNvCxnSpPr>
          <p:nvPr/>
        </p:nvCxnSpPr>
        <p:spPr>
          <a:xfrm>
            <a:off x="3866812" y="4566290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2AC9C4-E056-BCE6-CCA6-C72BAA141AA6}"/>
              </a:ext>
            </a:extLst>
          </p:cNvPr>
          <p:cNvCxnSpPr>
            <a:cxnSpLocks/>
          </p:cNvCxnSpPr>
          <p:nvPr/>
        </p:nvCxnSpPr>
        <p:spPr>
          <a:xfrm>
            <a:off x="3085141" y="457496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7EC73978-D0FE-747E-8933-7C8F8D81E3FF}"/>
              </a:ext>
            </a:extLst>
          </p:cNvPr>
          <p:cNvSpPr/>
          <p:nvPr/>
        </p:nvSpPr>
        <p:spPr>
          <a:xfrm flipH="1">
            <a:off x="3844445" y="4866202"/>
            <a:ext cx="156841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8C7B2998-FDD6-ADFA-4E78-19599BBA423D}"/>
              </a:ext>
            </a:extLst>
          </p:cNvPr>
          <p:cNvCxnSpPr>
            <a:cxnSpLocks/>
          </p:cNvCxnSpPr>
          <p:nvPr/>
        </p:nvCxnSpPr>
        <p:spPr>
          <a:xfrm flipV="1">
            <a:off x="3862861" y="4871019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E953D81-6F30-FE06-FA55-71520A548837}"/>
              </a:ext>
            </a:extLst>
          </p:cNvPr>
          <p:cNvCxnSpPr>
            <a:cxnSpLocks/>
          </p:cNvCxnSpPr>
          <p:nvPr/>
        </p:nvCxnSpPr>
        <p:spPr>
          <a:xfrm>
            <a:off x="5412864" y="486486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6DBD4AAE-BE76-1F63-B956-E3C56DD24E79}"/>
              </a:ext>
            </a:extLst>
          </p:cNvPr>
          <p:cNvSpPr/>
          <p:nvPr/>
        </p:nvSpPr>
        <p:spPr>
          <a:xfrm flipH="1">
            <a:off x="3090908" y="5156193"/>
            <a:ext cx="2322629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AE1BD9E-ED2C-2962-5844-FF1B7DEAE99F}"/>
              </a:ext>
            </a:extLst>
          </p:cNvPr>
          <p:cNvCxnSpPr>
            <a:cxnSpLocks/>
          </p:cNvCxnSpPr>
          <p:nvPr/>
        </p:nvCxnSpPr>
        <p:spPr>
          <a:xfrm flipV="1">
            <a:off x="3087330" y="5151600"/>
            <a:ext cx="0" cy="30849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F795B806-9C89-6555-16EC-AC8207B073AE}"/>
              </a:ext>
            </a:extLst>
          </p:cNvPr>
          <p:cNvCxnSpPr>
            <a:cxnSpLocks/>
          </p:cNvCxnSpPr>
          <p:nvPr/>
        </p:nvCxnSpPr>
        <p:spPr>
          <a:xfrm>
            <a:off x="5412928" y="5158386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F565700-F6BF-B9CF-9E1A-895C9CA29C2F}"/>
              </a:ext>
            </a:extLst>
          </p:cNvPr>
          <p:cNvCxnSpPr>
            <a:cxnSpLocks/>
          </p:cNvCxnSpPr>
          <p:nvPr/>
        </p:nvCxnSpPr>
        <p:spPr>
          <a:xfrm>
            <a:off x="3087143" y="5158386"/>
            <a:ext cx="2336432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ectangle 79">
            <a:extLst>
              <a:ext uri="{FF2B5EF4-FFF2-40B4-BE49-F238E27FC236}">
                <a16:creationId xmlns:a16="http://schemas.microsoft.com/office/drawing/2014/main" id="{3C565FB7-8594-54EA-1886-75663C91EA3D}"/>
              </a:ext>
            </a:extLst>
          </p:cNvPr>
          <p:cNvSpPr/>
          <p:nvPr/>
        </p:nvSpPr>
        <p:spPr>
          <a:xfrm flipH="1">
            <a:off x="5423976" y="4574560"/>
            <a:ext cx="750545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56B47107-EC1D-6C6C-C6CF-D533B656AE1F}"/>
              </a:ext>
            </a:extLst>
          </p:cNvPr>
          <p:cNvCxnSpPr>
            <a:cxnSpLocks/>
          </p:cNvCxnSpPr>
          <p:nvPr/>
        </p:nvCxnSpPr>
        <p:spPr>
          <a:xfrm flipH="1" flipV="1">
            <a:off x="5414968" y="457807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B9E608CF-407B-CA41-C8B2-98038C5D2B35}"/>
              </a:ext>
            </a:extLst>
          </p:cNvPr>
          <p:cNvCxnSpPr>
            <a:cxnSpLocks/>
          </p:cNvCxnSpPr>
          <p:nvPr/>
        </p:nvCxnSpPr>
        <p:spPr>
          <a:xfrm>
            <a:off x="6181572" y="4565043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17498F4F-F6E4-A442-0FD7-D3B0D1F3AF51}"/>
              </a:ext>
            </a:extLst>
          </p:cNvPr>
          <p:cNvCxnSpPr>
            <a:cxnSpLocks/>
          </p:cNvCxnSpPr>
          <p:nvPr/>
        </p:nvCxnSpPr>
        <p:spPr>
          <a:xfrm>
            <a:off x="5412963" y="4573719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535D8EF-F4E1-2646-8A91-C0A4C38FB1F6}"/>
              </a:ext>
            </a:extLst>
          </p:cNvPr>
          <p:cNvCxnSpPr>
            <a:cxnSpLocks/>
          </p:cNvCxnSpPr>
          <p:nvPr/>
        </p:nvCxnSpPr>
        <p:spPr>
          <a:xfrm>
            <a:off x="3085141" y="4862378"/>
            <a:ext cx="3093758" cy="3824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8" name="Group 87">
            <a:extLst>
              <a:ext uri="{FF2B5EF4-FFF2-40B4-BE49-F238E27FC236}">
                <a16:creationId xmlns:a16="http://schemas.microsoft.com/office/drawing/2014/main" id="{2F0E1158-A695-5E5D-D630-89C4F0945B83}"/>
              </a:ext>
            </a:extLst>
          </p:cNvPr>
          <p:cNvGrpSpPr/>
          <p:nvPr/>
        </p:nvGrpSpPr>
        <p:grpSpPr>
          <a:xfrm>
            <a:off x="4602621" y="4565043"/>
            <a:ext cx="45719" cy="296189"/>
            <a:chOff x="3509152" y="253612"/>
            <a:chExt cx="45719" cy="296189"/>
          </a:xfrm>
        </p:grpSpPr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E4CDAB6C-F71A-EFC0-C834-78FB33463658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6D7E793-0F5E-F97F-2DF4-D96872E2434B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22225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877D363A-1699-0251-E4EB-BA3E3BB87F31}"/>
              </a:ext>
            </a:extLst>
          </p:cNvPr>
          <p:cNvSpPr/>
          <p:nvPr/>
        </p:nvSpPr>
        <p:spPr>
          <a:xfrm flipH="1">
            <a:off x="6952783" y="4568854"/>
            <a:ext cx="762778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7E51BF81-FD43-D8F5-726D-022D827B7D19}"/>
              </a:ext>
            </a:extLst>
          </p:cNvPr>
          <p:cNvCxnSpPr>
            <a:cxnSpLocks/>
          </p:cNvCxnSpPr>
          <p:nvPr/>
        </p:nvCxnSpPr>
        <p:spPr>
          <a:xfrm>
            <a:off x="7722721" y="4565285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91E49B03-7FD7-AE3A-7902-F3A8BC03A107}"/>
              </a:ext>
            </a:extLst>
          </p:cNvPr>
          <p:cNvCxnSpPr>
            <a:cxnSpLocks/>
          </p:cNvCxnSpPr>
          <p:nvPr/>
        </p:nvCxnSpPr>
        <p:spPr>
          <a:xfrm>
            <a:off x="6953760" y="4569850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2B7EDBFA-E6A9-B910-CFDE-1F8927240E49}"/>
              </a:ext>
            </a:extLst>
          </p:cNvPr>
          <p:cNvCxnSpPr>
            <a:cxnSpLocks/>
          </p:cNvCxnSpPr>
          <p:nvPr/>
        </p:nvCxnSpPr>
        <p:spPr>
          <a:xfrm>
            <a:off x="8494452" y="3974762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E3F235C6-8059-D973-8D49-454A7F6BE4EB}"/>
              </a:ext>
            </a:extLst>
          </p:cNvPr>
          <p:cNvCxnSpPr/>
          <p:nvPr/>
        </p:nvCxnSpPr>
        <p:spPr>
          <a:xfrm>
            <a:off x="9266302" y="397476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380CB85-32D1-5123-8BDD-2831184F094E}"/>
              </a:ext>
            </a:extLst>
          </p:cNvPr>
          <p:cNvCxnSpPr>
            <a:cxnSpLocks/>
          </p:cNvCxnSpPr>
          <p:nvPr/>
        </p:nvCxnSpPr>
        <p:spPr>
          <a:xfrm flipV="1">
            <a:off x="849733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584FC6B1-ABBB-94B4-BC1C-A6310E13F1FD}"/>
              </a:ext>
            </a:extLst>
          </p:cNvPr>
          <p:cNvCxnSpPr>
            <a:cxnSpLocks/>
          </p:cNvCxnSpPr>
          <p:nvPr/>
        </p:nvCxnSpPr>
        <p:spPr>
          <a:xfrm flipV="1">
            <a:off x="9268442" y="5461441"/>
            <a:ext cx="0" cy="81508"/>
          </a:xfrm>
          <a:prstGeom prst="line">
            <a:avLst/>
          </a:prstGeom>
          <a:ln w="19050">
            <a:solidFill>
              <a:schemeClr val="tx1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/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2828DADA-899C-FB90-DA5C-44677EE4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94045" y="5549471"/>
                <a:ext cx="200375" cy="307777"/>
              </a:xfrm>
              <a:prstGeom prst="rect">
                <a:avLst/>
              </a:prstGeom>
              <a:blipFill>
                <a:blip r:embed="rId25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/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9281BD1-2413-B43D-4570-8D15EA5A89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57021" y="5549471"/>
                <a:ext cx="200375" cy="307777"/>
              </a:xfrm>
              <a:prstGeom prst="rect">
                <a:avLst/>
              </a:prstGeom>
              <a:blipFill>
                <a:blip r:embed="rId26"/>
                <a:stretch>
                  <a:fillRect l="-23529" r="-29412" b="-384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835D9F9-E3D6-DF1D-9751-87FD9E5116F8}"/>
              </a:ext>
            </a:extLst>
          </p:cNvPr>
          <p:cNvGrpSpPr/>
          <p:nvPr/>
        </p:nvGrpSpPr>
        <p:grpSpPr>
          <a:xfrm>
            <a:off x="6144527" y="5162025"/>
            <a:ext cx="45719" cy="296189"/>
            <a:chOff x="3509152" y="253612"/>
            <a:chExt cx="45719" cy="296189"/>
          </a:xfrm>
        </p:grpSpPr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C19E68D-A5D0-3819-0114-CA4BECE5324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5E1FF7DD-C8DB-28FD-3936-31C42061D9CD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C42E5D53-F636-BF46-A438-A69E31FE80CB}"/>
              </a:ext>
            </a:extLst>
          </p:cNvPr>
          <p:cNvGrpSpPr/>
          <p:nvPr/>
        </p:nvGrpSpPr>
        <p:grpSpPr>
          <a:xfrm>
            <a:off x="6144491" y="4870175"/>
            <a:ext cx="45719" cy="296189"/>
            <a:chOff x="3509152" y="253612"/>
            <a:chExt cx="45719" cy="296189"/>
          </a:xfrm>
        </p:grpSpPr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0190EF6C-6DE8-7C70-4196-8187971CB9FB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1576E4DB-B2E1-6AC3-5E98-9D27032C734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6" name="Rectangle 125">
            <a:extLst>
              <a:ext uri="{FF2B5EF4-FFF2-40B4-BE49-F238E27FC236}">
                <a16:creationId xmlns:a16="http://schemas.microsoft.com/office/drawing/2014/main" id="{CEE0F5FA-D35C-4235-36BD-F894039BD7FA}"/>
              </a:ext>
            </a:extLst>
          </p:cNvPr>
          <p:cNvSpPr/>
          <p:nvPr/>
        </p:nvSpPr>
        <p:spPr>
          <a:xfrm flipH="1">
            <a:off x="6207403" y="4868944"/>
            <a:ext cx="1508009" cy="289752"/>
          </a:xfrm>
          <a:prstGeom prst="rect">
            <a:avLst/>
          </a:prstGeom>
          <a:solidFill>
            <a:schemeClr val="bg1">
              <a:lumMod val="6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45E966D5-EA3E-6C0E-F002-A4A6FDF54A20}"/>
              </a:ext>
            </a:extLst>
          </p:cNvPr>
          <p:cNvCxnSpPr>
            <a:cxnSpLocks/>
          </p:cNvCxnSpPr>
          <p:nvPr/>
        </p:nvCxnSpPr>
        <p:spPr>
          <a:xfrm flipV="1">
            <a:off x="6200390" y="4861232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6A51F05-E086-9EAC-ED00-24F2AF79E2CD}"/>
              </a:ext>
            </a:extLst>
          </p:cNvPr>
          <p:cNvCxnSpPr>
            <a:cxnSpLocks/>
          </p:cNvCxnSpPr>
          <p:nvPr/>
        </p:nvCxnSpPr>
        <p:spPr>
          <a:xfrm>
            <a:off x="6198448" y="4862378"/>
            <a:ext cx="152325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EF83B9D5-23DB-8359-174E-B227EE25A6AF}"/>
              </a:ext>
            </a:extLst>
          </p:cNvPr>
          <p:cNvCxnSpPr>
            <a:cxnSpLocks/>
          </p:cNvCxnSpPr>
          <p:nvPr/>
        </p:nvCxnSpPr>
        <p:spPr>
          <a:xfrm>
            <a:off x="7719766" y="4868944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60F48D2-8CAB-DA4E-8E58-9CCBA276C9CE}"/>
              </a:ext>
            </a:extLst>
          </p:cNvPr>
          <p:cNvSpPr/>
          <p:nvPr/>
        </p:nvSpPr>
        <p:spPr>
          <a:xfrm flipH="1">
            <a:off x="8500119" y="4572076"/>
            <a:ext cx="762778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C3DC757B-C86D-4BC0-A748-0CA855DC913A}"/>
              </a:ext>
            </a:extLst>
          </p:cNvPr>
          <p:cNvCxnSpPr>
            <a:cxnSpLocks/>
          </p:cNvCxnSpPr>
          <p:nvPr/>
        </p:nvCxnSpPr>
        <p:spPr>
          <a:xfrm>
            <a:off x="9270057" y="4568507"/>
            <a:ext cx="0" cy="296189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D25A64E0-EB3A-0A46-F494-976F3BC24000}"/>
              </a:ext>
            </a:extLst>
          </p:cNvPr>
          <p:cNvCxnSpPr>
            <a:cxnSpLocks/>
          </p:cNvCxnSpPr>
          <p:nvPr/>
        </p:nvCxnSpPr>
        <p:spPr>
          <a:xfrm>
            <a:off x="8501096" y="4573072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7AD73EE9-DC69-846E-B6AB-989CF900A037}"/>
              </a:ext>
            </a:extLst>
          </p:cNvPr>
          <p:cNvCxnSpPr>
            <a:cxnSpLocks/>
          </p:cNvCxnSpPr>
          <p:nvPr/>
        </p:nvCxnSpPr>
        <p:spPr>
          <a:xfrm>
            <a:off x="8494452" y="4861206"/>
            <a:ext cx="774290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1424AA75-6CEF-ED37-0032-BA97EB3F85E0}"/>
              </a:ext>
            </a:extLst>
          </p:cNvPr>
          <p:cNvGrpSpPr/>
          <p:nvPr/>
        </p:nvGrpSpPr>
        <p:grpSpPr>
          <a:xfrm>
            <a:off x="6892035" y="4565721"/>
            <a:ext cx="45719" cy="296189"/>
            <a:chOff x="3509152" y="253612"/>
            <a:chExt cx="45719" cy="296189"/>
          </a:xfrm>
        </p:grpSpPr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DE6ED69B-7BAA-BFE6-F5C8-B47F1F0ECCAE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B612991E-3C01-E510-DD2E-74C3DF8C9B90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C60B10D4-67C7-F13B-10EF-EF96BC092AB0}"/>
              </a:ext>
            </a:extLst>
          </p:cNvPr>
          <p:cNvCxnSpPr>
            <a:cxnSpLocks/>
          </p:cNvCxnSpPr>
          <p:nvPr/>
        </p:nvCxnSpPr>
        <p:spPr>
          <a:xfrm flipH="1" flipV="1">
            <a:off x="6947409" y="4573964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C7576311-E018-8321-2E65-AAC7E351C24A}"/>
              </a:ext>
            </a:extLst>
          </p:cNvPr>
          <p:cNvGrpSpPr/>
          <p:nvPr/>
        </p:nvGrpSpPr>
        <p:grpSpPr>
          <a:xfrm>
            <a:off x="8439290" y="4572679"/>
            <a:ext cx="45719" cy="296189"/>
            <a:chOff x="3509152" y="253612"/>
            <a:chExt cx="45719" cy="296189"/>
          </a:xfrm>
        </p:grpSpPr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91C36540-AEB4-D03F-4A29-9C7058CC16F7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51E9A47F-5673-14F5-C4A1-E4AF873F5867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45A0444-71C0-33E6-16AC-1DB89DF639B3}"/>
              </a:ext>
            </a:extLst>
          </p:cNvPr>
          <p:cNvCxnSpPr>
            <a:cxnSpLocks/>
          </p:cNvCxnSpPr>
          <p:nvPr/>
        </p:nvCxnSpPr>
        <p:spPr>
          <a:xfrm flipH="1" flipV="1">
            <a:off x="8494745" y="4577186"/>
            <a:ext cx="1346" cy="281191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54A71E1E-FE89-B9CD-13EA-CF50D6A162D9}"/>
              </a:ext>
            </a:extLst>
          </p:cNvPr>
          <p:cNvGrpSpPr/>
          <p:nvPr/>
        </p:nvGrpSpPr>
        <p:grpSpPr>
          <a:xfrm>
            <a:off x="8439290" y="4872077"/>
            <a:ext cx="45719" cy="296189"/>
            <a:chOff x="3509152" y="253612"/>
            <a:chExt cx="45719" cy="296189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9A74AF29-5786-481A-5B0C-6EFC312C5B2F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57" name="Straight Connector 156">
              <a:extLst>
                <a:ext uri="{FF2B5EF4-FFF2-40B4-BE49-F238E27FC236}">
                  <a16:creationId xmlns:a16="http://schemas.microsoft.com/office/drawing/2014/main" id="{619AFF33-5B2B-571B-007E-3A827A0AF262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8" name="Rectangle 157">
            <a:extLst>
              <a:ext uri="{FF2B5EF4-FFF2-40B4-BE49-F238E27FC236}">
                <a16:creationId xmlns:a16="http://schemas.microsoft.com/office/drawing/2014/main" id="{A0EE2306-0DCE-E503-13BB-4A7F413471B7}"/>
              </a:ext>
            </a:extLst>
          </p:cNvPr>
          <p:cNvSpPr/>
          <p:nvPr/>
        </p:nvSpPr>
        <p:spPr>
          <a:xfrm flipH="1">
            <a:off x="6209647" y="5163461"/>
            <a:ext cx="733280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1F8D4AF7-A42F-7AB9-E005-2B9F54BED620}"/>
              </a:ext>
            </a:extLst>
          </p:cNvPr>
          <p:cNvCxnSpPr>
            <a:cxnSpLocks/>
          </p:cNvCxnSpPr>
          <p:nvPr/>
        </p:nvCxnSpPr>
        <p:spPr>
          <a:xfrm flipV="1">
            <a:off x="6200203" y="5161010"/>
            <a:ext cx="0" cy="284935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sm"/>
            <a:tailEnd type="stealth" w="med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B25689A5-7F96-CD90-B20D-B7E6028FDA91}"/>
              </a:ext>
            </a:extLst>
          </p:cNvPr>
          <p:cNvCxnSpPr>
            <a:cxnSpLocks/>
          </p:cNvCxnSpPr>
          <p:nvPr/>
        </p:nvCxnSpPr>
        <p:spPr>
          <a:xfrm flipV="1">
            <a:off x="3090909" y="5455339"/>
            <a:ext cx="6776403" cy="0"/>
          </a:xfrm>
          <a:prstGeom prst="straightConnector1">
            <a:avLst/>
          </a:prstGeom>
          <a:ln w="31750">
            <a:solidFill>
              <a:schemeClr val="tx1"/>
            </a:solidFill>
            <a:tailEnd type="stealth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99F8398-0537-E1C0-AE64-9751E1890347}"/>
              </a:ext>
            </a:extLst>
          </p:cNvPr>
          <p:cNvSpPr/>
          <p:nvPr/>
        </p:nvSpPr>
        <p:spPr>
          <a:xfrm flipH="1">
            <a:off x="7732491" y="5159015"/>
            <a:ext cx="1524726" cy="28975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076CBF7C-0497-FB44-9777-3E26516E7214}"/>
              </a:ext>
            </a:extLst>
          </p:cNvPr>
          <p:cNvCxnSpPr>
            <a:cxnSpLocks/>
          </p:cNvCxnSpPr>
          <p:nvPr/>
        </p:nvCxnSpPr>
        <p:spPr>
          <a:xfrm>
            <a:off x="6192161" y="5155954"/>
            <a:ext cx="3074141" cy="0"/>
          </a:xfrm>
          <a:prstGeom prst="line">
            <a:avLst/>
          </a:prstGeom>
          <a:ln w="19050" cmpd="sng">
            <a:solidFill>
              <a:schemeClr val="tx1"/>
            </a:solidFill>
            <a:prstDash val="solid"/>
            <a:headEnd type="none" w="med" len="lg"/>
            <a:tailEnd type="non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FBE785B6-4FE8-32D6-41E6-0E384D1885F3}"/>
              </a:ext>
            </a:extLst>
          </p:cNvPr>
          <p:cNvSpPr/>
          <p:nvPr/>
        </p:nvSpPr>
        <p:spPr>
          <a:xfrm flipH="1">
            <a:off x="6958304" y="5164712"/>
            <a:ext cx="756352" cy="280898"/>
          </a:xfrm>
          <a:prstGeom prst="rect">
            <a:avLst/>
          </a:prstGeom>
          <a:pattFill prst="wdUpDiag">
            <a:fgClr>
              <a:schemeClr val="tx1">
                <a:lumMod val="50000"/>
                <a:lumOff val="50000"/>
              </a:schemeClr>
            </a:fgClr>
            <a:bgClr>
              <a:schemeClr val="bg1"/>
            </a:bgClr>
          </a:pattFill>
          <a:ln w="12700" cmpd="sng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05DA1ECA-1288-6B62-51E9-CF223A01D83F}"/>
              </a:ext>
            </a:extLst>
          </p:cNvPr>
          <p:cNvGrpSpPr/>
          <p:nvPr/>
        </p:nvGrpSpPr>
        <p:grpSpPr>
          <a:xfrm>
            <a:off x="9737955" y="4783223"/>
            <a:ext cx="45719" cy="296189"/>
            <a:chOff x="3509152" y="253612"/>
            <a:chExt cx="45719" cy="296189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6C7505AC-DE03-BA62-271B-63212F7FCF80}"/>
                </a:ext>
              </a:extLst>
            </p:cNvPr>
            <p:cNvSpPr/>
            <p:nvPr/>
          </p:nvSpPr>
          <p:spPr>
            <a:xfrm flipH="1">
              <a:off x="3509152" y="253612"/>
              <a:ext cx="45719" cy="289752"/>
            </a:xfrm>
            <a:prstGeom prst="rect">
              <a:avLst/>
            </a:prstGeom>
            <a:solidFill>
              <a:schemeClr val="bg1"/>
            </a:solidFill>
            <a:ln w="12700" cmpd="sng">
              <a:noFill/>
              <a:prstDash val="soli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364BCCD2-57A2-62B8-37B4-07DCFEAD62A9}"/>
                </a:ext>
              </a:extLst>
            </p:cNvPr>
            <p:cNvCxnSpPr>
              <a:cxnSpLocks/>
            </p:cNvCxnSpPr>
            <p:nvPr/>
          </p:nvCxnSpPr>
          <p:spPr>
            <a:xfrm>
              <a:off x="3532011" y="253612"/>
              <a:ext cx="0" cy="296189"/>
            </a:xfrm>
            <a:prstGeom prst="line">
              <a:avLst/>
            </a:prstGeom>
            <a:ln w="19050" cmpd="sng">
              <a:solidFill>
                <a:schemeClr val="tx1"/>
              </a:solidFill>
              <a:prstDash val="sysDot"/>
              <a:headEnd type="none" w="med" len="lg"/>
              <a:tailEnd type="none" w="med" len="sm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/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2F095FA7-3ABC-A212-A8DE-5EED27E4EC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1834" y="4577999"/>
                <a:ext cx="215636" cy="261610"/>
              </a:xfrm>
              <a:prstGeom prst="rect">
                <a:avLst/>
              </a:prstGeom>
              <a:blipFill>
                <a:blip r:embed="rId27"/>
                <a:stretch>
                  <a:fillRect l="-27778" r="-5556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/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C32959B2-8D6A-6676-71B4-E656F09F28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3964" y="4859979"/>
                <a:ext cx="220701" cy="261610"/>
              </a:xfrm>
              <a:prstGeom prst="rect">
                <a:avLst/>
              </a:prstGeom>
              <a:blipFill>
                <a:blip r:embed="rId28"/>
                <a:stretch>
                  <a:fillRect l="-27778" r="-11111" b="-22727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/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RU" sz="17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7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sz="17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lang="en-RU" sz="1700" dirty="0"/>
              </a:p>
            </p:txBody>
          </p:sp>
        </mc:Choice>
        <mc:Fallback xmlns="">
          <p:sp>
            <p:nvSpPr>
              <p:cNvPr id="177" name="TextBox 176">
                <a:extLst>
                  <a:ext uri="{FF2B5EF4-FFF2-40B4-BE49-F238E27FC236}">
                    <a16:creationId xmlns:a16="http://schemas.microsoft.com/office/drawing/2014/main" id="{799C315D-5FA2-3443-F9E8-CBE7190A52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4899" y="5167061"/>
                <a:ext cx="220701" cy="261610"/>
              </a:xfrm>
              <a:prstGeom prst="rect">
                <a:avLst/>
              </a:prstGeom>
              <a:blipFill>
                <a:blip r:embed="rId29"/>
                <a:stretch>
                  <a:fillRect l="-26316" r="-5263" b="-2381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2EE341B9-DC53-B2CD-555B-23F2C100752D}"/>
              </a:ext>
            </a:extLst>
          </p:cNvPr>
          <p:cNvCxnSpPr/>
          <p:nvPr/>
        </p:nvCxnSpPr>
        <p:spPr>
          <a:xfrm>
            <a:off x="9876228" y="3984094"/>
            <a:ext cx="0" cy="2160000"/>
          </a:xfrm>
          <a:prstGeom prst="line">
            <a:avLst/>
          </a:prstGeom>
          <a:ln w="12700" cmpd="sng">
            <a:solidFill>
              <a:schemeClr val="bg1">
                <a:lumMod val="75000"/>
              </a:schemeClr>
            </a:solidFill>
            <a:prstDash val="sys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B7BD66DE-2AC4-CEBB-183D-8FDD30B557DC}"/>
              </a:ext>
            </a:extLst>
          </p:cNvPr>
          <p:cNvSpPr txBox="1"/>
          <p:nvPr/>
        </p:nvSpPr>
        <p:spPr>
          <a:xfrm>
            <a:off x="2346980" y="3619065"/>
            <a:ext cx="3153556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RU" b="1" dirty="0"/>
              <a:t>Scenario B: With optimizations    </a:t>
            </a:r>
          </a:p>
        </p:txBody>
      </p: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77FE543E-8938-AA61-E814-73C2B4F6D98F}"/>
              </a:ext>
            </a:extLst>
          </p:cNvPr>
          <p:cNvCxnSpPr>
            <a:cxnSpLocks/>
          </p:cNvCxnSpPr>
          <p:nvPr/>
        </p:nvCxnSpPr>
        <p:spPr>
          <a:xfrm>
            <a:off x="9841986" y="840934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8115BBF0-F270-912E-FD9B-01ED0D2E5606}"/>
              </a:ext>
            </a:extLst>
          </p:cNvPr>
          <p:cNvCxnSpPr/>
          <p:nvPr/>
        </p:nvCxnSpPr>
        <p:spPr>
          <a:xfrm>
            <a:off x="10624988" y="840935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3BE43B13-C7A1-4CBA-AB59-5A8946EB9600}"/>
              </a:ext>
            </a:extLst>
          </p:cNvPr>
          <p:cNvCxnSpPr>
            <a:cxnSpLocks/>
          </p:cNvCxnSpPr>
          <p:nvPr/>
        </p:nvCxnSpPr>
        <p:spPr>
          <a:xfrm>
            <a:off x="11396840" y="831603"/>
            <a:ext cx="0" cy="2160000"/>
          </a:xfrm>
          <a:prstGeom prst="line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dash"/>
            <a:round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/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en-RU" sz="28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0534E-A551-3013-8A4D-33F845C276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88139" y="2444919"/>
                <a:ext cx="231602" cy="430887"/>
              </a:xfrm>
              <a:prstGeom prst="rect">
                <a:avLst/>
              </a:prstGeom>
              <a:blipFill>
                <a:blip r:embed="rId30"/>
                <a:stretch>
                  <a:fillRect l="-26316" r="-26316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/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180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58" name="TextBox 257">
                <a:extLst>
                  <a:ext uri="{FF2B5EF4-FFF2-40B4-BE49-F238E27FC236}">
                    <a16:creationId xmlns:a16="http://schemas.microsoft.com/office/drawing/2014/main" id="{DC3CC6B2-C8A7-9170-F885-E7714BC0D3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4420" y="2425124"/>
                <a:ext cx="485710" cy="307777"/>
              </a:xfrm>
              <a:prstGeom prst="rect">
                <a:avLst/>
              </a:prstGeom>
              <a:blipFill>
                <a:blip r:embed="rId31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/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00</m:t>
                      </m:r>
                    </m:oMath>
                  </m:oMathPara>
                </a14:m>
                <a:endParaRPr lang="en-RU" sz="2000" dirty="0"/>
              </a:p>
            </p:txBody>
          </p:sp>
        </mc:Choice>
        <mc:Fallback xmlns="">
          <p:sp>
            <p:nvSpPr>
              <p:cNvPr id="265" name="TextBox 264">
                <a:extLst>
                  <a:ext uri="{FF2B5EF4-FFF2-40B4-BE49-F238E27FC236}">
                    <a16:creationId xmlns:a16="http://schemas.microsoft.com/office/drawing/2014/main" id="{057E6C19-FCD3-7ADA-195A-7DCAB396F8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1136" y="2425124"/>
                <a:ext cx="485710" cy="307777"/>
              </a:xfrm>
              <a:prstGeom prst="rect">
                <a:avLst/>
              </a:prstGeom>
              <a:blipFill>
                <a:blip r:embed="rId32"/>
                <a:stretch>
                  <a:fillRect l="-10256" r="-12821" b="-400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6" name="Straight Connector 265">
            <a:extLst>
              <a:ext uri="{FF2B5EF4-FFF2-40B4-BE49-F238E27FC236}">
                <a16:creationId xmlns:a16="http://schemas.microsoft.com/office/drawing/2014/main" id="{258F52FC-B7F5-1D71-8A5C-698884671F4A}"/>
              </a:ext>
            </a:extLst>
          </p:cNvPr>
          <p:cNvCxnSpPr>
            <a:cxnSpLocks/>
          </p:cNvCxnSpPr>
          <p:nvPr/>
        </p:nvCxnSpPr>
        <p:spPr>
          <a:xfrm flipH="1" flipV="1">
            <a:off x="3049118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341C7393-775D-9DC1-CE86-1BC0ABBF088C}"/>
              </a:ext>
            </a:extLst>
          </p:cNvPr>
          <p:cNvCxnSpPr>
            <a:cxnSpLocks/>
          </p:cNvCxnSpPr>
          <p:nvPr/>
        </p:nvCxnSpPr>
        <p:spPr>
          <a:xfrm flipH="1" flipV="1">
            <a:off x="6915396" y="144646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1" name="Straight Connector 270">
            <a:extLst>
              <a:ext uri="{FF2B5EF4-FFF2-40B4-BE49-F238E27FC236}">
                <a16:creationId xmlns:a16="http://schemas.microsoft.com/office/drawing/2014/main" id="{EF505F86-26B5-CF55-04C9-743508068CF7}"/>
              </a:ext>
            </a:extLst>
          </p:cNvPr>
          <p:cNvCxnSpPr>
            <a:cxnSpLocks/>
          </p:cNvCxnSpPr>
          <p:nvPr/>
        </p:nvCxnSpPr>
        <p:spPr>
          <a:xfrm flipH="1" flipV="1">
            <a:off x="10624455" y="145267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Straight Connector 271">
            <a:extLst>
              <a:ext uri="{FF2B5EF4-FFF2-40B4-BE49-F238E27FC236}">
                <a16:creationId xmlns:a16="http://schemas.microsoft.com/office/drawing/2014/main" id="{B1DF358C-9FD6-B3A3-D0C7-94A768FFFA57}"/>
              </a:ext>
            </a:extLst>
          </p:cNvPr>
          <p:cNvCxnSpPr>
            <a:cxnSpLocks/>
          </p:cNvCxnSpPr>
          <p:nvPr/>
        </p:nvCxnSpPr>
        <p:spPr>
          <a:xfrm flipH="1" flipV="1">
            <a:off x="3831407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Straight Connector 275">
            <a:extLst>
              <a:ext uri="{FF2B5EF4-FFF2-40B4-BE49-F238E27FC236}">
                <a16:creationId xmlns:a16="http://schemas.microsoft.com/office/drawing/2014/main" id="{758C2338-EB9C-47A3-7EA8-0FA48CBB0699}"/>
              </a:ext>
            </a:extLst>
          </p:cNvPr>
          <p:cNvCxnSpPr>
            <a:cxnSpLocks/>
          </p:cNvCxnSpPr>
          <p:nvPr/>
        </p:nvCxnSpPr>
        <p:spPr>
          <a:xfrm flipH="1" flipV="1">
            <a:off x="3309881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Straight Connector 276">
            <a:extLst>
              <a:ext uri="{FF2B5EF4-FFF2-40B4-BE49-F238E27FC236}">
                <a16:creationId xmlns:a16="http://schemas.microsoft.com/office/drawing/2014/main" id="{E3DF97B6-C467-045F-8D82-5604F24AA000}"/>
              </a:ext>
            </a:extLst>
          </p:cNvPr>
          <p:cNvCxnSpPr>
            <a:cxnSpLocks/>
          </p:cNvCxnSpPr>
          <p:nvPr/>
        </p:nvCxnSpPr>
        <p:spPr>
          <a:xfrm flipH="1" flipV="1">
            <a:off x="3570644" y="174624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Straight Connector 277">
            <a:extLst>
              <a:ext uri="{FF2B5EF4-FFF2-40B4-BE49-F238E27FC236}">
                <a16:creationId xmlns:a16="http://schemas.microsoft.com/office/drawing/2014/main" id="{D22C176B-BEFF-2634-BFF4-42F80623FBFD}"/>
              </a:ext>
            </a:extLst>
          </p:cNvPr>
          <p:cNvCxnSpPr>
            <a:cxnSpLocks/>
          </p:cNvCxnSpPr>
          <p:nvPr/>
        </p:nvCxnSpPr>
        <p:spPr>
          <a:xfrm flipH="1" flipV="1">
            <a:off x="4596358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13556242-2008-E3A3-AA4A-D8CEFF50AFFC}"/>
              </a:ext>
            </a:extLst>
          </p:cNvPr>
          <p:cNvCxnSpPr>
            <a:cxnSpLocks/>
          </p:cNvCxnSpPr>
          <p:nvPr/>
        </p:nvCxnSpPr>
        <p:spPr>
          <a:xfrm flipH="1" flipV="1">
            <a:off x="4074832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53716952-B0E6-E46F-1027-7E70A896621C}"/>
              </a:ext>
            </a:extLst>
          </p:cNvPr>
          <p:cNvCxnSpPr>
            <a:cxnSpLocks/>
          </p:cNvCxnSpPr>
          <p:nvPr/>
        </p:nvCxnSpPr>
        <p:spPr>
          <a:xfrm flipH="1" flipV="1">
            <a:off x="4335595" y="175312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Straight Connector 286">
            <a:extLst>
              <a:ext uri="{FF2B5EF4-FFF2-40B4-BE49-F238E27FC236}">
                <a16:creationId xmlns:a16="http://schemas.microsoft.com/office/drawing/2014/main" id="{02696865-12BB-86AA-D548-58FCE8E9E43B}"/>
              </a:ext>
            </a:extLst>
          </p:cNvPr>
          <p:cNvCxnSpPr>
            <a:cxnSpLocks/>
          </p:cNvCxnSpPr>
          <p:nvPr/>
        </p:nvCxnSpPr>
        <p:spPr>
          <a:xfrm flipH="1" flipV="1">
            <a:off x="5383181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Straight Connector 290">
            <a:extLst>
              <a:ext uri="{FF2B5EF4-FFF2-40B4-BE49-F238E27FC236}">
                <a16:creationId xmlns:a16="http://schemas.microsoft.com/office/drawing/2014/main" id="{E119F766-5255-7C42-E6DF-5549978A6BF6}"/>
              </a:ext>
            </a:extLst>
          </p:cNvPr>
          <p:cNvCxnSpPr>
            <a:cxnSpLocks/>
          </p:cNvCxnSpPr>
          <p:nvPr/>
        </p:nvCxnSpPr>
        <p:spPr>
          <a:xfrm flipH="1" flipV="1">
            <a:off x="4861655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968622F5-FC46-C411-716A-EAEFB978F692}"/>
              </a:ext>
            </a:extLst>
          </p:cNvPr>
          <p:cNvCxnSpPr>
            <a:cxnSpLocks/>
          </p:cNvCxnSpPr>
          <p:nvPr/>
        </p:nvCxnSpPr>
        <p:spPr>
          <a:xfrm flipH="1" flipV="1">
            <a:off x="5122418" y="1742140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Straight Connector 292">
            <a:extLst>
              <a:ext uri="{FF2B5EF4-FFF2-40B4-BE49-F238E27FC236}">
                <a16:creationId xmlns:a16="http://schemas.microsoft.com/office/drawing/2014/main" id="{F1E0AFCB-3695-F951-DA9B-BDE2E4A3585C}"/>
              </a:ext>
            </a:extLst>
          </p:cNvPr>
          <p:cNvCxnSpPr>
            <a:cxnSpLocks/>
          </p:cNvCxnSpPr>
          <p:nvPr/>
        </p:nvCxnSpPr>
        <p:spPr>
          <a:xfrm flipH="1" flipV="1">
            <a:off x="6136980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Straight Connector 293">
            <a:extLst>
              <a:ext uri="{FF2B5EF4-FFF2-40B4-BE49-F238E27FC236}">
                <a16:creationId xmlns:a16="http://schemas.microsoft.com/office/drawing/2014/main" id="{8B53B513-8945-0023-0EAA-F275CC5FE572}"/>
              </a:ext>
            </a:extLst>
          </p:cNvPr>
          <p:cNvCxnSpPr>
            <a:cxnSpLocks/>
          </p:cNvCxnSpPr>
          <p:nvPr/>
        </p:nvCxnSpPr>
        <p:spPr>
          <a:xfrm flipH="1" flipV="1">
            <a:off x="5626606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Straight Connector 294">
            <a:extLst>
              <a:ext uri="{FF2B5EF4-FFF2-40B4-BE49-F238E27FC236}">
                <a16:creationId xmlns:a16="http://schemas.microsoft.com/office/drawing/2014/main" id="{401745D5-9081-0260-C3C2-1B5B1E27FFF1}"/>
              </a:ext>
            </a:extLst>
          </p:cNvPr>
          <p:cNvCxnSpPr>
            <a:cxnSpLocks/>
          </p:cNvCxnSpPr>
          <p:nvPr/>
        </p:nvCxnSpPr>
        <p:spPr>
          <a:xfrm flipH="1" flipV="1">
            <a:off x="5887369" y="1749017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6" name="Straight Connector 295">
            <a:extLst>
              <a:ext uri="{FF2B5EF4-FFF2-40B4-BE49-F238E27FC236}">
                <a16:creationId xmlns:a16="http://schemas.microsoft.com/office/drawing/2014/main" id="{AA927BA1-54BE-CE58-92A7-BFFFF0467085}"/>
              </a:ext>
            </a:extLst>
          </p:cNvPr>
          <p:cNvCxnSpPr>
            <a:cxnSpLocks/>
          </p:cNvCxnSpPr>
          <p:nvPr/>
        </p:nvCxnSpPr>
        <p:spPr>
          <a:xfrm flipH="1" flipV="1">
            <a:off x="6394582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Connector 299">
            <a:extLst>
              <a:ext uri="{FF2B5EF4-FFF2-40B4-BE49-F238E27FC236}">
                <a16:creationId xmlns:a16="http://schemas.microsoft.com/office/drawing/2014/main" id="{4C96ADD9-5A79-635E-9A08-12975108B19C}"/>
              </a:ext>
            </a:extLst>
          </p:cNvPr>
          <p:cNvCxnSpPr>
            <a:cxnSpLocks/>
          </p:cNvCxnSpPr>
          <p:nvPr/>
        </p:nvCxnSpPr>
        <p:spPr>
          <a:xfrm flipH="1" flipV="1">
            <a:off x="7176871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Straight Connector 300">
            <a:extLst>
              <a:ext uri="{FF2B5EF4-FFF2-40B4-BE49-F238E27FC236}">
                <a16:creationId xmlns:a16="http://schemas.microsoft.com/office/drawing/2014/main" id="{7A6C67ED-D05F-D7B1-A627-9DB2E5628E3F}"/>
              </a:ext>
            </a:extLst>
          </p:cNvPr>
          <p:cNvCxnSpPr>
            <a:cxnSpLocks/>
          </p:cNvCxnSpPr>
          <p:nvPr/>
        </p:nvCxnSpPr>
        <p:spPr>
          <a:xfrm flipH="1" flipV="1">
            <a:off x="6655345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Straight Connector 301">
            <a:extLst>
              <a:ext uri="{FF2B5EF4-FFF2-40B4-BE49-F238E27FC236}">
                <a16:creationId xmlns:a16="http://schemas.microsoft.com/office/drawing/2014/main" id="{D55B7D1D-21E1-542E-1CC4-13CB9D3E4C24}"/>
              </a:ext>
            </a:extLst>
          </p:cNvPr>
          <p:cNvCxnSpPr>
            <a:cxnSpLocks/>
          </p:cNvCxnSpPr>
          <p:nvPr/>
        </p:nvCxnSpPr>
        <p:spPr>
          <a:xfrm flipH="1" flipV="1">
            <a:off x="6916108" y="1753974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1611C1F8-F4D6-E97B-DFF7-B970790BDBF1}"/>
              </a:ext>
            </a:extLst>
          </p:cNvPr>
          <p:cNvCxnSpPr>
            <a:cxnSpLocks/>
          </p:cNvCxnSpPr>
          <p:nvPr/>
        </p:nvCxnSpPr>
        <p:spPr>
          <a:xfrm flipH="1" flipV="1">
            <a:off x="7941822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Connector 303">
            <a:extLst>
              <a:ext uri="{FF2B5EF4-FFF2-40B4-BE49-F238E27FC236}">
                <a16:creationId xmlns:a16="http://schemas.microsoft.com/office/drawing/2014/main" id="{09CF1075-B477-D1EE-7FB8-CEBCB533949E}"/>
              </a:ext>
            </a:extLst>
          </p:cNvPr>
          <p:cNvCxnSpPr>
            <a:cxnSpLocks/>
          </p:cNvCxnSpPr>
          <p:nvPr/>
        </p:nvCxnSpPr>
        <p:spPr>
          <a:xfrm flipH="1" flipV="1">
            <a:off x="7420296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F5771D2D-A3C3-327D-BE14-7CD2A4FD6143}"/>
              </a:ext>
            </a:extLst>
          </p:cNvPr>
          <p:cNvCxnSpPr>
            <a:cxnSpLocks/>
          </p:cNvCxnSpPr>
          <p:nvPr/>
        </p:nvCxnSpPr>
        <p:spPr>
          <a:xfrm flipH="1" flipV="1">
            <a:off x="7681059" y="176085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Straight Connector 305">
            <a:extLst>
              <a:ext uri="{FF2B5EF4-FFF2-40B4-BE49-F238E27FC236}">
                <a16:creationId xmlns:a16="http://schemas.microsoft.com/office/drawing/2014/main" id="{57A195EA-564C-A9AD-7E2A-331CCD97C6DB}"/>
              </a:ext>
            </a:extLst>
          </p:cNvPr>
          <p:cNvCxnSpPr>
            <a:cxnSpLocks/>
          </p:cNvCxnSpPr>
          <p:nvPr/>
        </p:nvCxnSpPr>
        <p:spPr>
          <a:xfrm flipH="1" flipV="1">
            <a:off x="8728645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Straight Connector 306">
            <a:extLst>
              <a:ext uri="{FF2B5EF4-FFF2-40B4-BE49-F238E27FC236}">
                <a16:creationId xmlns:a16="http://schemas.microsoft.com/office/drawing/2014/main" id="{E60FFD3A-1085-81A8-A823-5C3DFF1F6B45}"/>
              </a:ext>
            </a:extLst>
          </p:cNvPr>
          <p:cNvCxnSpPr>
            <a:cxnSpLocks/>
          </p:cNvCxnSpPr>
          <p:nvPr/>
        </p:nvCxnSpPr>
        <p:spPr>
          <a:xfrm flipH="1" flipV="1">
            <a:off x="8207119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Straight Connector 307">
            <a:extLst>
              <a:ext uri="{FF2B5EF4-FFF2-40B4-BE49-F238E27FC236}">
                <a16:creationId xmlns:a16="http://schemas.microsoft.com/office/drawing/2014/main" id="{F4ED64C6-B032-7052-AB8A-B5ACF18EC326}"/>
              </a:ext>
            </a:extLst>
          </p:cNvPr>
          <p:cNvCxnSpPr>
            <a:cxnSpLocks/>
          </p:cNvCxnSpPr>
          <p:nvPr/>
        </p:nvCxnSpPr>
        <p:spPr>
          <a:xfrm flipH="1" flipV="1">
            <a:off x="8467882" y="1749869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Straight Connector 308">
            <a:extLst>
              <a:ext uri="{FF2B5EF4-FFF2-40B4-BE49-F238E27FC236}">
                <a16:creationId xmlns:a16="http://schemas.microsoft.com/office/drawing/2014/main" id="{B884A38C-3D6D-5E7A-FE76-56C73FD16114}"/>
              </a:ext>
            </a:extLst>
          </p:cNvPr>
          <p:cNvCxnSpPr>
            <a:cxnSpLocks/>
          </p:cNvCxnSpPr>
          <p:nvPr/>
        </p:nvCxnSpPr>
        <p:spPr>
          <a:xfrm flipH="1" flipV="1">
            <a:off x="9437836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Straight Connector 309">
            <a:extLst>
              <a:ext uri="{FF2B5EF4-FFF2-40B4-BE49-F238E27FC236}">
                <a16:creationId xmlns:a16="http://schemas.microsoft.com/office/drawing/2014/main" id="{00006C24-D9E1-8156-1E53-345C9FD43F01}"/>
              </a:ext>
            </a:extLst>
          </p:cNvPr>
          <p:cNvCxnSpPr>
            <a:cxnSpLocks/>
          </p:cNvCxnSpPr>
          <p:nvPr/>
        </p:nvCxnSpPr>
        <p:spPr>
          <a:xfrm flipH="1" flipV="1">
            <a:off x="8972070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1" name="Straight Connector 310">
            <a:extLst>
              <a:ext uri="{FF2B5EF4-FFF2-40B4-BE49-F238E27FC236}">
                <a16:creationId xmlns:a16="http://schemas.microsoft.com/office/drawing/2014/main" id="{CB90B28A-B4C5-E8E3-0BFA-3E6628545904}"/>
              </a:ext>
            </a:extLst>
          </p:cNvPr>
          <p:cNvCxnSpPr>
            <a:cxnSpLocks/>
          </p:cNvCxnSpPr>
          <p:nvPr/>
        </p:nvCxnSpPr>
        <p:spPr>
          <a:xfrm flipH="1" flipV="1">
            <a:off x="9232833" y="1756746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2" name="Straight Connector 311">
            <a:extLst>
              <a:ext uri="{FF2B5EF4-FFF2-40B4-BE49-F238E27FC236}">
                <a16:creationId xmlns:a16="http://schemas.microsoft.com/office/drawing/2014/main" id="{6849C89B-319E-2B83-83A6-25DFAFD27434}"/>
              </a:ext>
            </a:extLst>
          </p:cNvPr>
          <p:cNvCxnSpPr>
            <a:cxnSpLocks/>
          </p:cNvCxnSpPr>
          <p:nvPr/>
        </p:nvCxnSpPr>
        <p:spPr>
          <a:xfrm flipH="1" flipV="1">
            <a:off x="10100465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5C6F71E-2D47-6D3E-F8CD-24049285A0C1}"/>
              </a:ext>
            </a:extLst>
          </p:cNvPr>
          <p:cNvCxnSpPr>
            <a:cxnSpLocks/>
          </p:cNvCxnSpPr>
          <p:nvPr/>
        </p:nvCxnSpPr>
        <p:spPr>
          <a:xfrm flipH="1" flipV="1">
            <a:off x="9839702" y="1749185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Straight Connector 313">
            <a:extLst>
              <a:ext uri="{FF2B5EF4-FFF2-40B4-BE49-F238E27FC236}">
                <a16:creationId xmlns:a16="http://schemas.microsoft.com/office/drawing/2014/main" id="{A54A8BF0-A63C-573E-C112-F86FC46F6058}"/>
              </a:ext>
            </a:extLst>
          </p:cNvPr>
          <p:cNvCxnSpPr>
            <a:cxnSpLocks/>
          </p:cNvCxnSpPr>
          <p:nvPr/>
        </p:nvCxnSpPr>
        <p:spPr>
          <a:xfrm flipH="1" flipV="1">
            <a:off x="10887288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345D2F78-05D3-B49B-4C7E-7CF552639993}"/>
              </a:ext>
            </a:extLst>
          </p:cNvPr>
          <p:cNvCxnSpPr>
            <a:cxnSpLocks/>
          </p:cNvCxnSpPr>
          <p:nvPr/>
        </p:nvCxnSpPr>
        <p:spPr>
          <a:xfrm flipH="1" flipV="1">
            <a:off x="10365762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8B7B4AD8-EB60-62C8-9272-9093E425D1A6}"/>
              </a:ext>
            </a:extLst>
          </p:cNvPr>
          <p:cNvCxnSpPr>
            <a:cxnSpLocks/>
          </p:cNvCxnSpPr>
          <p:nvPr/>
        </p:nvCxnSpPr>
        <p:spPr>
          <a:xfrm flipH="1" flipV="1">
            <a:off x="10626525" y="1738203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F649EE3C-7221-4EF1-A509-3F5AB8D29AE6}"/>
              </a:ext>
            </a:extLst>
          </p:cNvPr>
          <p:cNvCxnSpPr>
            <a:cxnSpLocks/>
          </p:cNvCxnSpPr>
          <p:nvPr/>
        </p:nvCxnSpPr>
        <p:spPr>
          <a:xfrm flipH="1" flipV="1">
            <a:off x="9642747" y="1750891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Straight Connector 333">
            <a:extLst>
              <a:ext uri="{FF2B5EF4-FFF2-40B4-BE49-F238E27FC236}">
                <a16:creationId xmlns:a16="http://schemas.microsoft.com/office/drawing/2014/main" id="{66BB7A36-E6F1-35A1-5598-66223412CA0A}"/>
              </a:ext>
            </a:extLst>
          </p:cNvPr>
          <p:cNvCxnSpPr>
            <a:cxnSpLocks/>
          </p:cNvCxnSpPr>
          <p:nvPr/>
        </p:nvCxnSpPr>
        <p:spPr>
          <a:xfrm flipH="1" flipV="1">
            <a:off x="11175838" y="20404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7" name="Freeform 336">
            <a:extLst>
              <a:ext uri="{FF2B5EF4-FFF2-40B4-BE49-F238E27FC236}">
                <a16:creationId xmlns:a16="http://schemas.microsoft.com/office/drawing/2014/main" id="{7C2FF799-6897-17A4-C204-2D48923F1AA5}"/>
              </a:ext>
            </a:extLst>
          </p:cNvPr>
          <p:cNvSpPr/>
          <p:nvPr/>
        </p:nvSpPr>
        <p:spPr>
          <a:xfrm>
            <a:off x="2783697" y="1384499"/>
            <a:ext cx="153745" cy="1062020"/>
          </a:xfrm>
          <a:custGeom>
            <a:avLst/>
            <a:gdLst>
              <a:gd name="csX0" fmla="*/ 61951 w 195766"/>
              <a:gd name="csY0" fmla="*/ 178 h 936906"/>
              <a:gd name="csX1" fmla="*/ 156736 w 195766"/>
              <a:gd name="csY1" fmla="*/ 11330 h 936906"/>
              <a:gd name="csX2" fmla="*/ 179039 w 195766"/>
              <a:gd name="csY2" fmla="*/ 72661 h 936906"/>
              <a:gd name="csX3" fmla="*/ 195766 w 195766"/>
              <a:gd name="csY3" fmla="*/ 290110 h 936906"/>
              <a:gd name="csX4" fmla="*/ 179039 w 195766"/>
              <a:gd name="csY4" fmla="*/ 591193 h 936906"/>
              <a:gd name="csX5" fmla="*/ 156736 w 195766"/>
              <a:gd name="csY5" fmla="*/ 853247 h 936906"/>
              <a:gd name="csX6" fmla="*/ 45224 w 195766"/>
              <a:gd name="csY6" fmla="*/ 931305 h 936906"/>
              <a:gd name="csX7" fmla="*/ 6195 w 195766"/>
              <a:gd name="csY7" fmla="*/ 725008 h 936906"/>
              <a:gd name="csX8" fmla="*/ 619 w 195766"/>
              <a:gd name="csY8" fmla="*/ 462954 h 936906"/>
              <a:gd name="csX0" fmla="*/ 61951 w 201083"/>
              <a:gd name="csY0" fmla="*/ 178 h 936626"/>
              <a:gd name="csX1" fmla="*/ 156736 w 201083"/>
              <a:gd name="csY1" fmla="*/ 11330 h 936626"/>
              <a:gd name="csX2" fmla="*/ 179039 w 201083"/>
              <a:gd name="csY2" fmla="*/ 72661 h 936626"/>
              <a:gd name="csX3" fmla="*/ 195766 w 201083"/>
              <a:gd name="csY3" fmla="*/ 290110 h 936626"/>
              <a:gd name="csX4" fmla="*/ 198089 w 201083"/>
              <a:gd name="csY4" fmla="*/ 613418 h 936626"/>
              <a:gd name="csX5" fmla="*/ 156736 w 201083"/>
              <a:gd name="csY5" fmla="*/ 853247 h 936626"/>
              <a:gd name="csX6" fmla="*/ 45224 w 201083"/>
              <a:gd name="csY6" fmla="*/ 931305 h 936626"/>
              <a:gd name="csX7" fmla="*/ 6195 w 201083"/>
              <a:gd name="csY7" fmla="*/ 725008 h 936626"/>
              <a:gd name="csX8" fmla="*/ 619 w 201083"/>
              <a:gd name="csY8" fmla="*/ 462954 h 936626"/>
              <a:gd name="csX0" fmla="*/ 61951 w 199907"/>
              <a:gd name="csY0" fmla="*/ 178 h 939906"/>
              <a:gd name="csX1" fmla="*/ 156736 w 199907"/>
              <a:gd name="csY1" fmla="*/ 11330 h 939906"/>
              <a:gd name="csX2" fmla="*/ 179039 w 199907"/>
              <a:gd name="csY2" fmla="*/ 72661 h 939906"/>
              <a:gd name="csX3" fmla="*/ 195766 w 199907"/>
              <a:gd name="csY3" fmla="*/ 290110 h 939906"/>
              <a:gd name="csX4" fmla="*/ 198089 w 199907"/>
              <a:gd name="csY4" fmla="*/ 613418 h 939906"/>
              <a:gd name="csX5" fmla="*/ 172611 w 199907"/>
              <a:gd name="csY5" fmla="*/ 872297 h 939906"/>
              <a:gd name="csX6" fmla="*/ 45224 w 199907"/>
              <a:gd name="csY6" fmla="*/ 931305 h 939906"/>
              <a:gd name="csX7" fmla="*/ 6195 w 199907"/>
              <a:gd name="csY7" fmla="*/ 725008 h 939906"/>
              <a:gd name="csX8" fmla="*/ 619 w 199907"/>
              <a:gd name="csY8" fmla="*/ 462954 h 939906"/>
              <a:gd name="csX0" fmla="*/ 61951 w 199907"/>
              <a:gd name="csY0" fmla="*/ 178 h 936876"/>
              <a:gd name="csX1" fmla="*/ 156736 w 199907"/>
              <a:gd name="csY1" fmla="*/ 11330 h 936876"/>
              <a:gd name="csX2" fmla="*/ 179039 w 199907"/>
              <a:gd name="csY2" fmla="*/ 72661 h 936876"/>
              <a:gd name="csX3" fmla="*/ 195766 w 199907"/>
              <a:gd name="csY3" fmla="*/ 290110 h 936876"/>
              <a:gd name="csX4" fmla="*/ 198089 w 199907"/>
              <a:gd name="csY4" fmla="*/ 613418 h 936876"/>
              <a:gd name="csX5" fmla="*/ 172611 w 199907"/>
              <a:gd name="csY5" fmla="*/ 872297 h 936876"/>
              <a:gd name="csX6" fmla="*/ 45224 w 199907"/>
              <a:gd name="csY6" fmla="*/ 931305 h 936876"/>
              <a:gd name="csX7" fmla="*/ 6195 w 199907"/>
              <a:gd name="csY7" fmla="*/ 769458 h 936876"/>
              <a:gd name="csX8" fmla="*/ 619 w 199907"/>
              <a:gd name="csY8" fmla="*/ 462954 h 936876"/>
              <a:gd name="csX0" fmla="*/ 61951 w 199907"/>
              <a:gd name="csY0" fmla="*/ 178 h 931261"/>
              <a:gd name="csX1" fmla="*/ 156736 w 199907"/>
              <a:gd name="csY1" fmla="*/ 11330 h 931261"/>
              <a:gd name="csX2" fmla="*/ 179039 w 199907"/>
              <a:gd name="csY2" fmla="*/ 72661 h 931261"/>
              <a:gd name="csX3" fmla="*/ 195766 w 199907"/>
              <a:gd name="csY3" fmla="*/ 290110 h 931261"/>
              <a:gd name="csX4" fmla="*/ 198089 w 199907"/>
              <a:gd name="csY4" fmla="*/ 613418 h 931261"/>
              <a:gd name="csX5" fmla="*/ 172611 w 199907"/>
              <a:gd name="csY5" fmla="*/ 872297 h 931261"/>
              <a:gd name="csX6" fmla="*/ 67449 w 199907"/>
              <a:gd name="csY6" fmla="*/ 924955 h 931261"/>
              <a:gd name="csX7" fmla="*/ 6195 w 199907"/>
              <a:gd name="csY7" fmla="*/ 769458 h 931261"/>
              <a:gd name="csX8" fmla="*/ 619 w 199907"/>
              <a:gd name="csY8" fmla="*/ 462954 h 931261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2901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907"/>
              <a:gd name="csY0" fmla="*/ 178 h 932600"/>
              <a:gd name="csX1" fmla="*/ 156736 w 199907"/>
              <a:gd name="csY1" fmla="*/ 11330 h 932600"/>
              <a:gd name="csX2" fmla="*/ 179039 w 199907"/>
              <a:gd name="csY2" fmla="*/ 72661 h 932600"/>
              <a:gd name="csX3" fmla="*/ 195766 w 199907"/>
              <a:gd name="csY3" fmla="*/ 366310 h 932600"/>
              <a:gd name="csX4" fmla="*/ 198089 w 199907"/>
              <a:gd name="csY4" fmla="*/ 613418 h 932600"/>
              <a:gd name="csX5" fmla="*/ 172611 w 199907"/>
              <a:gd name="csY5" fmla="*/ 872297 h 932600"/>
              <a:gd name="csX6" fmla="*/ 67449 w 199907"/>
              <a:gd name="csY6" fmla="*/ 924955 h 932600"/>
              <a:gd name="csX7" fmla="*/ 6195 w 199907"/>
              <a:gd name="csY7" fmla="*/ 769458 h 932600"/>
              <a:gd name="csX8" fmla="*/ 619 w 199907"/>
              <a:gd name="csY8" fmla="*/ 462954 h 932600"/>
              <a:gd name="csX0" fmla="*/ 61951 w 199793"/>
              <a:gd name="csY0" fmla="*/ 4951 h 937373"/>
              <a:gd name="csX1" fmla="*/ 156736 w 199793"/>
              <a:gd name="csY1" fmla="*/ 16103 h 937373"/>
              <a:gd name="csX2" fmla="*/ 182214 w 199793"/>
              <a:gd name="csY2" fmla="*/ 169509 h 937373"/>
              <a:gd name="csX3" fmla="*/ 195766 w 199793"/>
              <a:gd name="csY3" fmla="*/ 371083 h 937373"/>
              <a:gd name="csX4" fmla="*/ 198089 w 199793"/>
              <a:gd name="csY4" fmla="*/ 618191 h 937373"/>
              <a:gd name="csX5" fmla="*/ 172611 w 199793"/>
              <a:gd name="csY5" fmla="*/ 877070 h 937373"/>
              <a:gd name="csX6" fmla="*/ 67449 w 199793"/>
              <a:gd name="csY6" fmla="*/ 929728 h 937373"/>
              <a:gd name="csX7" fmla="*/ 6195 w 199793"/>
              <a:gd name="csY7" fmla="*/ 774231 h 937373"/>
              <a:gd name="csX8" fmla="*/ 619 w 199793"/>
              <a:gd name="csY8" fmla="*/ 467727 h 937373"/>
              <a:gd name="csX0" fmla="*/ 61951 w 199793"/>
              <a:gd name="csY0" fmla="*/ 10 h 932432"/>
              <a:gd name="csX1" fmla="*/ 156736 w 199793"/>
              <a:gd name="csY1" fmla="*/ 42912 h 932432"/>
              <a:gd name="csX2" fmla="*/ 182214 w 199793"/>
              <a:gd name="csY2" fmla="*/ 164568 h 932432"/>
              <a:gd name="csX3" fmla="*/ 195766 w 199793"/>
              <a:gd name="csY3" fmla="*/ 366142 h 932432"/>
              <a:gd name="csX4" fmla="*/ 198089 w 199793"/>
              <a:gd name="csY4" fmla="*/ 613250 h 932432"/>
              <a:gd name="csX5" fmla="*/ 172611 w 199793"/>
              <a:gd name="csY5" fmla="*/ 872129 h 932432"/>
              <a:gd name="csX6" fmla="*/ 67449 w 199793"/>
              <a:gd name="csY6" fmla="*/ 924787 h 932432"/>
              <a:gd name="csX7" fmla="*/ 6195 w 199793"/>
              <a:gd name="csY7" fmla="*/ 769290 h 932432"/>
              <a:gd name="csX8" fmla="*/ 619 w 199793"/>
              <a:gd name="csY8" fmla="*/ 462786 h 932432"/>
              <a:gd name="csX0" fmla="*/ 14326 w 199793"/>
              <a:gd name="csY0" fmla="*/ 15 h 926087"/>
              <a:gd name="csX1" fmla="*/ 156736 w 199793"/>
              <a:gd name="csY1" fmla="*/ 36567 h 926087"/>
              <a:gd name="csX2" fmla="*/ 182214 w 199793"/>
              <a:gd name="csY2" fmla="*/ 158223 h 926087"/>
              <a:gd name="csX3" fmla="*/ 195766 w 199793"/>
              <a:gd name="csY3" fmla="*/ 359797 h 926087"/>
              <a:gd name="csX4" fmla="*/ 198089 w 199793"/>
              <a:gd name="csY4" fmla="*/ 606905 h 926087"/>
              <a:gd name="csX5" fmla="*/ 172611 w 199793"/>
              <a:gd name="csY5" fmla="*/ 865784 h 926087"/>
              <a:gd name="csX6" fmla="*/ 67449 w 199793"/>
              <a:gd name="csY6" fmla="*/ 918442 h 926087"/>
              <a:gd name="csX7" fmla="*/ 6195 w 199793"/>
              <a:gd name="csY7" fmla="*/ 762945 h 926087"/>
              <a:gd name="csX8" fmla="*/ 619 w 199793"/>
              <a:gd name="csY8" fmla="*/ 456441 h 926087"/>
              <a:gd name="csX0" fmla="*/ 14326 w 201152"/>
              <a:gd name="csY0" fmla="*/ 15 h 926087"/>
              <a:gd name="csX1" fmla="*/ 156736 w 201152"/>
              <a:gd name="csY1" fmla="*/ 36567 h 926087"/>
              <a:gd name="csX2" fmla="*/ 182214 w 201152"/>
              <a:gd name="csY2" fmla="*/ 158223 h 926087"/>
              <a:gd name="csX3" fmla="*/ 198941 w 201152"/>
              <a:gd name="csY3" fmla="*/ 423297 h 926087"/>
              <a:gd name="csX4" fmla="*/ 198089 w 201152"/>
              <a:gd name="csY4" fmla="*/ 606905 h 926087"/>
              <a:gd name="csX5" fmla="*/ 172611 w 201152"/>
              <a:gd name="csY5" fmla="*/ 865784 h 926087"/>
              <a:gd name="csX6" fmla="*/ 67449 w 201152"/>
              <a:gd name="csY6" fmla="*/ 918442 h 926087"/>
              <a:gd name="csX7" fmla="*/ 6195 w 201152"/>
              <a:gd name="csY7" fmla="*/ 762945 h 926087"/>
              <a:gd name="csX8" fmla="*/ 619 w 201152"/>
              <a:gd name="csY8" fmla="*/ 456441 h 926087"/>
              <a:gd name="csX0" fmla="*/ 14326 w 200437"/>
              <a:gd name="csY0" fmla="*/ 38 h 926110"/>
              <a:gd name="csX1" fmla="*/ 156736 w 200437"/>
              <a:gd name="csY1" fmla="*/ 36590 h 926110"/>
              <a:gd name="csX2" fmla="*/ 194914 w 200437"/>
              <a:gd name="csY2" fmla="*/ 202696 h 926110"/>
              <a:gd name="csX3" fmla="*/ 198941 w 200437"/>
              <a:gd name="csY3" fmla="*/ 423320 h 926110"/>
              <a:gd name="csX4" fmla="*/ 198089 w 200437"/>
              <a:gd name="csY4" fmla="*/ 606928 h 926110"/>
              <a:gd name="csX5" fmla="*/ 172611 w 200437"/>
              <a:gd name="csY5" fmla="*/ 865807 h 926110"/>
              <a:gd name="csX6" fmla="*/ 67449 w 200437"/>
              <a:gd name="csY6" fmla="*/ 918465 h 926110"/>
              <a:gd name="csX7" fmla="*/ 6195 w 200437"/>
              <a:gd name="csY7" fmla="*/ 762968 h 926110"/>
              <a:gd name="csX8" fmla="*/ 619 w 200437"/>
              <a:gd name="csY8" fmla="*/ 456464 h 926110"/>
              <a:gd name="csX0" fmla="*/ 14326 w 200437"/>
              <a:gd name="csY0" fmla="*/ 280 h 926352"/>
              <a:gd name="csX1" fmla="*/ 140861 w 200437"/>
              <a:gd name="csY1" fmla="*/ 30482 h 926352"/>
              <a:gd name="csX2" fmla="*/ 194914 w 200437"/>
              <a:gd name="csY2" fmla="*/ 202938 h 926352"/>
              <a:gd name="csX3" fmla="*/ 198941 w 200437"/>
              <a:gd name="csY3" fmla="*/ 423562 h 926352"/>
              <a:gd name="csX4" fmla="*/ 198089 w 200437"/>
              <a:gd name="csY4" fmla="*/ 607170 h 926352"/>
              <a:gd name="csX5" fmla="*/ 172611 w 200437"/>
              <a:gd name="csY5" fmla="*/ 866049 h 926352"/>
              <a:gd name="csX6" fmla="*/ 67449 w 200437"/>
              <a:gd name="csY6" fmla="*/ 918707 h 926352"/>
              <a:gd name="csX7" fmla="*/ 6195 w 200437"/>
              <a:gd name="csY7" fmla="*/ 763210 h 926352"/>
              <a:gd name="csX8" fmla="*/ 619 w 200437"/>
              <a:gd name="csY8" fmla="*/ 456706 h 926352"/>
              <a:gd name="csX0" fmla="*/ 14326 w 200437"/>
              <a:gd name="csY0" fmla="*/ 2065 h 928137"/>
              <a:gd name="csX1" fmla="*/ 140861 w 200437"/>
              <a:gd name="csY1" fmla="*/ 32267 h 928137"/>
              <a:gd name="csX2" fmla="*/ 194914 w 200437"/>
              <a:gd name="csY2" fmla="*/ 204723 h 928137"/>
              <a:gd name="csX3" fmla="*/ 198941 w 200437"/>
              <a:gd name="csY3" fmla="*/ 425347 h 928137"/>
              <a:gd name="csX4" fmla="*/ 198089 w 200437"/>
              <a:gd name="csY4" fmla="*/ 608955 h 928137"/>
              <a:gd name="csX5" fmla="*/ 172611 w 200437"/>
              <a:gd name="csY5" fmla="*/ 867834 h 928137"/>
              <a:gd name="csX6" fmla="*/ 67449 w 200437"/>
              <a:gd name="csY6" fmla="*/ 920492 h 928137"/>
              <a:gd name="csX7" fmla="*/ 6195 w 200437"/>
              <a:gd name="csY7" fmla="*/ 764995 h 928137"/>
              <a:gd name="csX8" fmla="*/ 619 w 200437"/>
              <a:gd name="csY8" fmla="*/ 458491 h 92813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200437" h="928137">
                <a:moveTo>
                  <a:pt x="14326" y="2065"/>
                </a:moveTo>
                <a:cubicBezTo>
                  <a:pt x="51961" y="1601"/>
                  <a:pt x="85363" y="-11034"/>
                  <a:pt x="140861" y="32267"/>
                </a:cubicBezTo>
                <a:cubicBezTo>
                  <a:pt x="196359" y="75568"/>
                  <a:pt x="185234" y="139210"/>
                  <a:pt x="194914" y="204723"/>
                </a:cubicBezTo>
                <a:cubicBezTo>
                  <a:pt x="204594" y="270236"/>
                  <a:pt x="198412" y="357975"/>
                  <a:pt x="198941" y="425347"/>
                </a:cubicBezTo>
                <a:cubicBezTo>
                  <a:pt x="199470" y="492719"/>
                  <a:pt x="202477" y="535207"/>
                  <a:pt x="198089" y="608955"/>
                </a:cubicBezTo>
                <a:cubicBezTo>
                  <a:pt x="193701" y="682703"/>
                  <a:pt x="194384" y="815911"/>
                  <a:pt x="172611" y="867834"/>
                </a:cubicBezTo>
                <a:cubicBezTo>
                  <a:pt x="150838" y="919757"/>
                  <a:pt x="114235" y="940807"/>
                  <a:pt x="67449" y="920492"/>
                </a:cubicBezTo>
                <a:cubicBezTo>
                  <a:pt x="20663" y="900177"/>
                  <a:pt x="13629" y="843054"/>
                  <a:pt x="6195" y="764995"/>
                </a:cubicBezTo>
                <a:cubicBezTo>
                  <a:pt x="-1239" y="686937"/>
                  <a:pt x="-310" y="550489"/>
                  <a:pt x="619" y="458491"/>
                </a:cubicBezTo>
              </a:path>
            </a:pathLst>
          </a:custGeom>
          <a:noFill/>
          <a:ln w="9525">
            <a:solidFill>
              <a:srgbClr val="C00000"/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cxnSp>
        <p:nvCxnSpPr>
          <p:cNvPr id="343" name="Straight Connector 342">
            <a:extLst>
              <a:ext uri="{FF2B5EF4-FFF2-40B4-BE49-F238E27FC236}">
                <a16:creationId xmlns:a16="http://schemas.microsoft.com/office/drawing/2014/main" id="{E50AB0B0-8874-B47D-422F-4ED7ACCCC341}"/>
              </a:ext>
            </a:extLst>
          </p:cNvPr>
          <p:cNvCxnSpPr>
            <a:cxnSpLocks/>
          </p:cNvCxnSpPr>
          <p:nvPr/>
        </p:nvCxnSpPr>
        <p:spPr>
          <a:xfrm flipH="1">
            <a:off x="3819832" y="1451072"/>
            <a:ext cx="1346" cy="281191"/>
          </a:xfrm>
          <a:prstGeom prst="line">
            <a:avLst/>
          </a:prstGeom>
          <a:ln w="25400" cmpd="sng">
            <a:solidFill>
              <a:schemeClr val="tx1"/>
            </a:solidFill>
            <a:prstDash val="solid"/>
            <a:headEnd type="none" w="med" len="sm"/>
            <a:tailEnd type="stealth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80922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7799</TotalTime>
  <Words>193</Words>
  <Application>Microsoft Office PowerPoint</Application>
  <PresentationFormat>Широкоэкранный</PresentationFormat>
  <Paragraphs>403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Cambria Math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Бурмяков</dc:creator>
  <cp:lastModifiedBy>MSI</cp:lastModifiedBy>
  <cp:revision>100</cp:revision>
  <cp:lastPrinted>2024-06-05T11:48:30Z</cp:lastPrinted>
  <dcterms:created xsi:type="dcterms:W3CDTF">2024-01-08T10:43:46Z</dcterms:created>
  <dcterms:modified xsi:type="dcterms:W3CDTF">2026-06-03T18:10:54Z</dcterms:modified>
</cp:coreProperties>
</file>