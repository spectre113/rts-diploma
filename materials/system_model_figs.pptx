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05" r:id="rId2"/>
    <p:sldId id="406" r:id="rId3"/>
    <p:sldId id="407" r:id="rId4"/>
    <p:sldId id="408" r:id="rId5"/>
    <p:sldId id="409" r:id="rId6"/>
    <p:sldId id="412" r:id="rId7"/>
    <p:sldId id="413" r:id="rId8"/>
    <p:sldId id="411" r:id="rId9"/>
    <p:sldId id="410" r:id="rId10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300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27"/>
  </p:normalViewPr>
  <p:slideViewPr>
    <p:cSldViewPr snapToGrid="0">
      <p:cViewPr>
        <p:scale>
          <a:sx n="150" d="100"/>
          <a:sy n="150" d="100"/>
        </p:scale>
        <p:origin x="-2082" y="-1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FD1AF-382F-AC74-EE4D-37341A330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52DEC7-8A9D-02FE-0175-5C7ECA0F55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89B69-7C1E-FBB9-4444-E954762ED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F0EF-FABB-D8DE-766E-ACB63A10C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1CEA9-DF10-416B-5284-AB583BF3B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73445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577DA-774A-6B6C-A4EC-7122595F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2C356-25C0-A8FD-35CD-F6263631C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BE595-A1DD-0E0B-14CE-958305FD7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ADB51-E2B6-7880-0B4D-E0ED3A16F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5E43D-A82F-E385-CE5D-F31241B3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339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184F1-1182-9FDE-62B3-57FCA59E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918AF-41CF-8FEB-E47B-F3A1F4860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1FEBC-1D97-0A8A-E592-D9F43D09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9D39-DE11-CEDC-E77E-A6792986C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FD316-EDCB-3D7C-C41C-3A40A8DF5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449086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F3CEF-01DF-30E1-A495-C6F464038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E82C9-F222-622A-8251-E555CFF229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DBE83-C737-4313-1266-0588B2FDE7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D3C180-E08A-6256-6609-D85B65E14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63F6F-5A24-34D1-F711-1AD9F7EC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2FC846-1881-3E73-2ACB-243226015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13875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B97FD-368B-D52F-766D-3FF1DBD08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D293C-06D8-4D13-C4E1-FAD5FCC0A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921A3-B70A-7867-83C9-B2273F253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FB3633-708A-883B-B3ED-039EC65EE8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29CBEE-A2D5-6CFB-41B8-FCF5A8A4AA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7488B-FCD8-5A1D-398E-BE0A49BA8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2A1BBE-85C7-C6E9-FA66-90061D22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93E929-486E-D86C-86A4-A92D9FA78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25172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2ECF-2F27-98EB-4794-8DEB4CF11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AB0CCE-A89D-149E-7D33-95C575470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6B8B85-DB75-E110-FF8A-1599B4ABD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1789B-3D9F-1715-0BCF-56E2D6AA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439468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5881C-2817-12D7-5308-87B5302E3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8FCF-2869-D134-EADB-382C51D5E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65B8-03B6-8FF8-AFA6-7D07DF0B9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043958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F91F9-80E0-6FDA-7422-56D260A57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DB80B-D903-ACA6-0B89-570AE0966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05094-3D0D-7686-7B29-FE53C4967C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D092C-DAC4-9FC6-0EC2-B925FE67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4F7CB-D0A8-8F33-7DC9-786A1B00C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598A6-ADD9-5408-EE3C-D9773E76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819197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B37AB-50ED-AD46-396D-E16B2B31A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DB402C-607B-3195-0299-FF622CE17F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4E3AB-F390-E976-56D8-A2DDDDBE9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7E8017-BEE0-D0B5-E522-CD9587DF3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AC081-ACE3-6B2C-60D5-B6765881C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F04B7C-3DF9-AB71-2314-905ED58F6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7784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38B32-3F82-666C-B8A6-8AC3CBEB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CB74B-46D6-49E8-62A2-8DFB9DAA1B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22CF-6611-ABB1-BE0D-1E1CEEF3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969B5-5357-AA45-F470-4E792CE4C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C16A6-0682-4C6C-E6D2-56A64D47B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632617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283EC3-180F-5CC6-6C19-622338487A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DBFD7-B027-CAC2-FD7E-E2DDE8D89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66616-91F8-5D6A-2A11-C120C5D9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EB188-64E7-746D-0739-AE820648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5825-D5DC-B988-462A-95FEBB71B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32313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601DFC-70E4-9602-9EE4-4FD2BEF6A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37DDD-DA6B-00EE-A2E5-CCF7A0F9A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859896-723F-B54C-E9DB-28D5A0D888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7DDF0-C6EB-F279-D0FC-F0A4156C26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67E40-4119-9342-6313-79BA81ABB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94303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7.png"/><Relationship Id="rId26" Type="http://schemas.openxmlformats.org/officeDocument/2006/relationships/image" Target="../media/image11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34" Type="http://schemas.openxmlformats.org/officeDocument/2006/relationships/image" Target="../media/image32.png"/><Relationship Id="rId7" Type="http://schemas.openxmlformats.org/officeDocument/2006/relationships/image" Target="../media/image35.png"/><Relationship Id="rId12" Type="http://schemas.openxmlformats.org/officeDocument/2006/relationships/image" Target="../media/image8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1.png"/><Relationship Id="rId38" Type="http://schemas.openxmlformats.org/officeDocument/2006/relationships/image" Target="../media/image2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7.png"/><Relationship Id="rId24" Type="http://schemas.openxmlformats.org/officeDocument/2006/relationships/image" Target="../media/image23.png"/><Relationship Id="rId32" Type="http://schemas.openxmlformats.org/officeDocument/2006/relationships/image" Target="../media/image30.png"/><Relationship Id="rId37" Type="http://schemas.openxmlformats.org/officeDocument/2006/relationships/image" Target="../media/image12.png"/><Relationship Id="rId5" Type="http://schemas.openxmlformats.org/officeDocument/2006/relationships/image" Target="../media/image13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36" Type="http://schemas.openxmlformats.org/officeDocument/2006/relationships/image" Target="../media/image34.png"/><Relationship Id="rId10" Type="http://schemas.openxmlformats.org/officeDocument/2006/relationships/image" Target="../media/image6.png"/><Relationship Id="rId19" Type="http://schemas.openxmlformats.org/officeDocument/2006/relationships/image" Target="../media/image18.png"/><Relationship Id="rId31" Type="http://schemas.openxmlformats.org/officeDocument/2006/relationships/image" Target="../media/image29.png"/><Relationship Id="rId4" Type="http://schemas.openxmlformats.org/officeDocument/2006/relationships/image" Target="../media/image3.png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.png"/><Relationship Id="rId18" Type="http://schemas.openxmlformats.org/officeDocument/2006/relationships/image" Target="../media/image52.png"/><Relationship Id="rId26" Type="http://schemas.openxmlformats.org/officeDocument/2006/relationships/image" Target="../media/image60.png"/><Relationship Id="rId39" Type="http://schemas.openxmlformats.org/officeDocument/2006/relationships/image" Target="../media/image73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68.png"/><Relationship Id="rId42" Type="http://schemas.openxmlformats.org/officeDocument/2006/relationships/image" Target="../media/image76.png"/><Relationship Id="rId47" Type="http://schemas.openxmlformats.org/officeDocument/2006/relationships/image" Target="../media/image81.png"/><Relationship Id="rId50" Type="http://schemas.openxmlformats.org/officeDocument/2006/relationships/image" Target="../media/image84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33" Type="http://schemas.openxmlformats.org/officeDocument/2006/relationships/image" Target="../media/image67.png"/><Relationship Id="rId38" Type="http://schemas.openxmlformats.org/officeDocument/2006/relationships/image" Target="../media/image72.png"/><Relationship Id="rId46" Type="http://schemas.openxmlformats.org/officeDocument/2006/relationships/image" Target="../media/image80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20" Type="http://schemas.openxmlformats.org/officeDocument/2006/relationships/image" Target="../media/image54.png"/><Relationship Id="rId29" Type="http://schemas.openxmlformats.org/officeDocument/2006/relationships/image" Target="../media/image63.png"/><Relationship Id="rId41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24" Type="http://schemas.openxmlformats.org/officeDocument/2006/relationships/image" Target="../media/image58.png"/><Relationship Id="rId32" Type="http://schemas.openxmlformats.org/officeDocument/2006/relationships/image" Target="../media/image66.png"/><Relationship Id="rId37" Type="http://schemas.openxmlformats.org/officeDocument/2006/relationships/image" Target="../media/image71.png"/><Relationship Id="rId40" Type="http://schemas.openxmlformats.org/officeDocument/2006/relationships/image" Target="../media/image74.png"/><Relationship Id="rId45" Type="http://schemas.openxmlformats.org/officeDocument/2006/relationships/image" Target="../media/image79.png"/><Relationship Id="rId53" Type="http://schemas.openxmlformats.org/officeDocument/2006/relationships/image" Target="../media/image87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23" Type="http://schemas.openxmlformats.org/officeDocument/2006/relationships/image" Target="../media/image57.png"/><Relationship Id="rId28" Type="http://schemas.openxmlformats.org/officeDocument/2006/relationships/image" Target="../media/image62.png"/><Relationship Id="rId36" Type="http://schemas.openxmlformats.org/officeDocument/2006/relationships/image" Target="../media/image70.png"/><Relationship Id="rId49" Type="http://schemas.openxmlformats.org/officeDocument/2006/relationships/image" Target="../media/image83.png"/><Relationship Id="rId10" Type="http://schemas.openxmlformats.org/officeDocument/2006/relationships/image" Target="../media/image44.png"/><Relationship Id="rId19" Type="http://schemas.openxmlformats.org/officeDocument/2006/relationships/image" Target="../media/image53.png"/><Relationship Id="rId31" Type="http://schemas.openxmlformats.org/officeDocument/2006/relationships/image" Target="../media/image65.png"/><Relationship Id="rId44" Type="http://schemas.openxmlformats.org/officeDocument/2006/relationships/image" Target="../media/image78.png"/><Relationship Id="rId52" Type="http://schemas.openxmlformats.org/officeDocument/2006/relationships/image" Target="../media/image86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Relationship Id="rId22" Type="http://schemas.openxmlformats.org/officeDocument/2006/relationships/image" Target="../media/image56.png"/><Relationship Id="rId27" Type="http://schemas.openxmlformats.org/officeDocument/2006/relationships/image" Target="../media/image61.png"/><Relationship Id="rId30" Type="http://schemas.openxmlformats.org/officeDocument/2006/relationships/image" Target="../media/image64.png"/><Relationship Id="rId35" Type="http://schemas.openxmlformats.org/officeDocument/2006/relationships/image" Target="../media/image69.png"/><Relationship Id="rId43" Type="http://schemas.openxmlformats.org/officeDocument/2006/relationships/image" Target="../media/image77.png"/><Relationship Id="rId48" Type="http://schemas.openxmlformats.org/officeDocument/2006/relationships/image" Target="../media/image82.png"/><Relationship Id="rId8" Type="http://schemas.openxmlformats.org/officeDocument/2006/relationships/image" Target="../media/image42.png"/><Relationship Id="rId51" Type="http://schemas.openxmlformats.org/officeDocument/2006/relationships/image" Target="../media/image8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9" Type="http://schemas.openxmlformats.org/officeDocument/2006/relationships/image" Target="../media/image107.png"/><Relationship Id="rId51" Type="http://schemas.openxmlformats.org/officeDocument/2006/relationships/image" Target="../media/image85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102.png"/><Relationship Id="rId55" Type="http://schemas.openxmlformats.org/officeDocument/2006/relationships/image" Target="../media/image112.png"/><Relationship Id="rId7" Type="http://schemas.openxmlformats.org/officeDocument/2006/relationships/image" Target="../media/image41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33" Type="http://schemas.openxmlformats.org/officeDocument/2006/relationships/image" Target="../media/image101.png"/><Relationship Id="rId38" Type="http://schemas.openxmlformats.org/officeDocument/2006/relationships/image" Target="../media/image106.png"/><Relationship Id="rId59" Type="http://schemas.openxmlformats.org/officeDocument/2006/relationships/image" Target="../media/image116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29" Type="http://schemas.openxmlformats.org/officeDocument/2006/relationships/image" Target="../media/image63.png"/><Relationship Id="rId54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32" Type="http://schemas.openxmlformats.org/officeDocument/2006/relationships/image" Target="../media/image100.png"/><Relationship Id="rId37" Type="http://schemas.openxmlformats.org/officeDocument/2006/relationships/image" Target="../media/image105.png"/><Relationship Id="rId40" Type="http://schemas.openxmlformats.org/officeDocument/2006/relationships/image" Target="../media/image108.png"/><Relationship Id="rId53" Type="http://schemas.openxmlformats.org/officeDocument/2006/relationships/image" Target="../media/image110.png"/><Relationship Id="rId58" Type="http://schemas.openxmlformats.org/officeDocument/2006/relationships/image" Target="../media/image115.png"/><Relationship Id="rId5" Type="http://schemas.openxmlformats.org/officeDocument/2006/relationships/image" Target="../media/image39.png"/><Relationship Id="rId15" Type="http://schemas.openxmlformats.org/officeDocument/2006/relationships/image" Target="../media/image91.png"/><Relationship Id="rId28" Type="http://schemas.openxmlformats.org/officeDocument/2006/relationships/image" Target="../media/image62.png"/><Relationship Id="rId36" Type="http://schemas.openxmlformats.org/officeDocument/2006/relationships/image" Target="../media/image104.png"/><Relationship Id="rId57" Type="http://schemas.openxmlformats.org/officeDocument/2006/relationships/image" Target="../media/image114.png"/><Relationship Id="rId10" Type="http://schemas.openxmlformats.org/officeDocument/2006/relationships/image" Target="../media/image44.png"/><Relationship Id="rId19" Type="http://schemas.openxmlformats.org/officeDocument/2006/relationships/image" Target="../media/image95.png"/><Relationship Id="rId31" Type="http://schemas.openxmlformats.org/officeDocument/2006/relationships/image" Target="../media/image99.png"/><Relationship Id="rId52" Type="http://schemas.openxmlformats.org/officeDocument/2006/relationships/image" Target="../media/image10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90.png"/><Relationship Id="rId22" Type="http://schemas.openxmlformats.org/officeDocument/2006/relationships/image" Target="../media/image97.png"/><Relationship Id="rId27" Type="http://schemas.openxmlformats.org/officeDocument/2006/relationships/image" Target="../media/image61.png"/><Relationship Id="rId30" Type="http://schemas.openxmlformats.org/officeDocument/2006/relationships/image" Target="../media/image98.png"/><Relationship Id="rId35" Type="http://schemas.openxmlformats.org/officeDocument/2006/relationships/image" Target="../media/image103.png"/><Relationship Id="rId56" Type="http://schemas.openxmlformats.org/officeDocument/2006/relationships/image" Target="../media/image1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png"/><Relationship Id="rId18" Type="http://schemas.openxmlformats.org/officeDocument/2006/relationships/image" Target="../media/image133.png"/><Relationship Id="rId26" Type="http://schemas.openxmlformats.org/officeDocument/2006/relationships/image" Target="../media/image141.png"/><Relationship Id="rId39" Type="http://schemas.openxmlformats.org/officeDocument/2006/relationships/image" Target="../media/image154.png"/><Relationship Id="rId3" Type="http://schemas.openxmlformats.org/officeDocument/2006/relationships/image" Target="../media/image118.png"/><Relationship Id="rId21" Type="http://schemas.openxmlformats.org/officeDocument/2006/relationships/image" Target="../media/image136.png"/><Relationship Id="rId34" Type="http://schemas.openxmlformats.org/officeDocument/2006/relationships/image" Target="../media/image149.png"/><Relationship Id="rId42" Type="http://schemas.openxmlformats.org/officeDocument/2006/relationships/image" Target="../media/image157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5" Type="http://schemas.openxmlformats.org/officeDocument/2006/relationships/image" Target="../media/image140.png"/><Relationship Id="rId33" Type="http://schemas.openxmlformats.org/officeDocument/2006/relationships/image" Target="../media/image148.png"/><Relationship Id="rId38" Type="http://schemas.openxmlformats.org/officeDocument/2006/relationships/image" Target="../media/image153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20" Type="http://schemas.openxmlformats.org/officeDocument/2006/relationships/image" Target="../media/image135.png"/><Relationship Id="rId29" Type="http://schemas.openxmlformats.org/officeDocument/2006/relationships/image" Target="../media/image144.png"/><Relationship Id="rId41" Type="http://schemas.openxmlformats.org/officeDocument/2006/relationships/image" Target="../media/image1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24" Type="http://schemas.openxmlformats.org/officeDocument/2006/relationships/image" Target="../media/image139.png"/><Relationship Id="rId32" Type="http://schemas.openxmlformats.org/officeDocument/2006/relationships/image" Target="../media/image147.png"/><Relationship Id="rId37" Type="http://schemas.openxmlformats.org/officeDocument/2006/relationships/image" Target="../media/image152.png"/><Relationship Id="rId40" Type="http://schemas.openxmlformats.org/officeDocument/2006/relationships/image" Target="../media/image155.png"/><Relationship Id="rId45" Type="http://schemas.openxmlformats.org/officeDocument/2006/relationships/image" Target="../media/image160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23" Type="http://schemas.openxmlformats.org/officeDocument/2006/relationships/image" Target="../media/image138.png"/><Relationship Id="rId28" Type="http://schemas.openxmlformats.org/officeDocument/2006/relationships/image" Target="../media/image143.png"/><Relationship Id="rId36" Type="http://schemas.openxmlformats.org/officeDocument/2006/relationships/image" Target="../media/image151.png"/><Relationship Id="rId10" Type="http://schemas.openxmlformats.org/officeDocument/2006/relationships/image" Target="../media/image125.png"/><Relationship Id="rId19" Type="http://schemas.openxmlformats.org/officeDocument/2006/relationships/image" Target="../media/image134.png"/><Relationship Id="rId31" Type="http://schemas.openxmlformats.org/officeDocument/2006/relationships/image" Target="../media/image146.png"/><Relationship Id="rId44" Type="http://schemas.openxmlformats.org/officeDocument/2006/relationships/image" Target="../media/image159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Relationship Id="rId22" Type="http://schemas.openxmlformats.org/officeDocument/2006/relationships/image" Target="../media/image137.png"/><Relationship Id="rId27" Type="http://schemas.openxmlformats.org/officeDocument/2006/relationships/image" Target="../media/image142.png"/><Relationship Id="rId30" Type="http://schemas.openxmlformats.org/officeDocument/2006/relationships/image" Target="../media/image145.png"/><Relationship Id="rId35" Type="http://schemas.openxmlformats.org/officeDocument/2006/relationships/image" Target="../media/image150.png"/><Relationship Id="rId43" Type="http://schemas.openxmlformats.org/officeDocument/2006/relationships/image" Target="../media/image158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26" Type="http://schemas.openxmlformats.org/officeDocument/2006/relationships/image" Target="../media/image185.png"/><Relationship Id="rId21" Type="http://schemas.openxmlformats.org/officeDocument/2006/relationships/image" Target="../media/image180.png"/><Relationship Id="rId47" Type="http://schemas.openxmlformats.org/officeDocument/2006/relationships/image" Target="../media/image206.png"/><Relationship Id="rId50" Type="http://schemas.openxmlformats.org/officeDocument/2006/relationships/image" Target="../media/image209.png"/><Relationship Id="rId63" Type="http://schemas.openxmlformats.org/officeDocument/2006/relationships/image" Target="../media/image219.png"/><Relationship Id="rId68" Type="http://schemas.openxmlformats.org/officeDocument/2006/relationships/image" Target="../media/image224.png"/><Relationship Id="rId76" Type="http://schemas.openxmlformats.org/officeDocument/2006/relationships/image" Target="../media/image232.png"/><Relationship Id="rId7" Type="http://schemas.openxmlformats.org/officeDocument/2006/relationships/image" Target="../media/image166.png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67" Type="http://schemas.openxmlformats.org/officeDocument/2006/relationships/image" Target="../media/image223.png"/><Relationship Id="rId71" Type="http://schemas.openxmlformats.org/officeDocument/2006/relationships/image" Target="../media/image227.png"/><Relationship Id="rId2" Type="http://schemas.openxmlformats.org/officeDocument/2006/relationships/image" Target="../media/image161.png"/><Relationship Id="rId16" Type="http://schemas.openxmlformats.org/officeDocument/2006/relationships/image" Target="../media/image175.png"/><Relationship Id="rId20" Type="http://schemas.openxmlformats.org/officeDocument/2006/relationships/image" Target="../media/image179.png"/><Relationship Id="rId29" Type="http://schemas.openxmlformats.org/officeDocument/2006/relationships/image" Target="../media/image188.png"/><Relationship Id="rId62" Type="http://schemas.openxmlformats.org/officeDocument/2006/relationships/image" Target="../media/image215.png"/><Relationship Id="rId70" Type="http://schemas.openxmlformats.org/officeDocument/2006/relationships/image" Target="../media/image226.png"/><Relationship Id="rId75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Relationship Id="rId11" Type="http://schemas.openxmlformats.org/officeDocument/2006/relationships/image" Target="../media/image170.png"/><Relationship Id="rId24" Type="http://schemas.openxmlformats.org/officeDocument/2006/relationships/image" Target="../media/image183.png"/><Relationship Id="rId53" Type="http://schemas.openxmlformats.org/officeDocument/2006/relationships/image" Target="../media/image212.png"/><Relationship Id="rId66" Type="http://schemas.openxmlformats.org/officeDocument/2006/relationships/image" Target="../media/image222.png"/><Relationship Id="rId74" Type="http://schemas.openxmlformats.org/officeDocument/2006/relationships/image" Target="../media/image230.png"/><Relationship Id="rId79" Type="http://schemas.openxmlformats.org/officeDocument/2006/relationships/image" Target="../media/image235.png"/><Relationship Id="rId5" Type="http://schemas.openxmlformats.org/officeDocument/2006/relationships/image" Target="../media/image164.png"/><Relationship Id="rId15" Type="http://schemas.openxmlformats.org/officeDocument/2006/relationships/image" Target="../media/image174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49" Type="http://schemas.openxmlformats.org/officeDocument/2006/relationships/image" Target="../media/image208.png"/><Relationship Id="rId61" Type="http://schemas.openxmlformats.org/officeDocument/2006/relationships/image" Target="../media/image214.png"/><Relationship Id="rId10" Type="http://schemas.openxmlformats.org/officeDocument/2006/relationships/image" Target="../media/image169.png"/><Relationship Id="rId19" Type="http://schemas.openxmlformats.org/officeDocument/2006/relationships/image" Target="../media/image178.png"/><Relationship Id="rId31" Type="http://schemas.openxmlformats.org/officeDocument/2006/relationships/image" Target="../media/image190.png"/><Relationship Id="rId52" Type="http://schemas.openxmlformats.org/officeDocument/2006/relationships/image" Target="../media/image211.png"/><Relationship Id="rId60" Type="http://schemas.openxmlformats.org/officeDocument/2006/relationships/image" Target="../media/image213.png"/><Relationship Id="rId65" Type="http://schemas.openxmlformats.org/officeDocument/2006/relationships/image" Target="../media/image221.png"/><Relationship Id="rId73" Type="http://schemas.openxmlformats.org/officeDocument/2006/relationships/image" Target="../media/image229.png"/><Relationship Id="rId78" Type="http://schemas.openxmlformats.org/officeDocument/2006/relationships/image" Target="../media/image234.png"/><Relationship Id="rId81" Type="http://schemas.openxmlformats.org/officeDocument/2006/relationships/image" Target="../media/image237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48" Type="http://schemas.openxmlformats.org/officeDocument/2006/relationships/image" Target="../media/image207.png"/><Relationship Id="rId64" Type="http://schemas.openxmlformats.org/officeDocument/2006/relationships/image" Target="../media/image220.png"/><Relationship Id="rId69" Type="http://schemas.openxmlformats.org/officeDocument/2006/relationships/image" Target="../media/image225.png"/><Relationship Id="rId77" Type="http://schemas.openxmlformats.org/officeDocument/2006/relationships/image" Target="../media/image233.png"/><Relationship Id="rId8" Type="http://schemas.openxmlformats.org/officeDocument/2006/relationships/image" Target="../media/image167.png"/><Relationship Id="rId51" Type="http://schemas.openxmlformats.org/officeDocument/2006/relationships/image" Target="../media/image210.png"/><Relationship Id="rId72" Type="http://schemas.openxmlformats.org/officeDocument/2006/relationships/image" Target="../media/image228.png"/><Relationship Id="rId80" Type="http://schemas.openxmlformats.org/officeDocument/2006/relationships/image" Target="../media/image236.png"/><Relationship Id="rId3" Type="http://schemas.openxmlformats.org/officeDocument/2006/relationships/image" Target="../media/image162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1.png"/><Relationship Id="rId18" Type="http://schemas.openxmlformats.org/officeDocument/2006/relationships/image" Target="../media/image204.png"/><Relationship Id="rId26" Type="http://schemas.openxmlformats.org/officeDocument/2006/relationships/image" Target="../media/image241.png"/><Relationship Id="rId39" Type="http://schemas.openxmlformats.org/officeDocument/2006/relationships/image" Target="../media/image254.png"/><Relationship Id="rId21" Type="http://schemas.openxmlformats.org/officeDocument/2006/relationships/image" Target="../media/image217.png"/><Relationship Id="rId34" Type="http://schemas.openxmlformats.org/officeDocument/2006/relationships/image" Target="../media/image249.png"/><Relationship Id="rId42" Type="http://schemas.openxmlformats.org/officeDocument/2006/relationships/image" Target="../media/image257.png"/><Relationship Id="rId47" Type="http://schemas.openxmlformats.org/officeDocument/2006/relationships/image" Target="../media/image262.png"/><Relationship Id="rId50" Type="http://schemas.openxmlformats.org/officeDocument/2006/relationships/image" Target="../media/image265.png"/><Relationship Id="rId55" Type="http://schemas.openxmlformats.org/officeDocument/2006/relationships/image" Target="../media/image270.png"/><Relationship Id="rId63" Type="http://schemas.openxmlformats.org/officeDocument/2006/relationships/image" Target="../media/image278.png"/><Relationship Id="rId68" Type="http://schemas.openxmlformats.org/officeDocument/2006/relationships/image" Target="../media/image283.png"/><Relationship Id="rId7" Type="http://schemas.openxmlformats.org/officeDocument/2006/relationships/image" Target="../media/image195.png"/><Relationship Id="rId2" Type="http://schemas.openxmlformats.org/officeDocument/2006/relationships/image" Target="../media/image1611.png"/><Relationship Id="rId29" Type="http://schemas.openxmlformats.org/officeDocument/2006/relationships/image" Target="../media/image2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4.png"/><Relationship Id="rId11" Type="http://schemas.openxmlformats.org/officeDocument/2006/relationships/image" Target="../media/image199.png"/><Relationship Id="rId24" Type="http://schemas.openxmlformats.org/officeDocument/2006/relationships/image" Target="../media/image239.png"/><Relationship Id="rId32" Type="http://schemas.openxmlformats.org/officeDocument/2006/relationships/image" Target="../media/image247.png"/><Relationship Id="rId37" Type="http://schemas.openxmlformats.org/officeDocument/2006/relationships/image" Target="../media/image252.png"/><Relationship Id="rId40" Type="http://schemas.openxmlformats.org/officeDocument/2006/relationships/image" Target="../media/image255.png"/><Relationship Id="rId45" Type="http://schemas.openxmlformats.org/officeDocument/2006/relationships/image" Target="../media/image260.png"/><Relationship Id="rId53" Type="http://schemas.openxmlformats.org/officeDocument/2006/relationships/image" Target="../media/image268.png"/><Relationship Id="rId58" Type="http://schemas.openxmlformats.org/officeDocument/2006/relationships/image" Target="../media/image273.png"/><Relationship Id="rId66" Type="http://schemas.openxmlformats.org/officeDocument/2006/relationships/image" Target="../media/image281.png"/><Relationship Id="rId5" Type="http://schemas.openxmlformats.org/officeDocument/2006/relationships/image" Target="../media/image193.png"/><Relationship Id="rId15" Type="http://schemas.openxmlformats.org/officeDocument/2006/relationships/image" Target="../media/image203.png"/><Relationship Id="rId23" Type="http://schemas.openxmlformats.org/officeDocument/2006/relationships/image" Target="../media/image238.png"/><Relationship Id="rId28" Type="http://schemas.openxmlformats.org/officeDocument/2006/relationships/image" Target="../media/image243.png"/><Relationship Id="rId36" Type="http://schemas.openxmlformats.org/officeDocument/2006/relationships/image" Target="../media/image251.png"/><Relationship Id="rId49" Type="http://schemas.openxmlformats.org/officeDocument/2006/relationships/image" Target="../media/image264.png"/><Relationship Id="rId57" Type="http://schemas.openxmlformats.org/officeDocument/2006/relationships/image" Target="../media/image272.png"/><Relationship Id="rId61" Type="http://schemas.openxmlformats.org/officeDocument/2006/relationships/image" Target="../media/image276.png"/><Relationship Id="rId10" Type="http://schemas.openxmlformats.org/officeDocument/2006/relationships/image" Target="../media/image198.png"/><Relationship Id="rId19" Type="http://schemas.openxmlformats.org/officeDocument/2006/relationships/image" Target="../media/image205.png"/><Relationship Id="rId31" Type="http://schemas.openxmlformats.org/officeDocument/2006/relationships/image" Target="../media/image246.png"/><Relationship Id="rId44" Type="http://schemas.openxmlformats.org/officeDocument/2006/relationships/image" Target="../media/image259.png"/><Relationship Id="rId52" Type="http://schemas.openxmlformats.org/officeDocument/2006/relationships/image" Target="../media/image267.png"/><Relationship Id="rId60" Type="http://schemas.openxmlformats.org/officeDocument/2006/relationships/image" Target="../media/image275.png"/><Relationship Id="rId65" Type="http://schemas.openxmlformats.org/officeDocument/2006/relationships/image" Target="../media/image280.png"/><Relationship Id="rId4" Type="http://schemas.openxmlformats.org/officeDocument/2006/relationships/image" Target="../media/image192.png"/><Relationship Id="rId9" Type="http://schemas.openxmlformats.org/officeDocument/2006/relationships/image" Target="../media/image197.png"/><Relationship Id="rId14" Type="http://schemas.openxmlformats.org/officeDocument/2006/relationships/image" Target="../media/image202.png"/><Relationship Id="rId22" Type="http://schemas.openxmlformats.org/officeDocument/2006/relationships/image" Target="../media/image218.png"/><Relationship Id="rId27" Type="http://schemas.openxmlformats.org/officeDocument/2006/relationships/image" Target="../media/image242.png"/><Relationship Id="rId30" Type="http://schemas.openxmlformats.org/officeDocument/2006/relationships/image" Target="../media/image245.png"/><Relationship Id="rId35" Type="http://schemas.openxmlformats.org/officeDocument/2006/relationships/image" Target="../media/image250.png"/><Relationship Id="rId43" Type="http://schemas.openxmlformats.org/officeDocument/2006/relationships/image" Target="../media/image258.png"/><Relationship Id="rId48" Type="http://schemas.openxmlformats.org/officeDocument/2006/relationships/image" Target="../media/image263.png"/><Relationship Id="rId56" Type="http://schemas.openxmlformats.org/officeDocument/2006/relationships/image" Target="../media/image271.png"/><Relationship Id="rId64" Type="http://schemas.openxmlformats.org/officeDocument/2006/relationships/image" Target="../media/image279.png"/><Relationship Id="rId69" Type="http://schemas.openxmlformats.org/officeDocument/2006/relationships/image" Target="../media/image284.png"/><Relationship Id="rId8" Type="http://schemas.openxmlformats.org/officeDocument/2006/relationships/image" Target="../media/image196.png"/><Relationship Id="rId51" Type="http://schemas.openxmlformats.org/officeDocument/2006/relationships/image" Target="../media/image266.png"/><Relationship Id="rId3" Type="http://schemas.openxmlformats.org/officeDocument/2006/relationships/image" Target="../media/image191.png"/><Relationship Id="rId12" Type="http://schemas.openxmlformats.org/officeDocument/2006/relationships/image" Target="../media/image200.png"/><Relationship Id="rId17" Type="http://schemas.openxmlformats.org/officeDocument/2006/relationships/image" Target="../media/image1760.png"/><Relationship Id="rId25" Type="http://schemas.openxmlformats.org/officeDocument/2006/relationships/image" Target="../media/image240.png"/><Relationship Id="rId33" Type="http://schemas.openxmlformats.org/officeDocument/2006/relationships/image" Target="../media/image248.png"/><Relationship Id="rId38" Type="http://schemas.openxmlformats.org/officeDocument/2006/relationships/image" Target="../media/image253.png"/><Relationship Id="rId46" Type="http://schemas.openxmlformats.org/officeDocument/2006/relationships/image" Target="../media/image261.png"/><Relationship Id="rId59" Type="http://schemas.openxmlformats.org/officeDocument/2006/relationships/image" Target="../media/image274.png"/><Relationship Id="rId67" Type="http://schemas.openxmlformats.org/officeDocument/2006/relationships/image" Target="../media/image282.png"/><Relationship Id="rId20" Type="http://schemas.openxmlformats.org/officeDocument/2006/relationships/image" Target="../media/image216.png"/><Relationship Id="rId41" Type="http://schemas.openxmlformats.org/officeDocument/2006/relationships/image" Target="../media/image256.png"/><Relationship Id="rId54" Type="http://schemas.openxmlformats.org/officeDocument/2006/relationships/image" Target="../media/image269.png"/><Relationship Id="rId62" Type="http://schemas.openxmlformats.org/officeDocument/2006/relationships/image" Target="../media/image277.png"/><Relationship Id="rId70" Type="http://schemas.openxmlformats.org/officeDocument/2006/relationships/image" Target="../media/image28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9.png"/><Relationship Id="rId13" Type="http://schemas.openxmlformats.org/officeDocument/2006/relationships/image" Target="../media/image2900.png"/><Relationship Id="rId18" Type="http://schemas.openxmlformats.org/officeDocument/2006/relationships/image" Target="../media/image294.png"/><Relationship Id="rId26" Type="http://schemas.openxmlformats.org/officeDocument/2006/relationships/image" Target="../media/image300.png"/><Relationship Id="rId3" Type="http://schemas.openxmlformats.org/officeDocument/2006/relationships/image" Target="../media/image287.png"/><Relationship Id="rId21" Type="http://schemas.openxmlformats.org/officeDocument/2006/relationships/image" Target="../media/image297.png"/><Relationship Id="rId7" Type="http://schemas.openxmlformats.org/officeDocument/2006/relationships/image" Target="../media/image2840.png"/><Relationship Id="rId12" Type="http://schemas.openxmlformats.org/officeDocument/2006/relationships/image" Target="../media/image291.png"/><Relationship Id="rId17" Type="http://schemas.openxmlformats.org/officeDocument/2006/relationships/image" Target="../media/image293.png"/><Relationship Id="rId25" Type="http://schemas.openxmlformats.org/officeDocument/2006/relationships/image" Target="../media/image299.png"/><Relationship Id="rId2" Type="http://schemas.openxmlformats.org/officeDocument/2006/relationships/image" Target="../media/image286.png"/><Relationship Id="rId16" Type="http://schemas.openxmlformats.org/officeDocument/2006/relationships/image" Target="../media/image2850.png"/><Relationship Id="rId20" Type="http://schemas.openxmlformats.org/officeDocument/2006/relationships/image" Target="../media/image296.png"/><Relationship Id="rId29" Type="http://schemas.openxmlformats.org/officeDocument/2006/relationships/image" Target="../media/image3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30.png"/><Relationship Id="rId11" Type="http://schemas.openxmlformats.org/officeDocument/2006/relationships/image" Target="../media/image290.png"/><Relationship Id="rId24" Type="http://schemas.openxmlformats.org/officeDocument/2006/relationships/image" Target="../media/image2980.png"/><Relationship Id="rId15" Type="http://schemas.openxmlformats.org/officeDocument/2006/relationships/image" Target="../media/image292.png"/><Relationship Id="rId23" Type="http://schemas.openxmlformats.org/officeDocument/2006/relationships/image" Target="../media/image2970.png"/><Relationship Id="rId28" Type="http://schemas.openxmlformats.org/officeDocument/2006/relationships/image" Target="../media/image302.png"/><Relationship Id="rId10" Type="http://schemas.openxmlformats.org/officeDocument/2006/relationships/image" Target="../media/image2870.png"/><Relationship Id="rId19" Type="http://schemas.openxmlformats.org/officeDocument/2006/relationships/image" Target="../media/image295.png"/><Relationship Id="rId4" Type="http://schemas.openxmlformats.org/officeDocument/2006/relationships/image" Target="../media/image288.png"/><Relationship Id="rId14" Type="http://schemas.openxmlformats.org/officeDocument/2006/relationships/image" Target="../media/image2910.png"/><Relationship Id="rId22" Type="http://schemas.openxmlformats.org/officeDocument/2006/relationships/image" Target="../media/image298.png"/><Relationship Id="rId27" Type="http://schemas.openxmlformats.org/officeDocument/2006/relationships/image" Target="../media/image301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26" Type="http://schemas.openxmlformats.org/officeDocument/2006/relationships/image" Target="../media/image185.png"/><Relationship Id="rId39" Type="http://schemas.openxmlformats.org/officeDocument/2006/relationships/image" Target="../media/image1980.png"/><Relationship Id="rId21" Type="http://schemas.openxmlformats.org/officeDocument/2006/relationships/image" Target="../media/image180.png"/><Relationship Id="rId34" Type="http://schemas.openxmlformats.org/officeDocument/2006/relationships/image" Target="../media/image1930.png"/><Relationship Id="rId42" Type="http://schemas.openxmlformats.org/officeDocument/2006/relationships/image" Target="../media/image2010.png"/><Relationship Id="rId47" Type="http://schemas.openxmlformats.org/officeDocument/2006/relationships/image" Target="../media/image206.png"/><Relationship Id="rId50" Type="http://schemas.openxmlformats.org/officeDocument/2006/relationships/image" Target="../media/image209.png"/><Relationship Id="rId63" Type="http://schemas.openxmlformats.org/officeDocument/2006/relationships/image" Target="../media/image219.png"/><Relationship Id="rId68" Type="http://schemas.openxmlformats.org/officeDocument/2006/relationships/image" Target="../media/image224.png"/><Relationship Id="rId76" Type="http://schemas.openxmlformats.org/officeDocument/2006/relationships/image" Target="../media/image232.png"/><Relationship Id="rId7" Type="http://schemas.openxmlformats.org/officeDocument/2006/relationships/image" Target="../media/image166.png"/><Relationship Id="rId71" Type="http://schemas.openxmlformats.org/officeDocument/2006/relationships/image" Target="../media/image227.png"/><Relationship Id="rId2" Type="http://schemas.openxmlformats.org/officeDocument/2006/relationships/image" Target="../media/image1610.png"/><Relationship Id="rId16" Type="http://schemas.openxmlformats.org/officeDocument/2006/relationships/image" Target="../media/image175.png"/><Relationship Id="rId29" Type="http://schemas.openxmlformats.org/officeDocument/2006/relationships/image" Target="../media/image188.png"/><Relationship Id="rId11" Type="http://schemas.openxmlformats.org/officeDocument/2006/relationships/image" Target="../media/image170.png"/><Relationship Id="rId24" Type="http://schemas.openxmlformats.org/officeDocument/2006/relationships/image" Target="../media/image183.png"/><Relationship Id="rId32" Type="http://schemas.openxmlformats.org/officeDocument/2006/relationships/image" Target="../media/image1910.png"/><Relationship Id="rId37" Type="http://schemas.openxmlformats.org/officeDocument/2006/relationships/image" Target="../media/image1960.png"/><Relationship Id="rId40" Type="http://schemas.openxmlformats.org/officeDocument/2006/relationships/image" Target="../media/image1990.png"/><Relationship Id="rId45" Type="http://schemas.openxmlformats.org/officeDocument/2006/relationships/image" Target="../media/image2040.png"/><Relationship Id="rId53" Type="http://schemas.openxmlformats.org/officeDocument/2006/relationships/image" Target="../media/image212.png"/><Relationship Id="rId66" Type="http://schemas.openxmlformats.org/officeDocument/2006/relationships/image" Target="../media/image222.png"/><Relationship Id="rId74" Type="http://schemas.openxmlformats.org/officeDocument/2006/relationships/image" Target="../media/image230.png"/><Relationship Id="rId79" Type="http://schemas.openxmlformats.org/officeDocument/2006/relationships/image" Target="../media/image235.png"/><Relationship Id="rId5" Type="http://schemas.openxmlformats.org/officeDocument/2006/relationships/image" Target="../media/image164.png"/><Relationship Id="rId15" Type="http://schemas.openxmlformats.org/officeDocument/2006/relationships/image" Target="../media/image174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36" Type="http://schemas.openxmlformats.org/officeDocument/2006/relationships/image" Target="../media/image1950.png"/><Relationship Id="rId49" Type="http://schemas.openxmlformats.org/officeDocument/2006/relationships/image" Target="../media/image208.png"/><Relationship Id="rId61" Type="http://schemas.openxmlformats.org/officeDocument/2006/relationships/image" Target="../media/image214.png"/><Relationship Id="rId10" Type="http://schemas.openxmlformats.org/officeDocument/2006/relationships/image" Target="../media/image169.png"/><Relationship Id="rId19" Type="http://schemas.openxmlformats.org/officeDocument/2006/relationships/image" Target="../media/image178.png"/><Relationship Id="rId31" Type="http://schemas.openxmlformats.org/officeDocument/2006/relationships/image" Target="../media/image190.png"/><Relationship Id="rId44" Type="http://schemas.openxmlformats.org/officeDocument/2006/relationships/image" Target="../media/image2030.png"/><Relationship Id="rId52" Type="http://schemas.openxmlformats.org/officeDocument/2006/relationships/image" Target="../media/image211.png"/><Relationship Id="rId60" Type="http://schemas.openxmlformats.org/officeDocument/2006/relationships/image" Target="../media/image213.png"/><Relationship Id="rId65" Type="http://schemas.openxmlformats.org/officeDocument/2006/relationships/image" Target="../media/image221.png"/><Relationship Id="rId73" Type="http://schemas.openxmlformats.org/officeDocument/2006/relationships/image" Target="../media/image229.png"/><Relationship Id="rId78" Type="http://schemas.openxmlformats.org/officeDocument/2006/relationships/image" Target="../media/image234.png"/><Relationship Id="rId81" Type="http://schemas.openxmlformats.org/officeDocument/2006/relationships/image" Target="../media/image237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35" Type="http://schemas.openxmlformats.org/officeDocument/2006/relationships/image" Target="../media/image1940.png"/><Relationship Id="rId43" Type="http://schemas.openxmlformats.org/officeDocument/2006/relationships/image" Target="../media/image2020.png"/><Relationship Id="rId48" Type="http://schemas.openxmlformats.org/officeDocument/2006/relationships/image" Target="../media/image207.png"/><Relationship Id="rId64" Type="http://schemas.openxmlformats.org/officeDocument/2006/relationships/image" Target="../media/image220.png"/><Relationship Id="rId69" Type="http://schemas.openxmlformats.org/officeDocument/2006/relationships/image" Target="../media/image225.png"/><Relationship Id="rId77" Type="http://schemas.openxmlformats.org/officeDocument/2006/relationships/image" Target="../media/image233.png"/><Relationship Id="rId8" Type="http://schemas.openxmlformats.org/officeDocument/2006/relationships/image" Target="../media/image167.png"/><Relationship Id="rId51" Type="http://schemas.openxmlformats.org/officeDocument/2006/relationships/image" Target="../media/image210.png"/><Relationship Id="rId72" Type="http://schemas.openxmlformats.org/officeDocument/2006/relationships/image" Target="../media/image228.png"/><Relationship Id="rId80" Type="http://schemas.openxmlformats.org/officeDocument/2006/relationships/image" Target="../media/image236.png"/><Relationship Id="rId3" Type="http://schemas.openxmlformats.org/officeDocument/2006/relationships/image" Target="../media/image1620.png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33" Type="http://schemas.openxmlformats.org/officeDocument/2006/relationships/image" Target="../media/image1920.png"/><Relationship Id="rId38" Type="http://schemas.openxmlformats.org/officeDocument/2006/relationships/image" Target="../media/image1970.png"/><Relationship Id="rId46" Type="http://schemas.openxmlformats.org/officeDocument/2006/relationships/image" Target="../media/image2050.png"/><Relationship Id="rId67" Type="http://schemas.openxmlformats.org/officeDocument/2006/relationships/image" Target="../media/image223.png"/><Relationship Id="rId20" Type="http://schemas.openxmlformats.org/officeDocument/2006/relationships/image" Target="../media/image179.png"/><Relationship Id="rId41" Type="http://schemas.openxmlformats.org/officeDocument/2006/relationships/image" Target="../media/image2000.png"/><Relationship Id="rId62" Type="http://schemas.openxmlformats.org/officeDocument/2006/relationships/image" Target="../media/image215.png"/><Relationship Id="rId70" Type="http://schemas.openxmlformats.org/officeDocument/2006/relationships/image" Target="../media/image226.png"/><Relationship Id="rId75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60.png"/><Relationship Id="rId13" Type="http://schemas.openxmlformats.org/officeDocument/2006/relationships/image" Target="../media/image2410.png"/><Relationship Id="rId18" Type="http://schemas.openxmlformats.org/officeDocument/2006/relationships/image" Target="../media/image2460.png"/><Relationship Id="rId26" Type="http://schemas.openxmlformats.org/officeDocument/2006/relationships/image" Target="../media/image2540.png"/><Relationship Id="rId3" Type="http://schemas.openxmlformats.org/officeDocument/2006/relationships/image" Target="../media/image2310.png"/><Relationship Id="rId21" Type="http://schemas.openxmlformats.org/officeDocument/2006/relationships/image" Target="../media/image2490.png"/><Relationship Id="rId7" Type="http://schemas.openxmlformats.org/officeDocument/2006/relationships/image" Target="../media/image2350.png"/><Relationship Id="rId12" Type="http://schemas.openxmlformats.org/officeDocument/2006/relationships/image" Target="../media/image2400.png"/><Relationship Id="rId17" Type="http://schemas.openxmlformats.org/officeDocument/2006/relationships/image" Target="../media/image2450.png"/><Relationship Id="rId25" Type="http://schemas.openxmlformats.org/officeDocument/2006/relationships/image" Target="../media/image2530.png"/><Relationship Id="rId2" Type="http://schemas.openxmlformats.org/officeDocument/2006/relationships/image" Target="../media/image2300.png"/><Relationship Id="rId16" Type="http://schemas.openxmlformats.org/officeDocument/2006/relationships/image" Target="../media/image2440.png"/><Relationship Id="rId20" Type="http://schemas.openxmlformats.org/officeDocument/2006/relationships/image" Target="../media/image2480.png"/><Relationship Id="rId29" Type="http://schemas.openxmlformats.org/officeDocument/2006/relationships/image" Target="../media/image25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40.png"/><Relationship Id="rId11" Type="http://schemas.openxmlformats.org/officeDocument/2006/relationships/image" Target="../media/image2390.png"/><Relationship Id="rId24" Type="http://schemas.openxmlformats.org/officeDocument/2006/relationships/image" Target="../media/image2520.png"/><Relationship Id="rId32" Type="http://schemas.openxmlformats.org/officeDocument/2006/relationships/image" Target="../media/image2600.png"/><Relationship Id="rId5" Type="http://schemas.openxmlformats.org/officeDocument/2006/relationships/image" Target="../media/image2330.png"/><Relationship Id="rId15" Type="http://schemas.openxmlformats.org/officeDocument/2006/relationships/image" Target="../media/image2430.png"/><Relationship Id="rId23" Type="http://schemas.openxmlformats.org/officeDocument/2006/relationships/image" Target="../media/image2510.png"/><Relationship Id="rId28" Type="http://schemas.openxmlformats.org/officeDocument/2006/relationships/image" Target="../media/image2560.png"/><Relationship Id="rId10" Type="http://schemas.openxmlformats.org/officeDocument/2006/relationships/image" Target="../media/image2380.png"/><Relationship Id="rId19" Type="http://schemas.openxmlformats.org/officeDocument/2006/relationships/image" Target="../media/image2470.png"/><Relationship Id="rId31" Type="http://schemas.openxmlformats.org/officeDocument/2006/relationships/image" Target="../media/image2590.png"/><Relationship Id="rId4" Type="http://schemas.openxmlformats.org/officeDocument/2006/relationships/image" Target="../media/image2320.png"/><Relationship Id="rId9" Type="http://schemas.openxmlformats.org/officeDocument/2006/relationships/image" Target="../media/image2370.png"/><Relationship Id="rId14" Type="http://schemas.openxmlformats.org/officeDocument/2006/relationships/image" Target="../media/image2420.png"/><Relationship Id="rId22" Type="http://schemas.openxmlformats.org/officeDocument/2006/relationships/image" Target="../media/image2500.png"/><Relationship Id="rId27" Type="http://schemas.openxmlformats.org/officeDocument/2006/relationships/image" Target="../media/image2550.png"/><Relationship Id="rId30" Type="http://schemas.openxmlformats.org/officeDocument/2006/relationships/image" Target="../media/image25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" name="Straight Connector 142"/>
          <p:cNvCxnSpPr>
            <a:cxnSpLocks/>
          </p:cNvCxnSpPr>
          <p:nvPr/>
        </p:nvCxnSpPr>
        <p:spPr>
          <a:xfrm flipV="1">
            <a:off x="717460" y="55309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/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blipFill>
                <a:blip r:embed="rId2"/>
                <a:stretch>
                  <a:fillRect l="-4225" b="-625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Connector 141"/>
          <p:cNvCxnSpPr>
            <a:cxnSpLocks/>
          </p:cNvCxnSpPr>
          <p:nvPr/>
        </p:nvCxnSpPr>
        <p:spPr>
          <a:xfrm>
            <a:off x="717460" y="52272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>
            <a:cxnSpLocks/>
          </p:cNvCxnSpPr>
          <p:nvPr/>
        </p:nvCxnSpPr>
        <p:spPr>
          <a:xfrm>
            <a:off x="717460" y="4951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/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blipFill>
                <a:blip r:embed="rId3"/>
                <a:stretch>
                  <a:fillRect l="-5479" b="-1290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Straight Connector 139"/>
          <p:cNvCxnSpPr>
            <a:cxnSpLocks/>
          </p:cNvCxnSpPr>
          <p:nvPr/>
        </p:nvCxnSpPr>
        <p:spPr>
          <a:xfrm flipV="1">
            <a:off x="717460" y="466798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>
            <a:cxnSpLocks/>
          </p:cNvCxnSpPr>
          <p:nvPr/>
        </p:nvCxnSpPr>
        <p:spPr>
          <a:xfrm flipV="1">
            <a:off x="717460" y="43818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/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blipFill>
                <a:blip r:embed="rId4"/>
                <a:stretch>
                  <a:fillRect l="-2857" b="-967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23835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327526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63683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93232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2254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52852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43BBBAB-B05E-9C87-FFF1-21F81656E674}"/>
              </a:ext>
            </a:extLst>
          </p:cNvPr>
          <p:cNvSpPr/>
          <p:nvPr/>
        </p:nvSpPr>
        <p:spPr>
          <a:xfrm flipH="1">
            <a:off x="6372707" y="5235265"/>
            <a:ext cx="425637" cy="29457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C7EBF31-996B-1191-B2E6-4BF93238539E}"/>
              </a:ext>
            </a:extLst>
          </p:cNvPr>
          <p:cNvSpPr/>
          <p:nvPr/>
        </p:nvSpPr>
        <p:spPr>
          <a:xfrm flipH="1">
            <a:off x="4048819" y="5223638"/>
            <a:ext cx="1534863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D23442F8-8AF9-8F12-7D68-FEEBC29EEA0B}"/>
              </a:ext>
            </a:extLst>
          </p:cNvPr>
          <p:cNvSpPr/>
          <p:nvPr/>
        </p:nvSpPr>
        <p:spPr>
          <a:xfrm flipH="1">
            <a:off x="2505017" y="5221046"/>
            <a:ext cx="771025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04F85C-3567-81BC-1F20-D0D4AE72167D}"/>
              </a:ext>
            </a:extLst>
          </p:cNvPr>
          <p:cNvSpPr/>
          <p:nvPr/>
        </p:nvSpPr>
        <p:spPr>
          <a:xfrm flipH="1">
            <a:off x="6364956" y="4670158"/>
            <a:ext cx="425637" cy="28101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CCF7C9E-B4FE-B4AA-940C-B7D51C8E1390}"/>
              </a:ext>
            </a:extLst>
          </p:cNvPr>
          <p:cNvSpPr/>
          <p:nvPr/>
        </p:nvSpPr>
        <p:spPr>
          <a:xfrm flipH="1">
            <a:off x="2507558" y="4672703"/>
            <a:ext cx="3082527" cy="282114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7D050FA-768A-F41D-D263-CA59CB0EB9B2}"/>
              </a:ext>
            </a:extLst>
          </p:cNvPr>
          <p:cNvSpPr/>
          <p:nvPr/>
        </p:nvSpPr>
        <p:spPr>
          <a:xfrm flipH="1">
            <a:off x="1737940" y="4100413"/>
            <a:ext cx="766428" cy="28103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087AA584-A4D3-862B-4949-D9AC6426008B}"/>
              </a:ext>
            </a:extLst>
          </p:cNvPr>
          <p:cNvSpPr/>
          <p:nvPr/>
        </p:nvSpPr>
        <p:spPr>
          <a:xfrm flipH="1">
            <a:off x="5600169" y="4103854"/>
            <a:ext cx="762059" cy="280470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813DC7-05F6-6CE2-7B28-8F695E701ABB}"/>
              </a:ext>
            </a:extLst>
          </p:cNvPr>
          <p:cNvCxnSpPr>
            <a:cxnSpLocks/>
          </p:cNvCxnSpPr>
          <p:nvPr/>
        </p:nvCxnSpPr>
        <p:spPr>
          <a:xfrm>
            <a:off x="2520836" y="4378497"/>
            <a:ext cx="3073914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>
            <a:off x="725227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1728183" y="346351"/>
            <a:ext cx="0" cy="615600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346351"/>
            <a:ext cx="3023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346351"/>
            <a:ext cx="2876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346351"/>
            <a:ext cx="571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346351"/>
            <a:ext cx="8811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346351"/>
            <a:ext cx="0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346351"/>
            <a:ext cx="0" cy="6156004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674839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>
            <a:cxnSpLocks/>
          </p:cNvCxnSpPr>
          <p:nvPr/>
        </p:nvCxnSpPr>
        <p:spPr>
          <a:xfrm>
            <a:off x="717460" y="409867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>
            <a:cxnSpLocks/>
          </p:cNvCxnSpPr>
          <p:nvPr/>
        </p:nvCxnSpPr>
        <p:spPr>
          <a:xfrm>
            <a:off x="717460" y="56308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584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9374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529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blipFill>
                <a:blip r:embed="rId5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blipFill>
                <a:blip r:embed="rId6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blipFill>
                <a:blip r:embed="rId7"/>
                <a:stretch>
                  <a:fillRect l="-13043" r="-13043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2D6090DE-60DB-B2A2-04C8-BDA3A2CD6ACE}"/>
              </a:ext>
            </a:extLst>
          </p:cNvPr>
          <p:cNvGrpSpPr/>
          <p:nvPr/>
        </p:nvGrpSpPr>
        <p:grpSpPr>
          <a:xfrm>
            <a:off x="2503644" y="1221549"/>
            <a:ext cx="784665" cy="301550"/>
            <a:chOff x="2027257" y="1526734"/>
            <a:chExt cx="385349" cy="39156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206142E-1561-CEDD-BE41-6D5B6AEBB10E}"/>
                </a:ext>
              </a:extLst>
            </p:cNvPr>
            <p:cNvGrpSpPr/>
            <p:nvPr/>
          </p:nvGrpSpPr>
          <p:grpSpPr>
            <a:xfrm>
              <a:off x="2027257" y="1528499"/>
              <a:ext cx="385349" cy="389803"/>
              <a:chOff x="4726748" y="371058"/>
              <a:chExt cx="385349" cy="389803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23C387-53D3-0C3E-B7F5-ED2544F38A9F}"/>
                  </a:ext>
                </a:extLst>
              </p:cNvPr>
              <p:cNvSpPr/>
              <p:nvPr/>
            </p:nvSpPr>
            <p:spPr>
              <a:xfrm flipH="1">
                <a:off x="4729506" y="378198"/>
                <a:ext cx="375905" cy="3818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00E2270-D331-6AF9-A931-50CEBC139D1A}"/>
                  </a:ext>
                </a:extLst>
              </p:cNvPr>
              <p:cNvCxnSpPr/>
              <p:nvPr/>
            </p:nvCxnSpPr>
            <p:spPr>
              <a:xfrm flipV="1">
                <a:off x="472674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BEF96D2-993B-D965-E49A-F8B9A9025339}"/>
                  </a:ext>
                </a:extLst>
              </p:cNvPr>
              <p:cNvCxnSpPr/>
              <p:nvPr/>
            </p:nvCxnSpPr>
            <p:spPr>
              <a:xfrm flipH="1" flipV="1">
                <a:off x="4730388" y="376496"/>
                <a:ext cx="381709" cy="170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011AE30-FF80-547D-6FBB-16E90E3B04CB}"/>
                  </a:ext>
                </a:extLst>
              </p:cNvPr>
              <p:cNvCxnSpPr/>
              <p:nvPr/>
            </p:nvCxnSpPr>
            <p:spPr>
              <a:xfrm flipH="1">
                <a:off x="4726748" y="760033"/>
                <a:ext cx="385349" cy="828"/>
              </a:xfrm>
              <a:prstGeom prst="line">
                <a:avLst/>
              </a:prstGeom>
              <a:ln w="19050" cmpd="sng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A1B0360-DE50-3EBB-B3F1-6C11D5082CB3}"/>
                </a:ext>
              </a:extLst>
            </p:cNvPr>
            <p:cNvCxnSpPr/>
            <p:nvPr/>
          </p:nvCxnSpPr>
          <p:spPr>
            <a:xfrm flipV="1">
              <a:off x="2408344" y="1526734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blipFill>
                <a:blip r:embed="rId12"/>
                <a:stretch>
                  <a:fillRect l="-29412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blipFill>
                <a:blip r:embed="rId13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D66F7072-9824-507E-C50F-B08A977E6EF0}"/>
              </a:ext>
            </a:extLst>
          </p:cNvPr>
          <p:cNvGrpSpPr/>
          <p:nvPr/>
        </p:nvGrpSpPr>
        <p:grpSpPr>
          <a:xfrm>
            <a:off x="6362229" y="1219361"/>
            <a:ext cx="428885" cy="314132"/>
            <a:chOff x="4726748" y="371058"/>
            <a:chExt cx="385349" cy="38980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CF85DF7-F4CD-D5A8-10E2-53882FF03CCF}"/>
                </a:ext>
              </a:extLst>
            </p:cNvPr>
            <p:cNvSpPr/>
            <p:nvPr/>
          </p:nvSpPr>
          <p:spPr>
            <a:xfrm flipH="1">
              <a:off x="4729506" y="378198"/>
              <a:ext cx="375905" cy="38183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5875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F6CFEAB-166E-4585-C8C4-3B92FA45642C}"/>
                </a:ext>
              </a:extLst>
            </p:cNvPr>
            <p:cNvCxnSpPr/>
            <p:nvPr/>
          </p:nvCxnSpPr>
          <p:spPr>
            <a:xfrm flipV="1">
              <a:off x="4726748" y="371058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5B39162-9C59-5EBE-7930-65757298DCF1}"/>
                </a:ext>
              </a:extLst>
            </p:cNvPr>
            <p:cNvCxnSpPr/>
            <p:nvPr/>
          </p:nvCxnSpPr>
          <p:spPr>
            <a:xfrm flipH="1" flipV="1">
              <a:off x="4730388" y="376496"/>
              <a:ext cx="381709" cy="170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0AC20A3-9C62-C828-8AAA-34041034714F}"/>
                </a:ext>
              </a:extLst>
            </p:cNvPr>
            <p:cNvCxnSpPr/>
            <p:nvPr/>
          </p:nvCxnSpPr>
          <p:spPr>
            <a:xfrm flipH="1">
              <a:off x="4726748" y="760033"/>
              <a:ext cx="385349" cy="828"/>
            </a:xfrm>
            <a:prstGeom prst="line">
              <a:avLst/>
            </a:prstGeom>
            <a:ln w="19050" cmpd="sng">
              <a:solidFill>
                <a:schemeClr val="tx1">
                  <a:lumMod val="65000"/>
                  <a:lumOff val="35000"/>
                </a:schemeClr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93268D-C157-CEA3-20C1-8776E64ED1D4}"/>
              </a:ext>
            </a:extLst>
          </p:cNvPr>
          <p:cNvGrpSpPr/>
          <p:nvPr/>
        </p:nvGrpSpPr>
        <p:grpSpPr>
          <a:xfrm flipH="1" flipV="1">
            <a:off x="4045889" y="1225192"/>
            <a:ext cx="1552082" cy="305320"/>
            <a:chOff x="2030015" y="1528499"/>
            <a:chExt cx="382591" cy="388977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92DB02C-5B3E-23E6-2272-96859FC46972}"/>
                </a:ext>
              </a:extLst>
            </p:cNvPr>
            <p:cNvGrpSpPr/>
            <p:nvPr/>
          </p:nvGrpSpPr>
          <p:grpSpPr>
            <a:xfrm>
              <a:off x="2030015" y="1528499"/>
              <a:ext cx="382591" cy="388977"/>
              <a:chOff x="4729506" y="371058"/>
              <a:chExt cx="382591" cy="388977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44F8B7-8FDE-8678-157C-BC0608572188}"/>
                  </a:ext>
                </a:extLst>
              </p:cNvPr>
              <p:cNvSpPr/>
              <p:nvPr/>
            </p:nvSpPr>
            <p:spPr>
              <a:xfrm flipH="1">
                <a:off x="4729506" y="375637"/>
                <a:ext cx="380324" cy="38439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A263EFD-0742-1108-5E61-06FFB28EF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29508" y="759051"/>
                <a:ext cx="382589" cy="9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09929D8-7C88-3679-DF80-34B7BB32507C}"/>
                  </a:ext>
                </a:extLst>
              </p:cNvPr>
              <p:cNvCxnSpPr/>
              <p:nvPr/>
            </p:nvCxnSpPr>
            <p:spPr>
              <a:xfrm flipV="1">
                <a:off x="472950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2A2BFF7-883F-BC7A-DFD7-AFEF2FCE255D}"/>
                </a:ext>
              </a:extLst>
            </p:cNvPr>
            <p:cNvCxnSpPr/>
            <p:nvPr/>
          </p:nvCxnSpPr>
          <p:spPr>
            <a:xfrm flipV="1">
              <a:off x="2411104" y="1531283"/>
              <a:ext cx="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527737"/>
            <a:ext cx="5411622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08921AB7-F7F3-9CAF-60FD-3962FE2D80C7}"/>
              </a:ext>
            </a:extLst>
          </p:cNvPr>
          <p:cNvSpPr>
            <a:spLocks noChangeAspect="1"/>
          </p:cNvSpPr>
          <p:nvPr/>
        </p:nvSpPr>
        <p:spPr>
          <a:xfrm>
            <a:off x="1693765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661B659-92EC-546B-992A-5A166BAE0CAC}"/>
              </a:ext>
            </a:extLst>
          </p:cNvPr>
          <p:cNvCxnSpPr>
            <a:cxnSpLocks/>
          </p:cNvCxnSpPr>
          <p:nvPr/>
        </p:nvCxnSpPr>
        <p:spPr>
          <a:xfrm>
            <a:off x="1738978" y="409648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31D17373-0A2E-2574-2C71-DF63C597D6FC}"/>
              </a:ext>
            </a:extLst>
          </p:cNvPr>
          <p:cNvSpPr>
            <a:spLocks noChangeAspect="1"/>
          </p:cNvSpPr>
          <p:nvPr/>
        </p:nvSpPr>
        <p:spPr>
          <a:xfrm>
            <a:off x="2464649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D9DD958-6C3B-047C-349C-CA5D4BEE9B18}"/>
              </a:ext>
            </a:extLst>
          </p:cNvPr>
          <p:cNvSpPr>
            <a:spLocks noChangeAspect="1"/>
          </p:cNvSpPr>
          <p:nvPr/>
        </p:nvSpPr>
        <p:spPr>
          <a:xfrm>
            <a:off x="5548954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F718C27-8D44-1C09-82FA-24312E98C5A7}"/>
              </a:ext>
            </a:extLst>
          </p:cNvPr>
          <p:cNvSpPr>
            <a:spLocks noChangeAspect="1"/>
          </p:cNvSpPr>
          <p:nvPr/>
        </p:nvSpPr>
        <p:spPr>
          <a:xfrm>
            <a:off x="4774221" y="43335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D1D0754-2710-5D59-DC7B-000751EA5176}"/>
              </a:ext>
            </a:extLst>
          </p:cNvPr>
          <p:cNvSpPr>
            <a:spLocks noChangeAspect="1"/>
          </p:cNvSpPr>
          <p:nvPr/>
        </p:nvSpPr>
        <p:spPr>
          <a:xfrm>
            <a:off x="4018603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FF258DE-600D-4CEE-14AF-30CCB58EBA5C}"/>
              </a:ext>
            </a:extLst>
          </p:cNvPr>
          <p:cNvSpPr>
            <a:spLocks noChangeAspect="1"/>
          </p:cNvSpPr>
          <p:nvPr/>
        </p:nvSpPr>
        <p:spPr>
          <a:xfrm>
            <a:off x="3241963" y="433368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FA026B4-FE4E-D478-BB6F-2294A4B0AC64}"/>
              </a:ext>
            </a:extLst>
          </p:cNvPr>
          <p:cNvCxnSpPr>
            <a:cxnSpLocks/>
          </p:cNvCxnSpPr>
          <p:nvPr/>
        </p:nvCxnSpPr>
        <p:spPr>
          <a:xfrm>
            <a:off x="5601767" y="4096487"/>
            <a:ext cx="756578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BD75B9E-CEBE-ECD2-D34E-3F04CF2C0330}"/>
              </a:ext>
            </a:extLst>
          </p:cNvPr>
          <p:cNvCxnSpPr>
            <a:cxnSpLocks/>
          </p:cNvCxnSpPr>
          <p:nvPr/>
        </p:nvCxnSpPr>
        <p:spPr>
          <a:xfrm>
            <a:off x="5592709" y="4948113"/>
            <a:ext cx="765636" cy="1473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75CABB38-C43C-80C6-9040-4A86FE1611C5}"/>
              </a:ext>
            </a:extLst>
          </p:cNvPr>
          <p:cNvSpPr>
            <a:spLocks noChangeAspect="1"/>
          </p:cNvSpPr>
          <p:nvPr/>
        </p:nvSpPr>
        <p:spPr>
          <a:xfrm>
            <a:off x="2457360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B7455BC-A6AD-A482-3F1E-37181A216499}"/>
              </a:ext>
            </a:extLst>
          </p:cNvPr>
          <p:cNvCxnSpPr>
            <a:cxnSpLocks/>
          </p:cNvCxnSpPr>
          <p:nvPr/>
        </p:nvCxnSpPr>
        <p:spPr>
          <a:xfrm>
            <a:off x="2502573" y="4667576"/>
            <a:ext cx="3095390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B0F51690-02BC-9F6A-C652-A5AA712BC81C}"/>
              </a:ext>
            </a:extLst>
          </p:cNvPr>
          <p:cNvSpPr>
            <a:spLocks noChangeAspect="1"/>
          </p:cNvSpPr>
          <p:nvPr/>
        </p:nvSpPr>
        <p:spPr>
          <a:xfrm>
            <a:off x="3228244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3977206-00B1-EC15-B613-16D59F078400}"/>
              </a:ext>
            </a:extLst>
          </p:cNvPr>
          <p:cNvSpPr>
            <a:spLocks noChangeAspect="1"/>
          </p:cNvSpPr>
          <p:nvPr/>
        </p:nvSpPr>
        <p:spPr>
          <a:xfrm>
            <a:off x="6312549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8B10D76-7D98-2808-A021-3879692504EC}"/>
              </a:ext>
            </a:extLst>
          </p:cNvPr>
          <p:cNvSpPr>
            <a:spLocks noChangeAspect="1"/>
          </p:cNvSpPr>
          <p:nvPr/>
        </p:nvSpPr>
        <p:spPr>
          <a:xfrm>
            <a:off x="5537816" y="4904624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B947379-65A4-316E-3408-20D0380D2717}"/>
              </a:ext>
            </a:extLst>
          </p:cNvPr>
          <p:cNvSpPr>
            <a:spLocks noChangeAspect="1"/>
          </p:cNvSpPr>
          <p:nvPr/>
        </p:nvSpPr>
        <p:spPr>
          <a:xfrm>
            <a:off x="4782198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AA411FC-34C4-37C6-E20D-DF11CEC9C3E6}"/>
              </a:ext>
            </a:extLst>
          </p:cNvPr>
          <p:cNvSpPr>
            <a:spLocks noChangeAspect="1"/>
          </p:cNvSpPr>
          <p:nvPr/>
        </p:nvSpPr>
        <p:spPr>
          <a:xfrm>
            <a:off x="4005558" y="46245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4BE53D3-EAAA-2669-A07E-C143D5F0BB2E}"/>
              </a:ext>
            </a:extLst>
          </p:cNvPr>
          <p:cNvCxnSpPr>
            <a:cxnSpLocks/>
          </p:cNvCxnSpPr>
          <p:nvPr/>
        </p:nvCxnSpPr>
        <p:spPr>
          <a:xfrm>
            <a:off x="6365362" y="4667576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E600F05-7BD6-32C4-AF66-BC97885D1A78}"/>
              </a:ext>
            </a:extLst>
          </p:cNvPr>
          <p:cNvCxnSpPr>
            <a:cxnSpLocks/>
          </p:cNvCxnSpPr>
          <p:nvPr/>
        </p:nvCxnSpPr>
        <p:spPr>
          <a:xfrm flipV="1">
            <a:off x="3283631" y="5523249"/>
            <a:ext cx="766927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6890244-EABC-2E08-5AAB-D33A1C3DD94B}"/>
              </a:ext>
            </a:extLst>
          </p:cNvPr>
          <p:cNvSpPr>
            <a:spLocks noChangeAspect="1"/>
          </p:cNvSpPr>
          <p:nvPr/>
        </p:nvSpPr>
        <p:spPr>
          <a:xfrm>
            <a:off x="2456560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5F82FCE-53E9-39F3-A8B9-823ED93274C2}"/>
              </a:ext>
            </a:extLst>
          </p:cNvPr>
          <p:cNvCxnSpPr>
            <a:cxnSpLocks/>
          </p:cNvCxnSpPr>
          <p:nvPr/>
        </p:nvCxnSpPr>
        <p:spPr>
          <a:xfrm>
            <a:off x="2501773" y="5229750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B103932A-BB24-64D6-3711-94153819AA8D}"/>
              </a:ext>
            </a:extLst>
          </p:cNvPr>
          <p:cNvSpPr>
            <a:spLocks noChangeAspect="1"/>
          </p:cNvSpPr>
          <p:nvPr/>
        </p:nvSpPr>
        <p:spPr>
          <a:xfrm>
            <a:off x="3227444" y="548483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328FFDF-4FDE-469D-2B05-3B2196592220}"/>
              </a:ext>
            </a:extLst>
          </p:cNvPr>
          <p:cNvSpPr>
            <a:spLocks noChangeAspect="1"/>
          </p:cNvSpPr>
          <p:nvPr/>
        </p:nvSpPr>
        <p:spPr>
          <a:xfrm>
            <a:off x="6311749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30D79FD-2EB9-B48B-7E5C-616DCB0EFD70}"/>
              </a:ext>
            </a:extLst>
          </p:cNvPr>
          <p:cNvSpPr>
            <a:spLocks noChangeAspect="1"/>
          </p:cNvSpPr>
          <p:nvPr/>
        </p:nvSpPr>
        <p:spPr>
          <a:xfrm>
            <a:off x="5537016" y="548734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1882E75-2D0A-33B7-E6E9-4180DEEC79FC}"/>
              </a:ext>
            </a:extLst>
          </p:cNvPr>
          <p:cNvSpPr>
            <a:spLocks noChangeAspect="1"/>
          </p:cNvSpPr>
          <p:nvPr/>
        </p:nvSpPr>
        <p:spPr>
          <a:xfrm>
            <a:off x="4781398" y="5179250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07AA50C-95F7-D5C5-63A0-09D34960C888}"/>
              </a:ext>
            </a:extLst>
          </p:cNvPr>
          <p:cNvSpPr>
            <a:spLocks noChangeAspect="1"/>
          </p:cNvSpPr>
          <p:nvPr/>
        </p:nvSpPr>
        <p:spPr>
          <a:xfrm>
            <a:off x="4004758" y="5181909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CF93C33-8CF4-A02A-3CE7-CF65B75B716F}"/>
              </a:ext>
            </a:extLst>
          </p:cNvPr>
          <p:cNvCxnSpPr>
            <a:cxnSpLocks/>
          </p:cNvCxnSpPr>
          <p:nvPr/>
        </p:nvCxnSpPr>
        <p:spPr>
          <a:xfrm>
            <a:off x="6364562" y="5229750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4758177-084B-BC44-AD31-D666766127B3}"/>
              </a:ext>
            </a:extLst>
          </p:cNvPr>
          <p:cNvGrpSpPr/>
          <p:nvPr/>
        </p:nvGrpSpPr>
        <p:grpSpPr>
          <a:xfrm>
            <a:off x="9994897" y="5473831"/>
            <a:ext cx="1387533" cy="706571"/>
            <a:chOff x="8671389" y="2234796"/>
            <a:chExt cx="1387533" cy="706571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83ECCD9-A27B-9F17-86D4-D324925A066F}"/>
                </a:ext>
              </a:extLst>
            </p:cNvPr>
            <p:cNvGrpSpPr/>
            <p:nvPr/>
          </p:nvGrpSpPr>
          <p:grpSpPr>
            <a:xfrm>
              <a:off x="8671389" y="2524609"/>
              <a:ext cx="1387533" cy="416758"/>
              <a:chOff x="869860" y="3953631"/>
              <a:chExt cx="8100002" cy="416758"/>
            </a:xfrm>
          </p:grpSpPr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E67D7004-07E7-4AB3-4956-41C4E5EF04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9860" y="3953631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71E6773F-B0CB-EB34-326E-2FA4FE4F01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860" y="4370389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F6CD96E-276C-9A95-1CDD-9B738AE29F01}"/>
                </a:ext>
              </a:extLst>
            </p:cNvPr>
            <p:cNvCxnSpPr>
              <a:cxnSpLocks/>
            </p:cNvCxnSpPr>
            <p:nvPr/>
          </p:nvCxnSpPr>
          <p:spPr>
            <a:xfrm>
              <a:off x="8671389" y="2234796"/>
              <a:ext cx="1387533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594E0-5C1D-CCC2-36E7-07BE046D01EE}"/>
              </a:ext>
            </a:extLst>
          </p:cNvPr>
          <p:cNvCxnSpPr>
            <a:cxnSpLocks/>
          </p:cNvCxnSpPr>
          <p:nvPr/>
        </p:nvCxnSpPr>
        <p:spPr>
          <a:xfrm flipV="1">
            <a:off x="4052050" y="5224250"/>
            <a:ext cx="1538035" cy="1705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F03449A-79A1-E19C-CF44-FB2A043C4546}"/>
              </a:ext>
            </a:extLst>
          </p:cNvPr>
          <p:cNvCxnSpPr>
            <a:cxnSpLocks/>
          </p:cNvCxnSpPr>
          <p:nvPr/>
        </p:nvCxnSpPr>
        <p:spPr>
          <a:xfrm>
            <a:off x="5582465" y="5528866"/>
            <a:ext cx="780213" cy="971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/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blipFill>
                <a:blip r:embed="rId15"/>
                <a:stretch>
                  <a:fillRect l="-33333" r="-26667"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/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blipFill>
                <a:blip r:embed="rId16"/>
                <a:stretch>
                  <a:fillRect l="-33333" r="-26667" b="-909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blipFill>
                <a:blip r:embed="rId17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blipFill>
                <a:blip r:embed="rId18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blipFill>
                <a:blip r:embed="rId19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blipFill>
                <a:blip r:embed="rId20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blipFill>
                <a:blip r:embed="rId21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2792418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blipFill>
                <a:blip r:embed="rId23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blipFill>
                <a:blip r:embed="rId24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blipFill>
                <a:blip r:embed="rId25"/>
                <a:stretch>
                  <a:fillRect l="-13043" r="-8696" b="-2142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/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>
                    <a:latin typeface="+mj-lt"/>
                  </a:rPr>
                  <a:t>State Trajectory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blipFill>
                <a:blip r:embed="rId26"/>
                <a:stretch>
                  <a:fillRect l="-8664" t="-45652" r="-17329" b="-5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337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84D7EA3E-0F16-7C45-BE0C-2229BEE92AE9}"/>
              </a:ext>
            </a:extLst>
          </p:cNvPr>
          <p:cNvCxnSpPr>
            <a:cxnSpLocks/>
          </p:cNvCxnSpPr>
          <p:nvPr/>
        </p:nvCxnSpPr>
        <p:spPr>
          <a:xfrm>
            <a:off x="717460" y="6325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745543" y="353202"/>
            <a:ext cx="1114088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dirty="0">
                <a:latin typeface="+mj-lt"/>
              </a:rPr>
              <a:t>Schedule: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/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dirty="0">
                    <a:latin typeface="+mj-lt"/>
                  </a:rPr>
                  <a:t>Characteristic functions for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blipFill>
                <a:blip r:embed="rId27"/>
                <a:stretch>
                  <a:fillRect l="-4743" t="-26087" r="-3953" b="-5217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05072" y="238355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38551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3864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1FC04CA-13D6-C3B6-747A-548EFFA5A497}"/>
              </a:ext>
            </a:extLst>
          </p:cNvPr>
          <p:cNvGrpSpPr/>
          <p:nvPr/>
        </p:nvGrpSpPr>
        <p:grpSpPr>
          <a:xfrm>
            <a:off x="3281054" y="622466"/>
            <a:ext cx="769021" cy="305442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925F3E50-FD12-F1EA-7E3E-142DA01784FA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242ECFCD-85E1-DFD3-F19F-EA9B499B0722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D284931B-4963-7996-C405-28B8E6EE1BB3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2965A76-7FAD-D78B-696E-6B607499F6BC}"/>
              </a:ext>
            </a:extLst>
          </p:cNvPr>
          <p:cNvGrpSpPr/>
          <p:nvPr/>
        </p:nvGrpSpPr>
        <p:grpSpPr>
          <a:xfrm>
            <a:off x="3280997" y="925331"/>
            <a:ext cx="1548338" cy="304196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FA86FC-BD26-1D0B-F38F-C39E02C45DE5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C56DB36-B512-E63F-A252-7F9DB7A47E0B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ECC6EC0-BA1D-3AE7-A0DE-37A7E597F1F0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8385" y="2391229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E20D56B1-204C-8957-A5A9-5CAAC76E04EF}"/>
              </a:ext>
            </a:extLst>
          </p:cNvPr>
          <p:cNvCxnSpPr>
            <a:cxnSpLocks/>
          </p:cNvCxnSpPr>
          <p:nvPr/>
        </p:nvCxnSpPr>
        <p:spPr>
          <a:xfrm flipV="1">
            <a:off x="2020479" y="281415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/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blipFill>
                <a:blip r:embed="rId3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/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blipFill>
                <a:blip r:embed="rId31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/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blipFill>
                <a:blip r:embed="rId32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/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blipFill>
                <a:blip r:embed="rId3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/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blipFill>
                <a:blip r:embed="rId34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/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𝟔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blipFill>
                <a:blip r:embed="rId3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blipFill>
                <a:blip r:embed="rId36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Oval 165">
            <a:extLst>
              <a:ext uri="{FF2B5EF4-FFF2-40B4-BE49-F238E27FC236}">
                <a16:creationId xmlns:a16="http://schemas.microsoft.com/office/drawing/2014/main" id="{3A5243BA-AF74-4B6D-0579-EE1A0C3F7800}"/>
              </a:ext>
            </a:extLst>
          </p:cNvPr>
          <p:cNvSpPr>
            <a:spLocks noChangeAspect="1"/>
          </p:cNvSpPr>
          <p:nvPr/>
        </p:nvSpPr>
        <p:spPr>
          <a:xfrm>
            <a:off x="6325803" y="4339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F9386D8F-5AF3-143C-25B8-6B10F93C2EAE}"/>
              </a:ext>
            </a:extLst>
          </p:cNvPr>
          <p:cNvCxnSpPr>
            <a:cxnSpLocks/>
          </p:cNvCxnSpPr>
          <p:nvPr/>
        </p:nvCxnSpPr>
        <p:spPr>
          <a:xfrm>
            <a:off x="6378616" y="4382655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705B8C0-14E7-783E-601E-1D10153F666E}"/>
              </a:ext>
            </a:extLst>
          </p:cNvPr>
          <p:cNvSpPr>
            <a:spLocks noChangeAspect="1"/>
          </p:cNvSpPr>
          <p:nvPr/>
        </p:nvSpPr>
        <p:spPr>
          <a:xfrm>
            <a:off x="1687141" y="49109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562FEB08-4600-979D-0BD6-96B6098B8B31}"/>
              </a:ext>
            </a:extLst>
          </p:cNvPr>
          <p:cNvCxnSpPr>
            <a:cxnSpLocks/>
          </p:cNvCxnSpPr>
          <p:nvPr/>
        </p:nvCxnSpPr>
        <p:spPr>
          <a:xfrm>
            <a:off x="1732354" y="4954564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DA9F8063-B406-C05D-7608-0C81703433AC}"/>
              </a:ext>
            </a:extLst>
          </p:cNvPr>
          <p:cNvSpPr>
            <a:spLocks noChangeAspect="1"/>
          </p:cNvSpPr>
          <p:nvPr/>
        </p:nvSpPr>
        <p:spPr>
          <a:xfrm>
            <a:off x="1690456" y="548077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D1869FCB-1B23-F103-7F60-62258D72C5AB}"/>
              </a:ext>
            </a:extLst>
          </p:cNvPr>
          <p:cNvCxnSpPr>
            <a:cxnSpLocks/>
          </p:cNvCxnSpPr>
          <p:nvPr/>
        </p:nvCxnSpPr>
        <p:spPr>
          <a:xfrm>
            <a:off x="1735669" y="552440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35046" y="239280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67906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97213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/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blipFill>
                <a:blip r:embed="rId3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4863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637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19750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3225" y="3742789"/>
            <a:ext cx="11279" cy="2485320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blipFill>
                <a:blip r:embed="rId2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84375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 flipH="1">
            <a:off x="1723712" y="760657"/>
            <a:ext cx="0" cy="2515943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blipFill>
                <a:blip r:embed="rId1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blipFill>
                <a:blip r:embed="rId1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blipFill>
                <a:blip r:embed="rId1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54218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blipFill>
                <a:blip r:embed="rId17"/>
                <a:stretch>
                  <a:fillRect l="-7692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blipFill>
                <a:blip r:embed="rId18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blipFill>
                <a:blip r:embed="rId19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62222" y="224732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4927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5021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48860" y="2254995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blipFill>
                <a:blip r:embed="rId22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168371" y="225657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475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540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31471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3DADE35F-0FB1-4A70-9D50-8EB736ECF4C5}"/>
              </a:ext>
            </a:extLst>
          </p:cNvPr>
          <p:cNvCxnSpPr>
            <a:cxnSpLocks/>
          </p:cNvCxnSpPr>
          <p:nvPr/>
        </p:nvCxnSpPr>
        <p:spPr>
          <a:xfrm flipV="1">
            <a:off x="713401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B817F16-19E3-DB7F-F64D-A248FF700468}"/>
              </a:ext>
            </a:extLst>
          </p:cNvPr>
          <p:cNvCxnSpPr>
            <a:cxnSpLocks/>
          </p:cNvCxnSpPr>
          <p:nvPr/>
        </p:nvCxnSpPr>
        <p:spPr>
          <a:xfrm flipV="1">
            <a:off x="790512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/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/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/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blipFill>
                <a:blip r:embed="rId25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C7D973D8-E86F-2C25-6932-1E9A8A68FC5F}"/>
              </a:ext>
            </a:extLst>
          </p:cNvPr>
          <p:cNvCxnSpPr>
            <a:cxnSpLocks/>
          </p:cNvCxnSpPr>
          <p:nvPr/>
        </p:nvCxnSpPr>
        <p:spPr>
          <a:xfrm flipV="1">
            <a:off x="6648524" y="26794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FB4F40A7-138B-55DC-32E7-8F8FC1FD9BD9}"/>
              </a:ext>
            </a:extLst>
          </p:cNvPr>
          <p:cNvSpPr/>
          <p:nvPr/>
        </p:nvSpPr>
        <p:spPr>
          <a:xfrm>
            <a:off x="6855100" y="22451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/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blipFill>
                <a:blip r:embed="rId26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94B3034F-FA9A-8908-2E02-D64E78FBE44A}"/>
              </a:ext>
            </a:extLst>
          </p:cNvPr>
          <p:cNvCxnSpPr>
            <a:cxnSpLocks/>
          </p:cNvCxnSpPr>
          <p:nvPr/>
        </p:nvCxnSpPr>
        <p:spPr>
          <a:xfrm flipV="1">
            <a:off x="7424053" y="267947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8717807F-ECB6-B7E7-306E-3FF6944284C7}"/>
              </a:ext>
            </a:extLst>
          </p:cNvPr>
          <p:cNvSpPr/>
          <p:nvPr/>
        </p:nvSpPr>
        <p:spPr>
          <a:xfrm>
            <a:off x="7630629" y="224514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AA9B4C2-3839-1825-35CB-F99B15F0F631}"/>
              </a:ext>
            </a:extLst>
          </p:cNvPr>
          <p:cNvSpPr/>
          <p:nvPr/>
        </p:nvSpPr>
        <p:spPr>
          <a:xfrm flipH="1">
            <a:off x="7136805" y="762883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E4CBA55-AD2B-14C3-82DA-DE4FEF79118C}"/>
              </a:ext>
            </a:extLst>
          </p:cNvPr>
          <p:cNvCxnSpPr>
            <a:cxnSpLocks/>
          </p:cNvCxnSpPr>
          <p:nvPr/>
        </p:nvCxnSpPr>
        <p:spPr>
          <a:xfrm>
            <a:off x="7906743" y="75931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A4B2FFF9-5F4A-1043-5059-B894E7EC0645}"/>
              </a:ext>
            </a:extLst>
          </p:cNvPr>
          <p:cNvCxnSpPr>
            <a:cxnSpLocks/>
          </p:cNvCxnSpPr>
          <p:nvPr/>
        </p:nvCxnSpPr>
        <p:spPr>
          <a:xfrm>
            <a:off x="7137782" y="76387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02F346A3-43A4-E85D-7EB8-0F52757C5D34}"/>
              </a:ext>
            </a:extLst>
          </p:cNvPr>
          <p:cNvCxnSpPr>
            <a:cxnSpLocks/>
          </p:cNvCxnSpPr>
          <p:nvPr/>
        </p:nvCxnSpPr>
        <p:spPr>
          <a:xfrm>
            <a:off x="7131138" y="105201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38E4F475-4121-5B89-2AF4-40FB0D3849EC}"/>
              </a:ext>
            </a:extLst>
          </p:cNvPr>
          <p:cNvCxnSpPr>
            <a:cxnSpLocks/>
          </p:cNvCxnSpPr>
          <p:nvPr/>
        </p:nvCxnSpPr>
        <p:spPr>
          <a:xfrm flipH="1" flipV="1">
            <a:off x="7131431" y="76799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646146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E3986CA-CF8B-606C-1CB5-2E1F7EC3D3B0}"/>
              </a:ext>
            </a:extLst>
          </p:cNvPr>
          <p:cNvGrpSpPr/>
          <p:nvPr/>
        </p:nvGrpSpPr>
        <p:grpSpPr>
          <a:xfrm>
            <a:off x="7917437" y="1348105"/>
            <a:ext cx="45719" cy="296189"/>
            <a:chOff x="3509152" y="253612"/>
            <a:chExt cx="45719" cy="296189"/>
          </a:xfrm>
        </p:grpSpPr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E28881C-34C4-CE0B-AB89-476ABA82029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022423BD-113E-B0EF-312A-82DC015A8DF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55B3B7FE-FFDA-4834-B069-6EF51FCF1162}"/>
              </a:ext>
            </a:extLst>
          </p:cNvPr>
          <p:cNvCxnSpPr>
            <a:cxnSpLocks/>
          </p:cNvCxnSpPr>
          <p:nvPr/>
        </p:nvCxnSpPr>
        <p:spPr>
          <a:xfrm>
            <a:off x="7902988" y="13478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93292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8246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4462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7417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4034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33793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897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7008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/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blipFill>
                <a:blip r:embed="rId3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/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blipFill>
                <a:blip r:embed="rId37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/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blipFill>
                <a:blip r:embed="rId38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/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blipFill>
                <a:blip r:embed="rId39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/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blipFill>
                <a:blip r:embed="rId40"/>
                <a:stretch>
                  <a:fillRect l="-11111" r="-3704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/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blipFill>
                <a:blip r:embed="rId41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2744739" y="3781146"/>
            <a:ext cx="1283300" cy="433388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br>
              <a:rPr lang="en-RU" b="1" dirty="0"/>
            </a:br>
            <a:r>
              <a:rPr lang="en-RU" sz="1500" b="1" dirty="0"/>
              <a:t>(transformed)    </a:t>
            </a:r>
          </a:p>
        </p:txBody>
      </p:sp>
      <p:sp>
        <p:nvSpPr>
          <p:cNvPr id="288" name="Rounded Rectangle 287">
            <a:extLst>
              <a:ext uri="{FF2B5EF4-FFF2-40B4-BE49-F238E27FC236}">
                <a16:creationId xmlns:a16="http://schemas.microsoft.com/office/drawing/2014/main" id="{E396BDFB-5256-D5E4-4954-FB1F3456D8C5}"/>
              </a:ext>
            </a:extLst>
          </p:cNvPr>
          <p:cNvSpPr/>
          <p:nvPr/>
        </p:nvSpPr>
        <p:spPr>
          <a:xfrm>
            <a:off x="4571900" y="5524525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9" name="Rounded Rectangle 288">
            <a:extLst>
              <a:ext uri="{FF2B5EF4-FFF2-40B4-BE49-F238E27FC236}">
                <a16:creationId xmlns:a16="http://schemas.microsoft.com/office/drawing/2014/main" id="{B8A81308-1A41-C750-8641-683E01DA775A}"/>
              </a:ext>
            </a:extLst>
          </p:cNvPr>
          <p:cNvSpPr/>
          <p:nvPr/>
        </p:nvSpPr>
        <p:spPr>
          <a:xfrm>
            <a:off x="5334835" y="552541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0" name="Rounded Rectangle 289">
            <a:extLst>
              <a:ext uri="{FF2B5EF4-FFF2-40B4-BE49-F238E27FC236}">
                <a16:creationId xmlns:a16="http://schemas.microsoft.com/office/drawing/2014/main" id="{EAFC207A-F142-8644-2C64-770F6B4C1262}"/>
              </a:ext>
            </a:extLst>
          </p:cNvPr>
          <p:cNvSpPr/>
          <p:nvPr/>
        </p:nvSpPr>
        <p:spPr>
          <a:xfrm>
            <a:off x="6095459" y="5526349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2284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52149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61280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4035800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40322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403679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CB51D2DB-5417-2600-B56B-70A902937C50}"/>
              </a:ext>
            </a:extLst>
          </p:cNvPr>
          <p:cNvCxnSpPr>
            <a:cxnSpLocks/>
          </p:cNvCxnSpPr>
          <p:nvPr/>
        </p:nvCxnSpPr>
        <p:spPr>
          <a:xfrm flipV="1">
            <a:off x="714254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14226E6-DF08-AF7E-F4FD-FE7492871180}"/>
              </a:ext>
            </a:extLst>
          </p:cNvPr>
          <p:cNvCxnSpPr>
            <a:cxnSpLocks/>
          </p:cNvCxnSpPr>
          <p:nvPr/>
        </p:nvCxnSpPr>
        <p:spPr>
          <a:xfrm flipV="1">
            <a:off x="791365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/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blipFill>
                <a:blip r:embed="rId42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/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blipFill>
                <a:blip r:embed="rId43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/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blipFill>
                <a:blip r:embed="rId4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9556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unded Rectangle 327">
            <a:extLst>
              <a:ext uri="{FF2B5EF4-FFF2-40B4-BE49-F238E27FC236}">
                <a16:creationId xmlns:a16="http://schemas.microsoft.com/office/drawing/2014/main" id="{091900DA-0A0C-3005-2106-DB4098C618A0}"/>
              </a:ext>
            </a:extLst>
          </p:cNvPr>
          <p:cNvSpPr/>
          <p:nvPr/>
        </p:nvSpPr>
        <p:spPr>
          <a:xfrm>
            <a:off x="6863631" y="552128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/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blipFill>
                <a:blip r:embed="rId4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1F72B565-ACBC-4E9D-860A-4B22AB7B330C}"/>
              </a:ext>
            </a:extLst>
          </p:cNvPr>
          <p:cNvCxnSpPr>
            <a:cxnSpLocks/>
          </p:cNvCxnSpPr>
          <p:nvPr/>
        </p:nvCxnSpPr>
        <p:spPr>
          <a:xfrm flipV="1">
            <a:off x="7432584" y="595561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Rounded Rectangle 330">
            <a:extLst>
              <a:ext uri="{FF2B5EF4-FFF2-40B4-BE49-F238E27FC236}">
                <a16:creationId xmlns:a16="http://schemas.microsoft.com/office/drawing/2014/main" id="{C1B8095E-37E2-2D1F-D979-9F1A26671059}"/>
              </a:ext>
            </a:extLst>
          </p:cNvPr>
          <p:cNvSpPr/>
          <p:nvPr/>
        </p:nvSpPr>
        <p:spPr>
          <a:xfrm>
            <a:off x="7639160" y="552128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335890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328178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329324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3358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404091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4039625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339023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630407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62795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625961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 flipV="1">
            <a:off x="4811207" y="4622900"/>
            <a:ext cx="3100312" cy="107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603521" y="4631658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2D1D3D44-9D20-DA22-5CD3-DCA26F04121A}"/>
              </a:ext>
            </a:extLst>
          </p:cNvPr>
          <p:cNvGrpSpPr/>
          <p:nvPr/>
        </p:nvGrpSpPr>
        <p:grpSpPr>
          <a:xfrm>
            <a:off x="7925968" y="4624244"/>
            <a:ext cx="45719" cy="296189"/>
            <a:chOff x="3509152" y="253612"/>
            <a:chExt cx="45719" cy="296189"/>
          </a:xfrm>
        </p:grpSpPr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769F9B71-1AC6-9581-1A95-EF74332FA4E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FF6A891D-E63E-ED7A-E058-72400FF583BA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68764EAA-F6FE-91B1-5D9C-8C733F131544}"/>
              </a:ext>
            </a:extLst>
          </p:cNvPr>
          <p:cNvCxnSpPr>
            <a:cxnSpLocks/>
          </p:cNvCxnSpPr>
          <p:nvPr/>
        </p:nvCxnSpPr>
        <p:spPr>
          <a:xfrm>
            <a:off x="7911519" y="462397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blipFill>
                <a:blip r:embed="rId4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blipFill>
                <a:blip r:embed="rId4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blipFill>
                <a:blip r:embed="rId48"/>
                <a:stretch>
                  <a:fillRect l="-26316" r="-10526" b="-2727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blipFill>
                <a:blip r:embed="rId4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0" name="Group 389">
            <a:extLst>
              <a:ext uri="{FF2B5EF4-FFF2-40B4-BE49-F238E27FC236}">
                <a16:creationId xmlns:a16="http://schemas.microsoft.com/office/drawing/2014/main" id="{DAD2FEEA-28D7-8206-0E6C-B4BE362FA4F0}"/>
              </a:ext>
            </a:extLst>
          </p:cNvPr>
          <p:cNvGrpSpPr/>
          <p:nvPr/>
        </p:nvGrpSpPr>
        <p:grpSpPr>
          <a:xfrm>
            <a:off x="2739698" y="2595435"/>
            <a:ext cx="309691" cy="205149"/>
            <a:chOff x="9664906" y="3882521"/>
            <a:chExt cx="309691" cy="205149"/>
          </a:xfrm>
        </p:grpSpPr>
        <p:grpSp>
          <p:nvGrpSpPr>
            <p:cNvPr id="387" name="Group 386">
              <a:extLst>
                <a:ext uri="{FF2B5EF4-FFF2-40B4-BE49-F238E27FC236}">
                  <a16:creationId xmlns:a16="http://schemas.microsoft.com/office/drawing/2014/main" id="{472B1528-0BF3-750A-636A-F2E6C3599F8A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5CD140FD-2796-114A-A353-E99A9F01F2FF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96A2CE66-4C0A-02C8-D4AB-14323B8D4471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84F0707E-9951-B929-09B2-79806BB69D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0" name="Straight Connector 379">
                  <a:extLst>
                    <a:ext uri="{FF2B5EF4-FFF2-40B4-BE49-F238E27FC236}">
                      <a16:creationId xmlns:a16="http://schemas.microsoft.com/office/drawing/2014/main" id="{042A67FA-2F1F-F7E6-FF96-A65F3F11D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9B93D71-7E87-9211-14F1-8A55411789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blipFill>
                <a:blip r:embed="rId50"/>
                <a:stretch>
                  <a:fillRect l="-25000" r="-20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932011"/>
            <a:ext cx="3706140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D4B63AFA-87C2-D1D9-0F58-3E704FD7E656}"/>
              </a:ext>
            </a:extLst>
          </p:cNvPr>
          <p:cNvGrpSpPr/>
          <p:nvPr/>
        </p:nvGrpSpPr>
        <p:grpSpPr>
          <a:xfrm>
            <a:off x="8204915" y="5853307"/>
            <a:ext cx="309691" cy="205149"/>
            <a:chOff x="9664906" y="3882521"/>
            <a:chExt cx="309691" cy="205149"/>
          </a:xfrm>
        </p:grpSpPr>
        <p:grpSp>
          <p:nvGrpSpPr>
            <p:cNvPr id="393" name="Group 392">
              <a:extLst>
                <a:ext uri="{FF2B5EF4-FFF2-40B4-BE49-F238E27FC236}">
                  <a16:creationId xmlns:a16="http://schemas.microsoft.com/office/drawing/2014/main" id="{28653104-3605-B3F4-2A19-1BEAA2A1508E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92E81726-11DE-6DF4-52CC-3A4387B7D1EE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96" name="Group 395">
                <a:extLst>
                  <a:ext uri="{FF2B5EF4-FFF2-40B4-BE49-F238E27FC236}">
                    <a16:creationId xmlns:a16="http://schemas.microsoft.com/office/drawing/2014/main" id="{6CA0B3E4-78C9-7765-D66D-3EEA07EF6039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97" name="Straight Connector 396">
                  <a:extLst>
                    <a:ext uri="{FF2B5EF4-FFF2-40B4-BE49-F238E27FC236}">
                      <a16:creationId xmlns:a16="http://schemas.microsoft.com/office/drawing/2014/main" id="{76E18BEE-ECD3-31B9-6FC5-8E02A6CE99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21AC2C74-AD39-1206-3005-99F3050DFB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8F506F3F-48A1-7A9D-02B2-B7A54F5DA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/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600" dirty="0">
                    <a:solidFill>
                      <a:schemeClr val="tx1"/>
                    </a:solidFill>
                  </a:rPr>
                  <a:t> violates interf. </a:t>
                </a:r>
                <a:r>
                  <a:rPr lang="en-GB" sz="1600" dirty="0"/>
                  <a:t>c</a:t>
                </a:r>
                <a:r>
                  <a:rPr lang="en-RU" sz="1600" dirty="0">
                    <a:solidFill>
                      <a:schemeClr val="tx1"/>
                    </a:solidFill>
                  </a:rPr>
                  <a:t>ond.;</a:t>
                </a:r>
              </a:p>
              <a:p>
                <a:r>
                  <a:rPr lang="en-RU" sz="1600" dirty="0"/>
                  <a:t>schedule is not examined further</a:t>
                </a:r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blipFill>
                <a:blip r:embed="rId52"/>
                <a:stretch>
                  <a:fillRect l="-6250" t="-8475" r="-3125" b="-152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5" name="Freeform 404">
            <a:extLst>
              <a:ext uri="{FF2B5EF4-FFF2-40B4-BE49-F238E27FC236}">
                <a16:creationId xmlns:a16="http://schemas.microsoft.com/office/drawing/2014/main" id="{DB736707-EA4C-5E84-6F10-0884EC45636F}"/>
              </a:ext>
            </a:extLst>
          </p:cNvPr>
          <p:cNvSpPr/>
          <p:nvPr/>
        </p:nvSpPr>
        <p:spPr>
          <a:xfrm>
            <a:off x="7962118" y="4095213"/>
            <a:ext cx="146676" cy="6779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  <a:gd name="connsiteX0" fmla="*/ 4889 w 166567"/>
              <a:gd name="connsiteY0" fmla="*/ 0 h 569630"/>
              <a:gd name="connsiteX1" fmla="*/ 161925 w 166567"/>
              <a:gd name="connsiteY1" fmla="*/ 464855 h 569630"/>
              <a:gd name="connsiteX2" fmla="*/ 0 w 166567"/>
              <a:gd name="connsiteY2" fmla="*/ 569630 h 569630"/>
              <a:gd name="connsiteX0" fmla="*/ 4889 w 178392"/>
              <a:gd name="connsiteY0" fmla="*/ 0 h 569630"/>
              <a:gd name="connsiteX1" fmla="*/ 161925 w 178392"/>
              <a:gd name="connsiteY1" fmla="*/ 464855 h 569630"/>
              <a:gd name="connsiteX2" fmla="*/ 0 w 178392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01404"/>
              <a:gd name="connsiteY0" fmla="*/ 0 h 569630"/>
              <a:gd name="connsiteX1" fmla="*/ 201404 w 201404"/>
              <a:gd name="connsiteY1" fmla="*/ 328783 h 569630"/>
              <a:gd name="connsiteX2" fmla="*/ 0 w 20140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328783 h 569630"/>
              <a:gd name="connsiteX2" fmla="*/ 0 w 20171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290513 h 569630"/>
              <a:gd name="connsiteX2" fmla="*/ 0 w 201714"/>
              <a:gd name="connsiteY2" fmla="*/ 569630 h 569630"/>
              <a:gd name="connsiteX0" fmla="*/ 0 w 295524"/>
              <a:gd name="connsiteY0" fmla="*/ 0 h 743972"/>
              <a:gd name="connsiteX1" fmla="*/ 295214 w 295524"/>
              <a:gd name="connsiteY1" fmla="*/ 464855 h 743972"/>
              <a:gd name="connsiteX2" fmla="*/ 93810 w 295524"/>
              <a:gd name="connsiteY2" fmla="*/ 743972 h 743972"/>
              <a:gd name="connsiteX0" fmla="*/ 0 w 288958"/>
              <a:gd name="connsiteY0" fmla="*/ 0 h 743972"/>
              <a:gd name="connsiteX1" fmla="*/ 288635 w 288958"/>
              <a:gd name="connsiteY1" fmla="*/ 379810 h 743972"/>
              <a:gd name="connsiteX2" fmla="*/ 93810 w 288958"/>
              <a:gd name="connsiteY2" fmla="*/ 743972 h 743972"/>
              <a:gd name="connsiteX0" fmla="*/ 0 w 308658"/>
              <a:gd name="connsiteY0" fmla="*/ 0 h 743972"/>
              <a:gd name="connsiteX1" fmla="*/ 308374 w 308658"/>
              <a:gd name="connsiteY1" fmla="*/ 396818 h 743972"/>
              <a:gd name="connsiteX2" fmla="*/ 93810 w 308658"/>
              <a:gd name="connsiteY2" fmla="*/ 743972 h 743972"/>
              <a:gd name="connsiteX0" fmla="*/ 0 w 308659"/>
              <a:gd name="connsiteY0" fmla="*/ 0 h 743972"/>
              <a:gd name="connsiteX1" fmla="*/ 308374 w 308659"/>
              <a:gd name="connsiteY1" fmla="*/ 396818 h 743972"/>
              <a:gd name="connsiteX2" fmla="*/ 93810 w 308659"/>
              <a:gd name="connsiteY2" fmla="*/ 743972 h 743972"/>
              <a:gd name="connsiteX0" fmla="*/ 0 w 308374"/>
              <a:gd name="connsiteY0" fmla="*/ 0 h 743972"/>
              <a:gd name="connsiteX1" fmla="*/ 308374 w 308374"/>
              <a:gd name="connsiteY1" fmla="*/ 396818 h 743972"/>
              <a:gd name="connsiteX2" fmla="*/ 93810 w 308374"/>
              <a:gd name="connsiteY2" fmla="*/ 743972 h 743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8374" h="743972">
                <a:moveTo>
                  <a:pt x="0" y="0"/>
                </a:moveTo>
                <a:cubicBezTo>
                  <a:pt x="176525" y="66958"/>
                  <a:pt x="306996" y="163682"/>
                  <a:pt x="308374" y="396818"/>
                </a:cubicBezTo>
                <a:cubicBezTo>
                  <a:pt x="303176" y="604440"/>
                  <a:pt x="155722" y="714603"/>
                  <a:pt x="93810" y="743972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4342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32243045-FE09-7443-2094-1975273CA46C}"/>
              </a:ext>
            </a:extLst>
          </p:cNvPr>
          <p:cNvCxnSpPr>
            <a:cxnSpLocks/>
          </p:cNvCxnSpPr>
          <p:nvPr/>
        </p:nvCxnSpPr>
        <p:spPr>
          <a:xfrm>
            <a:off x="731176" y="67376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/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blipFill>
                <a:blip r:embed="rId53"/>
                <a:stretch>
                  <a:fillRect l="-6145" t="-27273" r="-2793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6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4930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201251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07559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07086"/>
            <a:ext cx="539642" cy="7555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205175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208037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585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582247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7458" y="3709062"/>
            <a:ext cx="7046" cy="233993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760657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33731" y="2586070"/>
            <a:ext cx="349771" cy="315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blipFill>
                <a:blip r:embed="rId17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blipFill>
                <a:blip r:embed="rId18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blipFill>
                <a:blip r:embed="rId19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393895" y="2207860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83294" y="2209438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3037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1807623" cy="1272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5381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5331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6713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562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85570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5882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199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5612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73198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72500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3614948" y="3589287"/>
            <a:ext cx="1132563" cy="23750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r>
              <a:rPr lang="en-RU" sz="1500" b="1" dirty="0"/>
              <a:t>    </a:t>
            </a:r>
          </a:p>
        </p:txBody>
      </p: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578764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3856687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385311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385768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719940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156777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149065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150211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15677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386179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3860512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159910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451294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448843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446848"/>
            <a:ext cx="292527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>
            <a:off x="4811207" y="4444857"/>
            <a:ext cx="181993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596541" y="4459525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blipFill>
                <a:blip r:embed="rId3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blipFill>
                <a:blip r:embed="rId3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blipFill>
                <a:blip r:embed="rId3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blipFill>
                <a:blip r:embed="rId3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19B93D71-7E87-9211-14F1-8A554117894F}"/>
              </a:ext>
            </a:extLst>
          </p:cNvPr>
          <p:cNvCxnSpPr>
            <a:cxnSpLocks/>
          </p:cNvCxnSpPr>
          <p:nvPr/>
        </p:nvCxnSpPr>
        <p:spPr>
          <a:xfrm flipV="1">
            <a:off x="2828144" y="2582247"/>
            <a:ext cx="169889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7" name="Group 386">
            <a:extLst>
              <a:ext uri="{FF2B5EF4-FFF2-40B4-BE49-F238E27FC236}">
                <a16:creationId xmlns:a16="http://schemas.microsoft.com/office/drawing/2014/main" id="{472B1528-0BF3-750A-636A-F2E6C3599F8A}"/>
              </a:ext>
            </a:extLst>
          </p:cNvPr>
          <p:cNvGrpSpPr/>
          <p:nvPr/>
        </p:nvGrpSpPr>
        <p:grpSpPr>
          <a:xfrm>
            <a:off x="1946773" y="2446203"/>
            <a:ext cx="279600" cy="279990"/>
            <a:chOff x="9710295" y="2576141"/>
            <a:chExt cx="181383" cy="289752"/>
          </a:xfrm>
        </p:grpSpPr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5CD140FD-2796-114A-A353-E99A9F01F2FF}"/>
                </a:ext>
              </a:extLst>
            </p:cNvPr>
            <p:cNvSpPr/>
            <p:nvPr/>
          </p:nvSpPr>
          <p:spPr>
            <a:xfrm flipH="1">
              <a:off x="9710295" y="2576141"/>
              <a:ext cx="181383" cy="289752"/>
            </a:xfrm>
            <a:prstGeom prst="rect">
              <a:avLst/>
            </a:prstGeom>
            <a:noFill/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/>
            </a:p>
          </p:txBody>
        </p: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96A2CE66-4C0A-02C8-D4AB-14323B8D4471}"/>
                </a:ext>
              </a:extLst>
            </p:cNvPr>
            <p:cNvGrpSpPr/>
            <p:nvPr/>
          </p:nvGrpSpPr>
          <p:grpSpPr>
            <a:xfrm>
              <a:off x="9729192" y="2627437"/>
              <a:ext cx="123586" cy="187160"/>
              <a:chOff x="10105712" y="4024829"/>
              <a:chExt cx="295588" cy="385917"/>
            </a:xfrm>
          </p:grpSpPr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4F0707E-9951-B929-09B2-79806BB69D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042A67FA-2F1F-F7E6-FF96-A65F3F11D0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blipFill>
                <a:blip r:embed="rId40"/>
                <a:stretch>
                  <a:fillRect l="-25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752898"/>
            <a:ext cx="2319962" cy="2312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031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61C51E6B-6620-86E4-FC68-0BBCA3E51E99}"/>
              </a:ext>
            </a:extLst>
          </p:cNvPr>
          <p:cNvSpPr/>
          <p:nvPr/>
        </p:nvSpPr>
        <p:spPr>
          <a:xfrm>
            <a:off x="6634400" y="1208015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6803938" y="233326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501C67A-2AE9-3510-A220-8E9F78893A29}"/>
              </a:ext>
            </a:extLst>
          </p:cNvPr>
          <p:cNvCxnSpPr>
            <a:cxnSpLocks/>
          </p:cNvCxnSpPr>
          <p:nvPr/>
        </p:nvCxnSpPr>
        <p:spPr>
          <a:xfrm flipV="1">
            <a:off x="663633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6726D27-C3AA-E4A0-D0BD-E916AFB5EAB8}"/>
              </a:ext>
            </a:extLst>
          </p:cNvPr>
          <p:cNvSpPr/>
          <p:nvPr/>
        </p:nvSpPr>
        <p:spPr>
          <a:xfrm>
            <a:off x="6633101" y="4307488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blipFill>
                <a:blip r:embed="rId52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>
            <a:off x="1727595" y="1646146"/>
            <a:ext cx="5408496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65C2A5A-6C07-7AE2-9E09-8CEEA6143785}"/>
              </a:ext>
            </a:extLst>
          </p:cNvPr>
          <p:cNvSpPr txBox="1"/>
          <p:nvPr/>
        </p:nvSpPr>
        <p:spPr>
          <a:xfrm>
            <a:off x="6825408" y="547449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4CE618-05CA-5D60-D781-00B3831BA664}"/>
              </a:ext>
            </a:extLst>
          </p:cNvPr>
          <p:cNvSpPr/>
          <p:nvPr/>
        </p:nvSpPr>
        <p:spPr>
          <a:xfrm>
            <a:off x="4547699" y="5286244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/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AC45222C-2EE1-B310-2D8E-2FF9F2342C31}"/>
              </a:ext>
            </a:extLst>
          </p:cNvPr>
          <p:cNvSpPr/>
          <p:nvPr/>
        </p:nvSpPr>
        <p:spPr>
          <a:xfrm>
            <a:off x="5321278" y="5285271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/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134DA4E9-EB84-A6B8-4C35-5583D8C1F992}"/>
              </a:ext>
            </a:extLst>
          </p:cNvPr>
          <p:cNvSpPr/>
          <p:nvPr/>
        </p:nvSpPr>
        <p:spPr>
          <a:xfrm>
            <a:off x="6094929" y="528440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/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/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blipFill>
                <a:blip r:embed="rId56"/>
                <a:stretch>
                  <a:fillRect l="-13043" r="-8696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/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blipFill>
                <a:blip r:embed="rId57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/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blipFill>
                <a:blip r:embed="rId58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114836" y="3261473"/>
            <a:ext cx="1935281" cy="570536"/>
            <a:chOff x="1141271" y="5444206"/>
            <a:chExt cx="1935281" cy="570536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41271" y="5444206"/>
              <a:ext cx="1456809" cy="23750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i="1" dirty="0"/>
                <a:t>State Notation:</a:t>
              </a:r>
              <a:endParaRPr lang="en-RU" sz="1500" i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20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2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blipFill>
                  <a:blip r:embed="rId59"/>
                  <a:stretch>
                    <a:fillRect l="-1987" b="-24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745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2047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436710C-20D0-07E2-C14F-DE337DC2DB50}"/>
              </a:ext>
            </a:extLst>
          </p:cNvPr>
          <p:cNvCxnSpPr>
            <a:cxnSpLocks/>
          </p:cNvCxnSpPr>
          <p:nvPr/>
        </p:nvCxnSpPr>
        <p:spPr>
          <a:xfrm>
            <a:off x="717460" y="65497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30F443AF-EB9E-CA14-1417-55017F4B180D}"/>
              </a:ext>
            </a:extLst>
          </p:cNvPr>
          <p:cNvCxnSpPr>
            <a:cxnSpLocks/>
          </p:cNvCxnSpPr>
          <p:nvPr/>
        </p:nvCxnSpPr>
        <p:spPr>
          <a:xfrm>
            <a:off x="712709" y="57992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47D5A2E4-4608-9D99-777D-11E286ABF8E4}"/>
              </a:ext>
            </a:extLst>
          </p:cNvPr>
          <p:cNvCxnSpPr>
            <a:cxnSpLocks/>
          </p:cNvCxnSpPr>
          <p:nvPr/>
        </p:nvCxnSpPr>
        <p:spPr>
          <a:xfrm>
            <a:off x="712709" y="55430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0264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462519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468827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466443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469305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1188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843515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982119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1077911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>
            <a:cxnSpLocks/>
          </p:cNvCxnSpPr>
          <p:nvPr/>
        </p:nvCxnSpPr>
        <p:spPr>
          <a:xfrm>
            <a:off x="713113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>
            <a:cxnSpLocks/>
          </p:cNvCxnSpPr>
          <p:nvPr/>
        </p:nvCxnSpPr>
        <p:spPr>
          <a:xfrm>
            <a:off x="790298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07292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1538" r="-11538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blipFill>
                <a:blip r:embed="rId14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blipFill>
                <a:blip r:embed="rId15"/>
                <a:stretch>
                  <a:fillRect l="-12500" r="-8333" b="-12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blipFill>
                <a:blip r:embed="rId16"/>
                <a:stretch>
                  <a:fillRect l="-12500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992850" y="642674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7585" y="2469128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blipFill>
                <a:blip r:embed="rId1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24155" y="2470706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 b="-169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1716855" y="1374263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1721624" y="136998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3267078" y="137292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2500969" y="1664254"/>
            <a:ext cx="15426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2497392" y="1674327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5214" y="1082621"/>
            <a:ext cx="73188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6207" y="108613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04614" y="107310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53" y="1081780"/>
            <a:ext cx="76155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370439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0715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478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79038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12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job completed at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has not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interfered</a:t>
                </a:r>
                <a:r>
                  <a:rPr lang="en-RU" sz="1550" dirty="0"/>
                  <a:t> </a:t>
                </a:r>
                <a:r>
                  <a:rPr lang="en-RU" sz="1550" dirty="0">
                    <a:solidFill>
                      <a:schemeClr val="tx1"/>
                    </a:solidFill>
                  </a:rPr>
                  <a:t>with any </a:t>
                </a:r>
                <a:r>
                  <a:rPr lang="en-RU" sz="1550">
                    <a:solidFill>
                      <a:schemeClr val="tx1"/>
                    </a:solidFill>
                  </a:rPr>
                  <a:t>other job</a:t>
                </a:r>
                <a:r>
                  <a:rPr lang="en-RU" sz="1550" dirty="0">
                    <a:solidFill>
                      <a:schemeClr val="tx1"/>
                    </a:solidFill>
                  </a:rPr>
                  <a:t>;</a:t>
                </a:r>
              </a:p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:r>
                  <a:rPr lang="en-RU" sz="1550" dirty="0"/>
                  <a:t>no need to examine </a:t>
                </a:r>
                <a:r>
                  <a:rPr lang="en-RU" sz="1550"/>
                  <a:t>the trajectory </a:t>
                </a:r>
                <a:r>
                  <a:rPr lang="en-RU" sz="1550" dirty="0"/>
                  <a:t>for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blipFill>
                <a:blip r:embed="rId20"/>
                <a:stretch>
                  <a:fillRect l="-2721" t="-8197" r="-1020" b="-147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3295495" y="1022459"/>
            <a:ext cx="168330" cy="499358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5998717" y="259452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blipFill>
                <a:blip r:embed="rId21"/>
                <a:stretch>
                  <a:fillRect l="-20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030494" y="3487496"/>
            <a:ext cx="2853086" cy="257997"/>
            <a:chOff x="1150602" y="5360033"/>
            <a:chExt cx="2853086" cy="257997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50602" y="5406882"/>
              <a:ext cx="1268168" cy="21114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1600" i="1" dirty="0"/>
                <a:t>State Notation: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6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16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blipFill>
                  <a:blip r:embed="rId22"/>
                  <a:stretch>
                    <a:fillRect l="-1653" r="-826" b="-19048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4348FE2-F06B-8F1D-CD38-800F435613B2}"/>
              </a:ext>
            </a:extLst>
          </p:cNvPr>
          <p:cNvSpPr/>
          <p:nvPr/>
        </p:nvSpPr>
        <p:spPr>
          <a:xfrm flipH="1">
            <a:off x="4048832" y="1376940"/>
            <a:ext cx="156841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075E3E-623E-5094-210E-5B357F8020F2}"/>
              </a:ext>
            </a:extLst>
          </p:cNvPr>
          <p:cNvCxnSpPr>
            <a:cxnSpLocks/>
          </p:cNvCxnSpPr>
          <p:nvPr/>
        </p:nvCxnSpPr>
        <p:spPr>
          <a:xfrm flipV="1">
            <a:off x="4053601" y="137265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655C8FB-C4FE-EF2B-26BD-4AB403919135}"/>
              </a:ext>
            </a:extLst>
          </p:cNvPr>
          <p:cNvCxnSpPr>
            <a:cxnSpLocks/>
          </p:cNvCxnSpPr>
          <p:nvPr/>
        </p:nvCxnSpPr>
        <p:spPr>
          <a:xfrm>
            <a:off x="5599055" y="137560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FA309-3161-1DA0-8105-5356D5715C54}"/>
              </a:ext>
            </a:extLst>
          </p:cNvPr>
          <p:cNvSpPr/>
          <p:nvPr/>
        </p:nvSpPr>
        <p:spPr>
          <a:xfrm flipH="1">
            <a:off x="4063262" y="1678078"/>
            <a:ext cx="73383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CEFED1-A7F1-2FFB-1FAC-21D350550A5F}"/>
              </a:ext>
            </a:extLst>
          </p:cNvPr>
          <p:cNvSpPr/>
          <p:nvPr/>
        </p:nvSpPr>
        <p:spPr>
          <a:xfrm flipH="1">
            <a:off x="4820133" y="1671291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5105" y="1674327"/>
            <a:ext cx="386233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32E0CAC-4401-A034-01A4-AA8CE3E0EBC1}"/>
              </a:ext>
            </a:extLst>
          </p:cNvPr>
          <p:cNvGrpSpPr/>
          <p:nvPr/>
        </p:nvGrpSpPr>
        <p:grpSpPr>
          <a:xfrm>
            <a:off x="3993897" y="1378314"/>
            <a:ext cx="45719" cy="296189"/>
            <a:chOff x="3509152" y="253612"/>
            <a:chExt cx="45719" cy="29618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B3D5A23-89B6-235E-8DF2-3915F91D66A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27A57C3-E3A1-0D5C-14A2-BEFAD97AE4C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E75A50C-7A88-5C58-C3E1-1C5505B3B0A3}"/>
              </a:ext>
            </a:extLst>
          </p:cNvPr>
          <p:cNvGrpSpPr/>
          <p:nvPr/>
        </p:nvGrpSpPr>
        <p:grpSpPr>
          <a:xfrm>
            <a:off x="5598161" y="1086028"/>
            <a:ext cx="45719" cy="296189"/>
            <a:chOff x="3509152" y="253612"/>
            <a:chExt cx="45719" cy="2961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DE09A0A-EE1B-941E-131A-6B3C2C8D794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95CA8E-E5AD-3476-F626-4DC3B42B8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780F9C-F9A0-068B-6697-AF63DB048996}"/>
              </a:ext>
            </a:extLst>
          </p:cNvPr>
          <p:cNvCxnSpPr>
            <a:cxnSpLocks/>
          </p:cNvCxnSpPr>
          <p:nvPr/>
        </p:nvCxnSpPr>
        <p:spPr>
          <a:xfrm>
            <a:off x="4053804" y="1373116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E7595C1-8330-AFD3-6490-EFE10C199609}"/>
              </a:ext>
            </a:extLst>
          </p:cNvPr>
          <p:cNvGrpSpPr/>
          <p:nvPr/>
        </p:nvGrpSpPr>
        <p:grpSpPr>
          <a:xfrm>
            <a:off x="6312237" y="1676395"/>
            <a:ext cx="45719" cy="296189"/>
            <a:chOff x="3509152" y="253612"/>
            <a:chExt cx="45719" cy="29618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977DB23-B041-64D4-1EBB-A6D010F024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2B24209-B179-75DF-A736-75243181F6A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5587266" y="1666447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954006"/>
            <a:ext cx="4631691" cy="9394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C9EA2FC-312C-5719-D455-50BEF289A76D}"/>
              </a:ext>
            </a:extLst>
          </p:cNvPr>
          <p:cNvGrpSpPr/>
          <p:nvPr/>
        </p:nvGrpSpPr>
        <p:grpSpPr>
          <a:xfrm>
            <a:off x="6310072" y="1373809"/>
            <a:ext cx="45719" cy="296189"/>
            <a:chOff x="3509152" y="253612"/>
            <a:chExt cx="45719" cy="29618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1196E3E-5D30-043A-4382-B2DBA9237E2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ACF72CE-EB10-E7AA-D185-93268830052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F8CF0E3-223F-4BAE-E8A0-2BEF48B3E4DF}"/>
              </a:ext>
            </a:extLst>
          </p:cNvPr>
          <p:cNvCxnSpPr>
            <a:cxnSpLocks/>
          </p:cNvCxnSpPr>
          <p:nvPr/>
        </p:nvCxnSpPr>
        <p:spPr>
          <a:xfrm>
            <a:off x="2772245" y="2844533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70D4EE7-357C-42DB-F156-E3003C15D5E5}"/>
              </a:ext>
            </a:extLst>
          </p:cNvPr>
          <p:cNvCxnSpPr>
            <a:cxnSpLocks/>
          </p:cNvCxnSpPr>
          <p:nvPr/>
        </p:nvCxnSpPr>
        <p:spPr>
          <a:xfrm>
            <a:off x="2001776" y="2847299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/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blipFill>
                <a:blip r:embed="rId23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/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26316" r="-526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/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blipFill>
                <a:blip r:embed="rId25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541C8ED1-3667-2FCB-5E78-87E5FF5607C3}"/>
              </a:ext>
            </a:extLst>
          </p:cNvPr>
          <p:cNvSpPr/>
          <p:nvPr/>
        </p:nvSpPr>
        <p:spPr>
          <a:xfrm>
            <a:off x="4537993" y="5798307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FA52DD4F-76F9-BB19-D2E5-5480752CCB5B}"/>
              </a:ext>
            </a:extLst>
          </p:cNvPr>
          <p:cNvSpPr/>
          <p:nvPr/>
        </p:nvSpPr>
        <p:spPr>
          <a:xfrm>
            <a:off x="3784621" y="5802231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AF1C8846-ED37-E4CE-0A62-48514ADD53B0}"/>
              </a:ext>
            </a:extLst>
          </p:cNvPr>
          <p:cNvSpPr/>
          <p:nvPr/>
        </p:nvSpPr>
        <p:spPr>
          <a:xfrm>
            <a:off x="2999357" y="5805093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C4CFED1-E6DA-CA18-EBC1-E0CA0361A415}"/>
              </a:ext>
            </a:extLst>
          </p:cNvPr>
          <p:cNvCxnSpPr>
            <a:cxnSpLocks/>
          </p:cNvCxnSpPr>
          <p:nvPr/>
        </p:nvCxnSpPr>
        <p:spPr>
          <a:xfrm>
            <a:off x="3539771" y="6179303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64E40C3-753D-5C75-E32B-C3624EF69940}"/>
              </a:ext>
            </a:extLst>
          </p:cNvPr>
          <p:cNvCxnSpPr>
            <a:cxnSpLocks/>
          </p:cNvCxnSpPr>
          <p:nvPr/>
        </p:nvCxnSpPr>
        <p:spPr>
          <a:xfrm>
            <a:off x="1725804" y="4124438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B189DE1-DE21-383F-61FD-382F5D0EBB89}"/>
              </a:ext>
            </a:extLst>
          </p:cNvPr>
          <p:cNvCxnSpPr/>
          <p:nvPr/>
        </p:nvCxnSpPr>
        <p:spPr>
          <a:xfrm flipV="1">
            <a:off x="2503581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226BE52-7078-17C2-5178-0A0B7829558E}"/>
              </a:ext>
            </a:extLst>
          </p:cNvPr>
          <p:cNvCxnSpPr>
            <a:cxnSpLocks/>
          </p:cNvCxnSpPr>
          <p:nvPr/>
        </p:nvCxnSpPr>
        <p:spPr>
          <a:xfrm flipV="1">
            <a:off x="4051643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1F173E9-909C-7E4A-2FAB-0136ABDCA0E1}"/>
              </a:ext>
            </a:extLst>
          </p:cNvPr>
          <p:cNvCxnSpPr>
            <a:cxnSpLocks/>
          </p:cNvCxnSpPr>
          <p:nvPr/>
        </p:nvCxnSpPr>
        <p:spPr>
          <a:xfrm flipV="1">
            <a:off x="3277112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FA13A1B-0452-EBA8-2277-11AF2FD3CBEB}"/>
              </a:ext>
            </a:extLst>
          </p:cNvPr>
          <p:cNvCxnSpPr>
            <a:cxnSpLocks/>
          </p:cNvCxnSpPr>
          <p:nvPr/>
        </p:nvCxnSpPr>
        <p:spPr>
          <a:xfrm flipV="1">
            <a:off x="4809384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/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blipFill>
                <a:blip r:embed="rId26"/>
                <a:stretch>
                  <a:fillRect l="-7692" r="-11538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/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/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/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blipFill>
                <a:blip r:embed="rId2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/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/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/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blipFill>
                <a:blip r:embed="rId31"/>
                <a:stretch>
                  <a:fillRect l="-29412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/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/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/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56092183-96C3-A2EA-C1CD-88ABEEA6804E}"/>
              </a:ext>
            </a:extLst>
          </p:cNvPr>
          <p:cNvCxnSpPr>
            <a:cxnSpLocks/>
          </p:cNvCxnSpPr>
          <p:nvPr/>
        </p:nvCxnSpPr>
        <p:spPr>
          <a:xfrm flipV="1">
            <a:off x="4335193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6958714-5128-C77C-2F82-2B352CA4DC46}"/>
              </a:ext>
            </a:extLst>
          </p:cNvPr>
          <p:cNvCxnSpPr>
            <a:cxnSpLocks/>
          </p:cNvCxnSpPr>
          <p:nvPr/>
        </p:nvCxnSpPr>
        <p:spPr>
          <a:xfrm flipV="1">
            <a:off x="5115676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/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blipFill>
                <a:blip r:embed="rId35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/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blipFill>
                <a:blip r:embed="rId36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/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blipFill>
                <a:blip r:embed="rId37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TextBox 142">
            <a:extLst>
              <a:ext uri="{FF2B5EF4-FFF2-40B4-BE49-F238E27FC236}">
                <a16:creationId xmlns:a16="http://schemas.microsoft.com/office/drawing/2014/main" id="{69197699-8A6E-EDFD-31AF-0A6FADDA5948}"/>
              </a:ext>
            </a:extLst>
          </p:cNvPr>
          <p:cNvSpPr txBox="1"/>
          <p:nvPr/>
        </p:nvSpPr>
        <p:spPr>
          <a:xfrm>
            <a:off x="994942" y="4015799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B:    </a:t>
            </a:r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3E29A71-2EA5-7C3C-A20E-C3907767FDBF}"/>
              </a:ext>
            </a:extLst>
          </p:cNvPr>
          <p:cNvSpPr/>
          <p:nvPr/>
        </p:nvSpPr>
        <p:spPr>
          <a:xfrm>
            <a:off x="1459677" y="580491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/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/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blipFill>
                <a:blip r:embed="rId3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CB94B061-EB3F-1C33-2551-51F51EBD6711}"/>
              </a:ext>
            </a:extLst>
          </p:cNvPr>
          <p:cNvSpPr/>
          <p:nvPr/>
        </p:nvSpPr>
        <p:spPr>
          <a:xfrm>
            <a:off x="2226247" y="5806494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/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Rectangle 159">
            <a:extLst>
              <a:ext uri="{FF2B5EF4-FFF2-40B4-BE49-F238E27FC236}">
                <a16:creationId xmlns:a16="http://schemas.microsoft.com/office/drawing/2014/main" id="{75BD360D-FEB2-C3C4-95EA-1CEC7734C37E}"/>
              </a:ext>
            </a:extLst>
          </p:cNvPr>
          <p:cNvSpPr/>
          <p:nvPr/>
        </p:nvSpPr>
        <p:spPr>
          <a:xfrm flipH="1">
            <a:off x="1732355" y="4998175"/>
            <a:ext cx="152039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8F9BCBD3-E9ED-51B0-FDCA-B6B9F2642613}"/>
              </a:ext>
            </a:extLst>
          </p:cNvPr>
          <p:cNvCxnSpPr>
            <a:cxnSpLocks/>
          </p:cNvCxnSpPr>
          <p:nvPr/>
        </p:nvCxnSpPr>
        <p:spPr>
          <a:xfrm flipV="1">
            <a:off x="1728778" y="5000784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12E2B53-C62B-4EFA-7959-04436B2F2FA8}"/>
              </a:ext>
            </a:extLst>
          </p:cNvPr>
          <p:cNvSpPr/>
          <p:nvPr/>
        </p:nvSpPr>
        <p:spPr>
          <a:xfrm flipH="1">
            <a:off x="3281671" y="4409078"/>
            <a:ext cx="76624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57FB57C2-39EB-7C03-C4B1-7807D6ED9CF2}"/>
              </a:ext>
            </a:extLst>
          </p:cNvPr>
          <p:cNvCxnSpPr>
            <a:cxnSpLocks/>
          </p:cNvCxnSpPr>
          <p:nvPr/>
        </p:nvCxnSpPr>
        <p:spPr>
          <a:xfrm flipV="1">
            <a:off x="3274011" y="4396899"/>
            <a:ext cx="0" cy="296886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5381A14-3055-8987-62AC-7FD83446DB7C}"/>
              </a:ext>
            </a:extLst>
          </p:cNvPr>
          <p:cNvCxnSpPr>
            <a:cxnSpLocks/>
          </p:cNvCxnSpPr>
          <p:nvPr/>
        </p:nvCxnSpPr>
        <p:spPr>
          <a:xfrm>
            <a:off x="4050928" y="439956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3F9C077-0537-0A97-D297-FD8B46A950E6}"/>
              </a:ext>
            </a:extLst>
          </p:cNvPr>
          <p:cNvCxnSpPr>
            <a:cxnSpLocks/>
          </p:cNvCxnSpPr>
          <p:nvPr/>
        </p:nvCxnSpPr>
        <p:spPr>
          <a:xfrm>
            <a:off x="3266111" y="4400773"/>
            <a:ext cx="790096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5986501C-EC69-075B-97CE-CEAA8AEEACC0}"/>
              </a:ext>
            </a:extLst>
          </p:cNvPr>
          <p:cNvSpPr txBox="1"/>
          <p:nvPr/>
        </p:nvSpPr>
        <p:spPr>
          <a:xfrm>
            <a:off x="5273020" y="593031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/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blipFill>
                <a:blip r:embed="rId41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Rectangle 182">
            <a:extLst>
              <a:ext uri="{FF2B5EF4-FFF2-40B4-BE49-F238E27FC236}">
                <a16:creationId xmlns:a16="http://schemas.microsoft.com/office/drawing/2014/main" id="{9EA3F6C5-7867-8B2A-290A-222F3D4C866F}"/>
              </a:ext>
            </a:extLst>
          </p:cNvPr>
          <p:cNvSpPr/>
          <p:nvPr/>
        </p:nvSpPr>
        <p:spPr>
          <a:xfrm flipH="1">
            <a:off x="3265290" y="4703397"/>
            <a:ext cx="1547236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9750AAE-A9E0-EA21-4E87-935D1D7E264F}"/>
              </a:ext>
            </a:extLst>
          </p:cNvPr>
          <p:cNvCxnSpPr>
            <a:cxnSpLocks/>
          </p:cNvCxnSpPr>
          <p:nvPr/>
        </p:nvCxnSpPr>
        <p:spPr>
          <a:xfrm flipV="1">
            <a:off x="3270059" y="469911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17E008D-71CD-0487-2426-316D80BE3515}"/>
              </a:ext>
            </a:extLst>
          </p:cNvPr>
          <p:cNvCxnSpPr>
            <a:cxnSpLocks/>
          </p:cNvCxnSpPr>
          <p:nvPr/>
        </p:nvCxnSpPr>
        <p:spPr>
          <a:xfrm>
            <a:off x="4808049" y="4702059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FD22FCA6-210E-C1EE-41F1-3DEADD28C41A}"/>
              </a:ext>
            </a:extLst>
          </p:cNvPr>
          <p:cNvSpPr/>
          <p:nvPr/>
        </p:nvSpPr>
        <p:spPr>
          <a:xfrm flipH="1">
            <a:off x="3279719" y="5004535"/>
            <a:ext cx="76184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CD7F502-530B-828D-C022-713EF66B315A}"/>
              </a:ext>
            </a:extLst>
          </p:cNvPr>
          <p:cNvSpPr/>
          <p:nvPr/>
        </p:nvSpPr>
        <p:spPr>
          <a:xfrm flipH="1">
            <a:off x="4066447" y="4997748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283E8A78-329E-C6BA-08FE-E52294D129BC}"/>
              </a:ext>
            </a:extLst>
          </p:cNvPr>
          <p:cNvGrpSpPr/>
          <p:nvPr/>
        </p:nvGrpSpPr>
        <p:grpSpPr>
          <a:xfrm>
            <a:off x="4784763" y="4408753"/>
            <a:ext cx="45719" cy="296189"/>
            <a:chOff x="3509152" y="253612"/>
            <a:chExt cx="45719" cy="296189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A26D3ED9-D85C-0328-5AA5-5A414628BAA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C3762A4-A929-2327-0F4E-BE323BE53D5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7CB6768-397E-EA6A-1143-2E3B601C06BB}"/>
              </a:ext>
            </a:extLst>
          </p:cNvPr>
          <p:cNvCxnSpPr>
            <a:cxnSpLocks/>
          </p:cNvCxnSpPr>
          <p:nvPr/>
        </p:nvCxnSpPr>
        <p:spPr>
          <a:xfrm>
            <a:off x="3270262" y="4699573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DE025E30-9FF4-C297-A887-75AD1FD7E5FD}"/>
              </a:ext>
            </a:extLst>
          </p:cNvPr>
          <p:cNvGrpSpPr/>
          <p:nvPr/>
        </p:nvGrpSpPr>
        <p:grpSpPr>
          <a:xfrm>
            <a:off x="5558551" y="5002852"/>
            <a:ext cx="45719" cy="296189"/>
            <a:chOff x="3509152" y="253612"/>
            <a:chExt cx="45719" cy="296189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C6726E76-D7F5-0C2D-829A-A6775D7CBCE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BD37EEAB-FB87-1D12-837C-75A0D5FD209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BCA32360-3A43-CEF8-F985-67E020DAC958}"/>
              </a:ext>
            </a:extLst>
          </p:cNvPr>
          <p:cNvCxnSpPr>
            <a:cxnSpLocks/>
          </p:cNvCxnSpPr>
          <p:nvPr/>
        </p:nvCxnSpPr>
        <p:spPr>
          <a:xfrm>
            <a:off x="4807456" y="4992904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436AD6C2-D8C2-A647-D328-30C7B6908FA3}"/>
              </a:ext>
            </a:extLst>
          </p:cNvPr>
          <p:cNvCxnSpPr>
            <a:cxnSpLocks/>
            <a:endCxn id="220" idx="2"/>
          </p:cNvCxnSpPr>
          <p:nvPr/>
        </p:nvCxnSpPr>
        <p:spPr>
          <a:xfrm>
            <a:off x="1729687" y="5289857"/>
            <a:ext cx="3851723" cy="2747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9069910F-3CB8-9329-9CF8-4A966A3A30F5}"/>
              </a:ext>
            </a:extLst>
          </p:cNvPr>
          <p:cNvGrpSpPr/>
          <p:nvPr/>
        </p:nvGrpSpPr>
        <p:grpSpPr>
          <a:xfrm>
            <a:off x="5556386" y="4700266"/>
            <a:ext cx="45719" cy="296189"/>
            <a:chOff x="3509152" y="253612"/>
            <a:chExt cx="45719" cy="296189"/>
          </a:xfrm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85B65121-2A18-CEF0-8E0F-50226B65DDC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9441C5D-6412-800E-728A-0097C2148BF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556142EB-D788-2E99-D00E-57273781CE19}"/>
              </a:ext>
            </a:extLst>
          </p:cNvPr>
          <p:cNvCxnSpPr>
            <a:cxnSpLocks/>
          </p:cNvCxnSpPr>
          <p:nvPr/>
        </p:nvCxnSpPr>
        <p:spPr>
          <a:xfrm>
            <a:off x="2774337" y="6180321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5252662B-1BA3-79FE-D244-17ABB539FAA3}"/>
              </a:ext>
            </a:extLst>
          </p:cNvPr>
          <p:cNvCxnSpPr>
            <a:cxnSpLocks/>
          </p:cNvCxnSpPr>
          <p:nvPr/>
        </p:nvCxnSpPr>
        <p:spPr>
          <a:xfrm>
            <a:off x="2003868" y="6183087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/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blipFill>
                <a:blip r:embed="rId42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/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blipFill>
                <a:blip r:embed="rId43"/>
                <a:stretch>
                  <a:fillRect l="-27778" r="-11111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/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blipFill>
                <a:blip r:embed="rId44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27A50D12-DAC3-E042-7531-BD05C4C1A7E1}"/>
              </a:ext>
            </a:extLst>
          </p:cNvPr>
          <p:cNvCxnSpPr>
            <a:cxnSpLocks/>
          </p:cNvCxnSpPr>
          <p:nvPr/>
        </p:nvCxnSpPr>
        <p:spPr>
          <a:xfrm>
            <a:off x="1728197" y="4999733"/>
            <a:ext cx="308301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195CCE94-B5DB-292F-90BC-A7177B3CF119}"/>
              </a:ext>
            </a:extLst>
          </p:cNvPr>
          <p:cNvCxnSpPr>
            <a:cxnSpLocks/>
          </p:cNvCxnSpPr>
          <p:nvPr/>
        </p:nvCxnSpPr>
        <p:spPr>
          <a:xfrm>
            <a:off x="716062" y="63091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107B5B94-3A58-52CA-67C0-DCA45A1D5281}"/>
              </a:ext>
            </a:extLst>
          </p:cNvPr>
          <p:cNvCxnSpPr>
            <a:cxnSpLocks/>
          </p:cNvCxnSpPr>
          <p:nvPr/>
        </p:nvCxnSpPr>
        <p:spPr>
          <a:xfrm>
            <a:off x="714384" y="606095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/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job violates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the interference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condition at</a:t>
                </a:r>
                <a:r>
                  <a:rPr lang="en-RU" sz="1550" dirty="0"/>
                  <a:t>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blipFill>
                <a:blip r:embed="rId45"/>
                <a:stretch>
                  <a:fillRect l="-8621" t="-8621" r="-3448" b="-1551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4" name="Freeform 283">
            <a:extLst>
              <a:ext uri="{FF2B5EF4-FFF2-40B4-BE49-F238E27FC236}">
                <a16:creationId xmlns:a16="http://schemas.microsoft.com/office/drawing/2014/main" id="{8AA31EA2-3804-A8AE-405B-9BF880A2925F}"/>
              </a:ext>
            </a:extLst>
          </p:cNvPr>
          <p:cNvSpPr/>
          <p:nvPr/>
        </p:nvSpPr>
        <p:spPr>
          <a:xfrm>
            <a:off x="4847725" y="4770987"/>
            <a:ext cx="256528" cy="402020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1EE4454A-4B64-141A-51C7-3E034DF6C6C0}"/>
              </a:ext>
            </a:extLst>
          </p:cNvPr>
          <p:cNvSpPr/>
          <p:nvPr/>
        </p:nvSpPr>
        <p:spPr>
          <a:xfrm>
            <a:off x="2839214" y="2353619"/>
            <a:ext cx="3327124" cy="969251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27124" h="969251">
                <a:moveTo>
                  <a:pt x="3303678" y="23821"/>
                </a:moveTo>
                <a:lnTo>
                  <a:pt x="2740971" y="19132"/>
                </a:lnTo>
                <a:lnTo>
                  <a:pt x="2046964" y="9753"/>
                </a:lnTo>
                <a:lnTo>
                  <a:pt x="1296688" y="5064"/>
                </a:lnTo>
                <a:lnTo>
                  <a:pt x="860589" y="375"/>
                </a:lnTo>
                <a:cubicBezTo>
                  <a:pt x="724601" y="375"/>
                  <a:pt x="594084" y="-1970"/>
                  <a:pt x="480761" y="5064"/>
                </a:cubicBezTo>
                <a:cubicBezTo>
                  <a:pt x="367438" y="12098"/>
                  <a:pt x="254897" y="6627"/>
                  <a:pt x="180651" y="42578"/>
                </a:cubicBezTo>
                <a:cubicBezTo>
                  <a:pt x="106405" y="78529"/>
                  <a:pt x="64982" y="144178"/>
                  <a:pt x="35284" y="220769"/>
                </a:cubicBezTo>
                <a:cubicBezTo>
                  <a:pt x="5585" y="297360"/>
                  <a:pt x="6368" y="413809"/>
                  <a:pt x="2460" y="502123"/>
                </a:cubicBezTo>
                <a:cubicBezTo>
                  <a:pt x="-1448" y="590437"/>
                  <a:pt x="-2230" y="682658"/>
                  <a:pt x="11838" y="750652"/>
                </a:cubicBezTo>
                <a:cubicBezTo>
                  <a:pt x="25906" y="818646"/>
                  <a:pt x="34503" y="874135"/>
                  <a:pt x="86866" y="910086"/>
                </a:cubicBezTo>
                <a:cubicBezTo>
                  <a:pt x="139229" y="946037"/>
                  <a:pt x="182996" y="957759"/>
                  <a:pt x="326017" y="966356"/>
                </a:cubicBezTo>
                <a:cubicBezTo>
                  <a:pt x="469038" y="974953"/>
                  <a:pt x="944995" y="961667"/>
                  <a:pt x="944995" y="961667"/>
                </a:cubicBezTo>
                <a:lnTo>
                  <a:pt x="1587420" y="952289"/>
                </a:lnTo>
                <a:cubicBezTo>
                  <a:pt x="1828915" y="952289"/>
                  <a:pt x="2166540" y="961667"/>
                  <a:pt x="2393968" y="961667"/>
                </a:cubicBezTo>
                <a:cubicBezTo>
                  <a:pt x="2621396" y="961667"/>
                  <a:pt x="2796460" y="951507"/>
                  <a:pt x="2951986" y="952289"/>
                </a:cubicBezTo>
                <a:cubicBezTo>
                  <a:pt x="3107512" y="953071"/>
                  <a:pt x="3217318" y="959713"/>
                  <a:pt x="3327124" y="966356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8B116FA-C287-E312-95E3-0A74E4176F0F}"/>
              </a:ext>
            </a:extLst>
          </p:cNvPr>
          <p:cNvCxnSpPr>
            <a:cxnSpLocks noChangeAspect="1"/>
          </p:cNvCxnSpPr>
          <p:nvPr/>
        </p:nvCxnSpPr>
        <p:spPr>
          <a:xfrm>
            <a:off x="2848673" y="3088130"/>
            <a:ext cx="212738" cy="21289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464A193A-3048-4661-D518-B3B3A20530E0}"/>
              </a:ext>
            </a:extLst>
          </p:cNvPr>
          <p:cNvCxnSpPr>
            <a:cxnSpLocks noChangeAspect="1"/>
          </p:cNvCxnSpPr>
          <p:nvPr/>
        </p:nvCxnSpPr>
        <p:spPr>
          <a:xfrm>
            <a:off x="2841955" y="2926674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C4AFD4CE-A1E0-E979-82BB-7B57C763ED4E}"/>
              </a:ext>
            </a:extLst>
          </p:cNvPr>
          <p:cNvCxnSpPr>
            <a:cxnSpLocks noChangeAspect="1"/>
          </p:cNvCxnSpPr>
          <p:nvPr/>
        </p:nvCxnSpPr>
        <p:spPr>
          <a:xfrm>
            <a:off x="2849354" y="2772461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9E87DAE3-D0C7-E2BF-D1D0-697D7786F85A}"/>
              </a:ext>
            </a:extLst>
          </p:cNvPr>
          <p:cNvCxnSpPr>
            <a:cxnSpLocks noChangeAspect="1"/>
          </p:cNvCxnSpPr>
          <p:nvPr/>
        </p:nvCxnSpPr>
        <p:spPr>
          <a:xfrm>
            <a:off x="2865527" y="2640786"/>
            <a:ext cx="675558" cy="67606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4BE3220A-D460-5FB9-ACB3-9E3ABC934D34}"/>
              </a:ext>
            </a:extLst>
          </p:cNvPr>
          <p:cNvCxnSpPr>
            <a:cxnSpLocks noChangeAspect="1"/>
          </p:cNvCxnSpPr>
          <p:nvPr/>
        </p:nvCxnSpPr>
        <p:spPr>
          <a:xfrm>
            <a:off x="2909634" y="2516429"/>
            <a:ext cx="788200" cy="7887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CEA3092-B27E-25AA-1F5F-B411B20462FB}"/>
              </a:ext>
            </a:extLst>
          </p:cNvPr>
          <p:cNvCxnSpPr>
            <a:cxnSpLocks noChangeAspect="1"/>
          </p:cNvCxnSpPr>
          <p:nvPr/>
        </p:nvCxnSpPr>
        <p:spPr>
          <a:xfrm>
            <a:off x="2963246" y="2435962"/>
            <a:ext cx="869919" cy="8705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97DD2B93-4F79-2CC0-6647-C184704C874A}"/>
              </a:ext>
            </a:extLst>
          </p:cNvPr>
          <p:cNvCxnSpPr>
            <a:cxnSpLocks noChangeAspect="1"/>
          </p:cNvCxnSpPr>
          <p:nvPr/>
        </p:nvCxnSpPr>
        <p:spPr>
          <a:xfrm>
            <a:off x="3046103" y="2384755"/>
            <a:ext cx="921029" cy="9217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75888A01-17B7-20E5-FDE6-B7D73BBC6261}"/>
              </a:ext>
            </a:extLst>
          </p:cNvPr>
          <p:cNvCxnSpPr>
            <a:cxnSpLocks noChangeAspect="1"/>
          </p:cNvCxnSpPr>
          <p:nvPr/>
        </p:nvCxnSpPr>
        <p:spPr>
          <a:xfrm>
            <a:off x="3185692" y="2362810"/>
            <a:ext cx="940081" cy="9407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C7350AFD-C39C-C41F-0134-F8306DC37504}"/>
              </a:ext>
            </a:extLst>
          </p:cNvPr>
          <p:cNvCxnSpPr>
            <a:cxnSpLocks noChangeAspect="1"/>
          </p:cNvCxnSpPr>
          <p:nvPr/>
        </p:nvCxnSpPr>
        <p:spPr>
          <a:xfrm>
            <a:off x="3333704" y="2366467"/>
            <a:ext cx="938373" cy="939069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D086D15C-53CC-4839-DF48-552398133D5B}"/>
              </a:ext>
            </a:extLst>
          </p:cNvPr>
          <p:cNvCxnSpPr>
            <a:cxnSpLocks noChangeAspect="1"/>
          </p:cNvCxnSpPr>
          <p:nvPr/>
        </p:nvCxnSpPr>
        <p:spPr>
          <a:xfrm>
            <a:off x="3469121" y="2350161"/>
            <a:ext cx="945602" cy="94630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EC6FFA9A-3B35-AA9E-A9A1-8EA183C56839}"/>
              </a:ext>
            </a:extLst>
          </p:cNvPr>
          <p:cNvCxnSpPr>
            <a:cxnSpLocks noChangeAspect="1"/>
          </p:cNvCxnSpPr>
          <p:nvPr/>
        </p:nvCxnSpPr>
        <p:spPr>
          <a:xfrm>
            <a:off x="3635968" y="2355494"/>
            <a:ext cx="950269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E8274D0D-8865-5A4A-F40F-FEB439B2CC74}"/>
              </a:ext>
            </a:extLst>
          </p:cNvPr>
          <p:cNvCxnSpPr>
            <a:cxnSpLocks noChangeAspect="1"/>
          </p:cNvCxnSpPr>
          <p:nvPr/>
        </p:nvCxnSpPr>
        <p:spPr>
          <a:xfrm>
            <a:off x="3780325" y="2355494"/>
            <a:ext cx="950272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926E17D-F956-E0B8-C161-BE6EE8B83893}"/>
              </a:ext>
            </a:extLst>
          </p:cNvPr>
          <p:cNvCxnSpPr>
            <a:cxnSpLocks noChangeAspect="1"/>
          </p:cNvCxnSpPr>
          <p:nvPr/>
        </p:nvCxnSpPr>
        <p:spPr>
          <a:xfrm>
            <a:off x="3933631" y="2350539"/>
            <a:ext cx="969840" cy="97056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B440E159-B282-49D0-E5BD-4F9EEA2456CE}"/>
              </a:ext>
            </a:extLst>
          </p:cNvPr>
          <p:cNvCxnSpPr>
            <a:cxnSpLocks noChangeAspect="1"/>
          </p:cNvCxnSpPr>
          <p:nvPr/>
        </p:nvCxnSpPr>
        <p:spPr>
          <a:xfrm>
            <a:off x="4103755" y="2359152"/>
            <a:ext cx="951048" cy="95175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58C52475-FA80-24F5-21DD-77806B4E6228}"/>
              </a:ext>
            </a:extLst>
          </p:cNvPr>
          <p:cNvCxnSpPr>
            <a:cxnSpLocks noChangeAspect="1"/>
          </p:cNvCxnSpPr>
          <p:nvPr/>
        </p:nvCxnSpPr>
        <p:spPr>
          <a:xfrm>
            <a:off x="4248113" y="2359152"/>
            <a:ext cx="953927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EAC5783D-5C18-A892-F650-5E48507126C9}"/>
              </a:ext>
            </a:extLst>
          </p:cNvPr>
          <p:cNvCxnSpPr>
            <a:cxnSpLocks noChangeAspect="1"/>
          </p:cNvCxnSpPr>
          <p:nvPr/>
        </p:nvCxnSpPr>
        <p:spPr>
          <a:xfrm>
            <a:off x="4400093" y="2359421"/>
            <a:ext cx="943661" cy="9443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B6757B03-B107-E03A-4F5D-5AD48FC10185}"/>
              </a:ext>
            </a:extLst>
          </p:cNvPr>
          <p:cNvCxnSpPr>
            <a:cxnSpLocks noChangeAspect="1"/>
          </p:cNvCxnSpPr>
          <p:nvPr/>
        </p:nvCxnSpPr>
        <p:spPr>
          <a:xfrm>
            <a:off x="4561342" y="2359152"/>
            <a:ext cx="953924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8C050E8C-E3AD-D2E2-534A-246CEAE810C7}"/>
              </a:ext>
            </a:extLst>
          </p:cNvPr>
          <p:cNvCxnSpPr>
            <a:cxnSpLocks noChangeAspect="1"/>
          </p:cNvCxnSpPr>
          <p:nvPr/>
        </p:nvCxnSpPr>
        <p:spPr>
          <a:xfrm>
            <a:off x="4705699" y="2359152"/>
            <a:ext cx="937978" cy="9386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B654B08C-3286-81B2-BF8B-A06C451F2FA5}"/>
              </a:ext>
            </a:extLst>
          </p:cNvPr>
          <p:cNvCxnSpPr>
            <a:cxnSpLocks noChangeAspect="1"/>
          </p:cNvCxnSpPr>
          <p:nvPr/>
        </p:nvCxnSpPr>
        <p:spPr>
          <a:xfrm>
            <a:off x="4864092" y="2359761"/>
            <a:ext cx="944177" cy="9448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B654A08B-3A8F-DA8E-DAEB-BF148EA5A294}"/>
              </a:ext>
            </a:extLst>
          </p:cNvPr>
          <p:cNvCxnSpPr>
            <a:cxnSpLocks noChangeAspect="1"/>
          </p:cNvCxnSpPr>
          <p:nvPr/>
        </p:nvCxnSpPr>
        <p:spPr>
          <a:xfrm>
            <a:off x="5028656" y="2362810"/>
            <a:ext cx="950270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6B79633C-FB1F-20A7-B859-BBC05849FD81}"/>
              </a:ext>
            </a:extLst>
          </p:cNvPr>
          <p:cNvCxnSpPr>
            <a:cxnSpLocks noChangeAspect="1"/>
          </p:cNvCxnSpPr>
          <p:nvPr/>
        </p:nvCxnSpPr>
        <p:spPr>
          <a:xfrm>
            <a:off x="5173014" y="2362810"/>
            <a:ext cx="953466" cy="9541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0ECCF4BA-C0DD-5E24-841B-25D9E6A0515D}"/>
              </a:ext>
            </a:extLst>
          </p:cNvPr>
          <p:cNvCxnSpPr>
            <a:cxnSpLocks noChangeAspect="1"/>
          </p:cNvCxnSpPr>
          <p:nvPr/>
        </p:nvCxnSpPr>
        <p:spPr>
          <a:xfrm>
            <a:off x="5328379" y="2366467"/>
            <a:ext cx="879760" cy="8804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77AC1250-2AA4-6CE0-35CF-E022B32EF747}"/>
              </a:ext>
            </a:extLst>
          </p:cNvPr>
          <p:cNvCxnSpPr>
            <a:cxnSpLocks noChangeAspect="1"/>
          </p:cNvCxnSpPr>
          <p:nvPr/>
        </p:nvCxnSpPr>
        <p:spPr>
          <a:xfrm>
            <a:off x="5493715" y="2370288"/>
            <a:ext cx="702259" cy="70278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6FEF3E9F-6BD8-2C02-DB35-0916AD223538}"/>
              </a:ext>
            </a:extLst>
          </p:cNvPr>
          <p:cNvCxnSpPr>
            <a:cxnSpLocks noChangeAspect="1"/>
          </p:cNvCxnSpPr>
          <p:nvPr/>
        </p:nvCxnSpPr>
        <p:spPr>
          <a:xfrm>
            <a:off x="5637910" y="2370125"/>
            <a:ext cx="558064" cy="55847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775D38C-2175-2E45-DBCD-BF33136EE5FD}"/>
              </a:ext>
            </a:extLst>
          </p:cNvPr>
          <p:cNvCxnSpPr>
            <a:cxnSpLocks noChangeAspect="1"/>
          </p:cNvCxnSpPr>
          <p:nvPr/>
        </p:nvCxnSpPr>
        <p:spPr>
          <a:xfrm>
            <a:off x="5791849" y="2370428"/>
            <a:ext cx="387115" cy="38740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6381A25B-8572-0C9C-ACCD-D78ABF36F8A0}"/>
              </a:ext>
            </a:extLst>
          </p:cNvPr>
          <p:cNvCxnSpPr>
            <a:cxnSpLocks noChangeAspect="1"/>
          </p:cNvCxnSpPr>
          <p:nvPr/>
        </p:nvCxnSpPr>
        <p:spPr>
          <a:xfrm>
            <a:off x="5947258" y="2374129"/>
            <a:ext cx="226771" cy="22694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427A3A3A-7E13-0452-5665-CE030086C5F3}"/>
              </a:ext>
            </a:extLst>
          </p:cNvPr>
          <p:cNvCxnSpPr>
            <a:cxnSpLocks noChangeAspect="1"/>
          </p:cNvCxnSpPr>
          <p:nvPr/>
        </p:nvCxnSpPr>
        <p:spPr>
          <a:xfrm>
            <a:off x="6115507" y="2380865"/>
            <a:ext cx="65837" cy="658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Freeform 419">
            <a:extLst>
              <a:ext uri="{FF2B5EF4-FFF2-40B4-BE49-F238E27FC236}">
                <a16:creationId xmlns:a16="http://schemas.microsoft.com/office/drawing/2014/main" id="{B120AD64-B37A-D7DD-83A0-B46791AFB8FD}"/>
              </a:ext>
            </a:extLst>
          </p:cNvPr>
          <p:cNvSpPr/>
          <p:nvPr/>
        </p:nvSpPr>
        <p:spPr>
          <a:xfrm>
            <a:off x="4392485" y="5695362"/>
            <a:ext cx="1072046" cy="979164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  <a:gd name="connsiteX0" fmla="*/ 3313602 w 3337048"/>
              <a:gd name="connsiteY0" fmla="*/ 36393 h 981823"/>
              <a:gd name="connsiteX1" fmla="*/ 2750895 w 3337048"/>
              <a:gd name="connsiteY1" fmla="*/ 31704 h 981823"/>
              <a:gd name="connsiteX2" fmla="*/ 2056888 w 3337048"/>
              <a:gd name="connsiteY2" fmla="*/ 22325 h 981823"/>
              <a:gd name="connsiteX3" fmla="*/ 1306612 w 3337048"/>
              <a:gd name="connsiteY3" fmla="*/ 17636 h 981823"/>
              <a:gd name="connsiteX4" fmla="*/ 870513 w 3337048"/>
              <a:gd name="connsiteY4" fmla="*/ 12947 h 981823"/>
              <a:gd name="connsiteX5" fmla="*/ 490685 w 3337048"/>
              <a:gd name="connsiteY5" fmla="*/ 17636 h 981823"/>
              <a:gd name="connsiteX6" fmla="*/ 45208 w 3337048"/>
              <a:gd name="connsiteY6" fmla="*/ 233341 h 981823"/>
              <a:gd name="connsiteX7" fmla="*/ 12384 w 3337048"/>
              <a:gd name="connsiteY7" fmla="*/ 514695 h 981823"/>
              <a:gd name="connsiteX8" fmla="*/ 21762 w 3337048"/>
              <a:gd name="connsiteY8" fmla="*/ 763224 h 981823"/>
              <a:gd name="connsiteX9" fmla="*/ 96790 w 3337048"/>
              <a:gd name="connsiteY9" fmla="*/ 922658 h 981823"/>
              <a:gd name="connsiteX10" fmla="*/ 335941 w 3337048"/>
              <a:gd name="connsiteY10" fmla="*/ 978928 h 981823"/>
              <a:gd name="connsiteX11" fmla="*/ 954919 w 3337048"/>
              <a:gd name="connsiteY11" fmla="*/ 974239 h 981823"/>
              <a:gd name="connsiteX12" fmla="*/ 1597344 w 3337048"/>
              <a:gd name="connsiteY12" fmla="*/ 964861 h 981823"/>
              <a:gd name="connsiteX13" fmla="*/ 2403892 w 3337048"/>
              <a:gd name="connsiteY13" fmla="*/ 974239 h 981823"/>
              <a:gd name="connsiteX14" fmla="*/ 2961910 w 3337048"/>
              <a:gd name="connsiteY14" fmla="*/ 964861 h 981823"/>
              <a:gd name="connsiteX15" fmla="*/ 3337048 w 3337048"/>
              <a:gd name="connsiteY15" fmla="*/ 978928 h 981823"/>
              <a:gd name="connsiteX0" fmla="*/ 3304964 w 3328410"/>
              <a:gd name="connsiteY0" fmla="*/ 23446 h 968876"/>
              <a:gd name="connsiteX1" fmla="*/ 2742257 w 3328410"/>
              <a:gd name="connsiteY1" fmla="*/ 18757 h 968876"/>
              <a:gd name="connsiteX2" fmla="*/ 2048250 w 3328410"/>
              <a:gd name="connsiteY2" fmla="*/ 9378 h 968876"/>
              <a:gd name="connsiteX3" fmla="*/ 1297974 w 3328410"/>
              <a:gd name="connsiteY3" fmla="*/ 4689 h 968876"/>
              <a:gd name="connsiteX4" fmla="*/ 861875 w 3328410"/>
              <a:gd name="connsiteY4" fmla="*/ 0 h 968876"/>
              <a:gd name="connsiteX5" fmla="*/ 349221 w 3328410"/>
              <a:gd name="connsiteY5" fmla="*/ 69387 h 968876"/>
              <a:gd name="connsiteX6" fmla="*/ 36570 w 3328410"/>
              <a:gd name="connsiteY6" fmla="*/ 220394 h 968876"/>
              <a:gd name="connsiteX7" fmla="*/ 3746 w 3328410"/>
              <a:gd name="connsiteY7" fmla="*/ 501748 h 968876"/>
              <a:gd name="connsiteX8" fmla="*/ 13124 w 3328410"/>
              <a:gd name="connsiteY8" fmla="*/ 750277 h 968876"/>
              <a:gd name="connsiteX9" fmla="*/ 88152 w 3328410"/>
              <a:gd name="connsiteY9" fmla="*/ 909711 h 968876"/>
              <a:gd name="connsiteX10" fmla="*/ 327303 w 3328410"/>
              <a:gd name="connsiteY10" fmla="*/ 965981 h 968876"/>
              <a:gd name="connsiteX11" fmla="*/ 946281 w 3328410"/>
              <a:gd name="connsiteY11" fmla="*/ 961292 h 968876"/>
              <a:gd name="connsiteX12" fmla="*/ 1588706 w 3328410"/>
              <a:gd name="connsiteY12" fmla="*/ 951914 h 968876"/>
              <a:gd name="connsiteX13" fmla="*/ 2395254 w 3328410"/>
              <a:gd name="connsiteY13" fmla="*/ 961292 h 968876"/>
              <a:gd name="connsiteX14" fmla="*/ 2953272 w 3328410"/>
              <a:gd name="connsiteY14" fmla="*/ 951914 h 968876"/>
              <a:gd name="connsiteX15" fmla="*/ 3328410 w 3328410"/>
              <a:gd name="connsiteY15" fmla="*/ 965981 h 968876"/>
              <a:gd name="connsiteX0" fmla="*/ 3319572 w 3343018"/>
              <a:gd name="connsiteY0" fmla="*/ 23446 h 968876"/>
              <a:gd name="connsiteX1" fmla="*/ 2756865 w 3343018"/>
              <a:gd name="connsiteY1" fmla="*/ 18757 h 968876"/>
              <a:gd name="connsiteX2" fmla="*/ 2062858 w 3343018"/>
              <a:gd name="connsiteY2" fmla="*/ 9378 h 968876"/>
              <a:gd name="connsiteX3" fmla="*/ 1312582 w 3343018"/>
              <a:gd name="connsiteY3" fmla="*/ 4689 h 968876"/>
              <a:gd name="connsiteX4" fmla="*/ 876483 w 3343018"/>
              <a:gd name="connsiteY4" fmla="*/ 0 h 968876"/>
              <a:gd name="connsiteX5" fmla="*/ 363829 w 3343018"/>
              <a:gd name="connsiteY5" fmla="*/ 69387 h 968876"/>
              <a:gd name="connsiteX6" fmla="*/ 51178 w 3343018"/>
              <a:gd name="connsiteY6" fmla="*/ 220394 h 968876"/>
              <a:gd name="connsiteX7" fmla="*/ 18354 w 3343018"/>
              <a:gd name="connsiteY7" fmla="*/ 501748 h 968876"/>
              <a:gd name="connsiteX8" fmla="*/ 27732 w 3343018"/>
              <a:gd name="connsiteY8" fmla="*/ 750277 h 968876"/>
              <a:gd name="connsiteX9" fmla="*/ 341911 w 3343018"/>
              <a:gd name="connsiteY9" fmla="*/ 965981 h 968876"/>
              <a:gd name="connsiteX10" fmla="*/ 960889 w 3343018"/>
              <a:gd name="connsiteY10" fmla="*/ 961292 h 968876"/>
              <a:gd name="connsiteX11" fmla="*/ 1603314 w 3343018"/>
              <a:gd name="connsiteY11" fmla="*/ 951914 h 968876"/>
              <a:gd name="connsiteX12" fmla="*/ 2409862 w 3343018"/>
              <a:gd name="connsiteY12" fmla="*/ 961292 h 968876"/>
              <a:gd name="connsiteX13" fmla="*/ 2967880 w 3343018"/>
              <a:gd name="connsiteY13" fmla="*/ 951914 h 968876"/>
              <a:gd name="connsiteX14" fmla="*/ 3343018 w 3343018"/>
              <a:gd name="connsiteY14" fmla="*/ 965981 h 968876"/>
              <a:gd name="connsiteX0" fmla="*/ 3365106 w 3388552"/>
              <a:gd name="connsiteY0" fmla="*/ 23446 h 965981"/>
              <a:gd name="connsiteX1" fmla="*/ 2802399 w 3388552"/>
              <a:gd name="connsiteY1" fmla="*/ 18757 h 965981"/>
              <a:gd name="connsiteX2" fmla="*/ 2108392 w 3388552"/>
              <a:gd name="connsiteY2" fmla="*/ 9378 h 965981"/>
              <a:gd name="connsiteX3" fmla="*/ 1358116 w 3388552"/>
              <a:gd name="connsiteY3" fmla="*/ 4689 h 965981"/>
              <a:gd name="connsiteX4" fmla="*/ 922017 w 3388552"/>
              <a:gd name="connsiteY4" fmla="*/ 0 h 965981"/>
              <a:gd name="connsiteX5" fmla="*/ 409363 w 3388552"/>
              <a:gd name="connsiteY5" fmla="*/ 69387 h 965981"/>
              <a:gd name="connsiteX6" fmla="*/ 96712 w 3388552"/>
              <a:gd name="connsiteY6" fmla="*/ 220394 h 965981"/>
              <a:gd name="connsiteX7" fmla="*/ 63888 w 3388552"/>
              <a:gd name="connsiteY7" fmla="*/ 501748 h 965981"/>
              <a:gd name="connsiteX8" fmla="*/ 73266 w 3388552"/>
              <a:gd name="connsiteY8" fmla="*/ 750277 h 965981"/>
              <a:gd name="connsiteX9" fmla="*/ 1006423 w 3388552"/>
              <a:gd name="connsiteY9" fmla="*/ 961292 h 965981"/>
              <a:gd name="connsiteX10" fmla="*/ 1648848 w 3388552"/>
              <a:gd name="connsiteY10" fmla="*/ 951914 h 965981"/>
              <a:gd name="connsiteX11" fmla="*/ 2455396 w 3388552"/>
              <a:gd name="connsiteY11" fmla="*/ 961292 h 965981"/>
              <a:gd name="connsiteX12" fmla="*/ 3013414 w 3388552"/>
              <a:gd name="connsiteY12" fmla="*/ 951914 h 965981"/>
              <a:gd name="connsiteX13" fmla="*/ 3388552 w 3388552"/>
              <a:gd name="connsiteY13" fmla="*/ 965981 h 965981"/>
              <a:gd name="connsiteX0" fmla="*/ 3314128 w 3337574"/>
              <a:gd name="connsiteY0" fmla="*/ 23446 h 965981"/>
              <a:gd name="connsiteX1" fmla="*/ 2751421 w 3337574"/>
              <a:gd name="connsiteY1" fmla="*/ 18757 h 965981"/>
              <a:gd name="connsiteX2" fmla="*/ 2057414 w 3337574"/>
              <a:gd name="connsiteY2" fmla="*/ 9378 h 965981"/>
              <a:gd name="connsiteX3" fmla="*/ 1307138 w 3337574"/>
              <a:gd name="connsiteY3" fmla="*/ 4689 h 965981"/>
              <a:gd name="connsiteX4" fmla="*/ 871039 w 3337574"/>
              <a:gd name="connsiteY4" fmla="*/ 0 h 965981"/>
              <a:gd name="connsiteX5" fmla="*/ 358385 w 3337574"/>
              <a:gd name="connsiteY5" fmla="*/ 69387 h 965981"/>
              <a:gd name="connsiteX6" fmla="*/ 45734 w 3337574"/>
              <a:gd name="connsiteY6" fmla="*/ 220394 h 965981"/>
              <a:gd name="connsiteX7" fmla="*/ 12910 w 3337574"/>
              <a:gd name="connsiteY7" fmla="*/ 501748 h 965981"/>
              <a:gd name="connsiteX8" fmla="*/ 155115 w 3337574"/>
              <a:gd name="connsiteY8" fmla="*/ 836542 h 965981"/>
              <a:gd name="connsiteX9" fmla="*/ 955445 w 3337574"/>
              <a:gd name="connsiteY9" fmla="*/ 961292 h 965981"/>
              <a:gd name="connsiteX10" fmla="*/ 1597870 w 3337574"/>
              <a:gd name="connsiteY10" fmla="*/ 951914 h 965981"/>
              <a:gd name="connsiteX11" fmla="*/ 2404418 w 3337574"/>
              <a:gd name="connsiteY11" fmla="*/ 961292 h 965981"/>
              <a:gd name="connsiteX12" fmla="*/ 2962436 w 3337574"/>
              <a:gd name="connsiteY12" fmla="*/ 951914 h 965981"/>
              <a:gd name="connsiteX13" fmla="*/ 3337574 w 3337574"/>
              <a:gd name="connsiteY13" fmla="*/ 965981 h 965981"/>
              <a:gd name="connsiteX0" fmla="*/ 3314128 w 3337574"/>
              <a:gd name="connsiteY0" fmla="*/ 18757 h 961292"/>
              <a:gd name="connsiteX1" fmla="*/ 2751421 w 3337574"/>
              <a:gd name="connsiteY1" fmla="*/ 14068 h 961292"/>
              <a:gd name="connsiteX2" fmla="*/ 2057414 w 3337574"/>
              <a:gd name="connsiteY2" fmla="*/ 4689 h 961292"/>
              <a:gd name="connsiteX3" fmla="*/ 1307138 w 3337574"/>
              <a:gd name="connsiteY3" fmla="*/ 0 h 961292"/>
              <a:gd name="connsiteX4" fmla="*/ 358385 w 3337574"/>
              <a:gd name="connsiteY4" fmla="*/ 64698 h 961292"/>
              <a:gd name="connsiteX5" fmla="*/ 45734 w 3337574"/>
              <a:gd name="connsiteY5" fmla="*/ 215705 h 961292"/>
              <a:gd name="connsiteX6" fmla="*/ 12910 w 3337574"/>
              <a:gd name="connsiteY6" fmla="*/ 497059 h 961292"/>
              <a:gd name="connsiteX7" fmla="*/ 155115 w 3337574"/>
              <a:gd name="connsiteY7" fmla="*/ 831853 h 961292"/>
              <a:gd name="connsiteX8" fmla="*/ 955445 w 3337574"/>
              <a:gd name="connsiteY8" fmla="*/ 956603 h 961292"/>
              <a:gd name="connsiteX9" fmla="*/ 1597870 w 3337574"/>
              <a:gd name="connsiteY9" fmla="*/ 947225 h 961292"/>
              <a:gd name="connsiteX10" fmla="*/ 2404418 w 3337574"/>
              <a:gd name="connsiteY10" fmla="*/ 956603 h 961292"/>
              <a:gd name="connsiteX11" fmla="*/ 2962436 w 3337574"/>
              <a:gd name="connsiteY11" fmla="*/ 947225 h 961292"/>
              <a:gd name="connsiteX12" fmla="*/ 3337574 w 3337574"/>
              <a:gd name="connsiteY12" fmla="*/ 961292 h 96129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95544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41997 w 3337574"/>
              <a:gd name="connsiteY10" fmla="*/ 966365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2962436 w 3801045"/>
              <a:gd name="connsiteY11" fmla="*/ 947225 h 976512"/>
              <a:gd name="connsiteX12" fmla="*/ 3801045 w 3801045"/>
              <a:gd name="connsiteY12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057414 w 3801045"/>
              <a:gd name="connsiteY1" fmla="*/ 0 h 971823"/>
              <a:gd name="connsiteX2" fmla="*/ 1307139 w 3801045"/>
              <a:gd name="connsiteY2" fmla="*/ 5073 h 971823"/>
              <a:gd name="connsiteX3" fmla="*/ 358385 w 3801045"/>
              <a:gd name="connsiteY3" fmla="*/ 60009 h 971823"/>
              <a:gd name="connsiteX4" fmla="*/ 45734 w 3801045"/>
              <a:gd name="connsiteY4" fmla="*/ 211016 h 971823"/>
              <a:gd name="connsiteX5" fmla="*/ 12910 w 3801045"/>
              <a:gd name="connsiteY5" fmla="*/ 492370 h 971823"/>
              <a:gd name="connsiteX6" fmla="*/ 155115 w 3801045"/>
              <a:gd name="connsiteY6" fmla="*/ 827164 h 971823"/>
              <a:gd name="connsiteX7" fmla="*/ 792605 w 3801045"/>
              <a:gd name="connsiteY7" fmla="*/ 951914 h 971823"/>
              <a:gd name="connsiteX8" fmla="*/ 1685553 w 3801045"/>
              <a:gd name="connsiteY8" fmla="*/ 971823 h 971823"/>
              <a:gd name="connsiteX9" fmla="*/ 2441997 w 3801045"/>
              <a:gd name="connsiteY9" fmla="*/ 961676 h 971823"/>
              <a:gd name="connsiteX10" fmla="*/ 3801045 w 3801045"/>
              <a:gd name="connsiteY10" fmla="*/ 943587 h 971823"/>
              <a:gd name="connsiteX0" fmla="*/ 3314128 w 3801045"/>
              <a:gd name="connsiteY0" fmla="*/ 10814 h 968569"/>
              <a:gd name="connsiteX1" fmla="*/ 2270361 w 3801045"/>
              <a:gd name="connsiteY1" fmla="*/ 0 h 968569"/>
              <a:gd name="connsiteX2" fmla="*/ 1307139 w 3801045"/>
              <a:gd name="connsiteY2" fmla="*/ 1819 h 968569"/>
              <a:gd name="connsiteX3" fmla="*/ 358385 w 3801045"/>
              <a:gd name="connsiteY3" fmla="*/ 56755 h 968569"/>
              <a:gd name="connsiteX4" fmla="*/ 45734 w 3801045"/>
              <a:gd name="connsiteY4" fmla="*/ 207762 h 968569"/>
              <a:gd name="connsiteX5" fmla="*/ 12910 w 3801045"/>
              <a:gd name="connsiteY5" fmla="*/ 489116 h 968569"/>
              <a:gd name="connsiteX6" fmla="*/ 155115 w 3801045"/>
              <a:gd name="connsiteY6" fmla="*/ 823910 h 968569"/>
              <a:gd name="connsiteX7" fmla="*/ 792605 w 3801045"/>
              <a:gd name="connsiteY7" fmla="*/ 948660 h 968569"/>
              <a:gd name="connsiteX8" fmla="*/ 1685553 w 3801045"/>
              <a:gd name="connsiteY8" fmla="*/ 968569 h 968569"/>
              <a:gd name="connsiteX9" fmla="*/ 2441997 w 3801045"/>
              <a:gd name="connsiteY9" fmla="*/ 958422 h 968569"/>
              <a:gd name="connsiteX10" fmla="*/ 3801045 w 3801045"/>
              <a:gd name="connsiteY10" fmla="*/ 940333 h 968569"/>
              <a:gd name="connsiteX0" fmla="*/ 3314128 w 3801045"/>
              <a:gd name="connsiteY0" fmla="*/ 18757 h 976512"/>
              <a:gd name="connsiteX1" fmla="*/ 2270361 w 3801045"/>
              <a:gd name="connsiteY1" fmla="*/ 7943 h 976512"/>
              <a:gd name="connsiteX2" fmla="*/ 1269557 w 3801045"/>
              <a:gd name="connsiteY2" fmla="*/ 0 h 976512"/>
              <a:gd name="connsiteX3" fmla="*/ 358385 w 3801045"/>
              <a:gd name="connsiteY3" fmla="*/ 64698 h 976512"/>
              <a:gd name="connsiteX4" fmla="*/ 45734 w 3801045"/>
              <a:gd name="connsiteY4" fmla="*/ 215705 h 976512"/>
              <a:gd name="connsiteX5" fmla="*/ 12910 w 3801045"/>
              <a:gd name="connsiteY5" fmla="*/ 497059 h 976512"/>
              <a:gd name="connsiteX6" fmla="*/ 155115 w 3801045"/>
              <a:gd name="connsiteY6" fmla="*/ 831853 h 976512"/>
              <a:gd name="connsiteX7" fmla="*/ 792605 w 3801045"/>
              <a:gd name="connsiteY7" fmla="*/ 956603 h 976512"/>
              <a:gd name="connsiteX8" fmla="*/ 1685553 w 3801045"/>
              <a:gd name="connsiteY8" fmla="*/ 976512 h 976512"/>
              <a:gd name="connsiteX9" fmla="*/ 2441997 w 3801045"/>
              <a:gd name="connsiteY9" fmla="*/ 966365 h 976512"/>
              <a:gd name="connsiteX10" fmla="*/ 3801045 w 3801045"/>
              <a:gd name="connsiteY10" fmla="*/ 948276 h 976512"/>
              <a:gd name="connsiteX0" fmla="*/ 3314128 w 3801045"/>
              <a:gd name="connsiteY0" fmla="*/ 20929 h 978684"/>
              <a:gd name="connsiteX1" fmla="*/ 2270361 w 3801045"/>
              <a:gd name="connsiteY1" fmla="*/ 10115 h 978684"/>
              <a:gd name="connsiteX2" fmla="*/ 1269557 w 3801045"/>
              <a:gd name="connsiteY2" fmla="*/ 2172 h 978684"/>
              <a:gd name="connsiteX3" fmla="*/ 358385 w 3801045"/>
              <a:gd name="connsiteY3" fmla="*/ 66870 h 978684"/>
              <a:gd name="connsiteX4" fmla="*/ 45734 w 3801045"/>
              <a:gd name="connsiteY4" fmla="*/ 217877 h 978684"/>
              <a:gd name="connsiteX5" fmla="*/ 12910 w 3801045"/>
              <a:gd name="connsiteY5" fmla="*/ 499231 h 978684"/>
              <a:gd name="connsiteX6" fmla="*/ 155115 w 3801045"/>
              <a:gd name="connsiteY6" fmla="*/ 834025 h 978684"/>
              <a:gd name="connsiteX7" fmla="*/ 792605 w 3801045"/>
              <a:gd name="connsiteY7" fmla="*/ 958775 h 978684"/>
              <a:gd name="connsiteX8" fmla="*/ 1685553 w 3801045"/>
              <a:gd name="connsiteY8" fmla="*/ 978684 h 978684"/>
              <a:gd name="connsiteX9" fmla="*/ 2441997 w 3801045"/>
              <a:gd name="connsiteY9" fmla="*/ 968537 h 978684"/>
              <a:gd name="connsiteX10" fmla="*/ 3801045 w 3801045"/>
              <a:gd name="connsiteY10" fmla="*/ 950448 h 978684"/>
              <a:gd name="connsiteX0" fmla="*/ 3314128 w 3801045"/>
              <a:gd name="connsiteY0" fmla="*/ 21409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339179 w 3801045"/>
              <a:gd name="connsiteY0" fmla="*/ 14901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940439 w 3940439"/>
              <a:gd name="connsiteY0" fmla="*/ 21409 h 979164"/>
              <a:gd name="connsiteX1" fmla="*/ 2395620 w 3940439"/>
              <a:gd name="connsiteY1" fmla="*/ 7341 h 979164"/>
              <a:gd name="connsiteX2" fmla="*/ 1269557 w 3940439"/>
              <a:gd name="connsiteY2" fmla="*/ 2652 h 979164"/>
              <a:gd name="connsiteX3" fmla="*/ 358385 w 3940439"/>
              <a:gd name="connsiteY3" fmla="*/ 67350 h 979164"/>
              <a:gd name="connsiteX4" fmla="*/ 45734 w 3940439"/>
              <a:gd name="connsiteY4" fmla="*/ 218357 h 979164"/>
              <a:gd name="connsiteX5" fmla="*/ 12910 w 3940439"/>
              <a:gd name="connsiteY5" fmla="*/ 499711 h 979164"/>
              <a:gd name="connsiteX6" fmla="*/ 155115 w 3940439"/>
              <a:gd name="connsiteY6" fmla="*/ 834505 h 979164"/>
              <a:gd name="connsiteX7" fmla="*/ 792605 w 3940439"/>
              <a:gd name="connsiteY7" fmla="*/ 959255 h 979164"/>
              <a:gd name="connsiteX8" fmla="*/ 1685553 w 3940439"/>
              <a:gd name="connsiteY8" fmla="*/ 979164 h 979164"/>
              <a:gd name="connsiteX9" fmla="*/ 2441997 w 3940439"/>
              <a:gd name="connsiteY9" fmla="*/ 969017 h 979164"/>
              <a:gd name="connsiteX10" fmla="*/ 3801045 w 3940439"/>
              <a:gd name="connsiteY10" fmla="*/ 950928 h 979164"/>
              <a:gd name="connsiteX0" fmla="*/ 3940439 w 4126727"/>
              <a:gd name="connsiteY0" fmla="*/ 21409 h 979164"/>
              <a:gd name="connsiteX1" fmla="*/ 2395620 w 4126727"/>
              <a:gd name="connsiteY1" fmla="*/ 7341 h 979164"/>
              <a:gd name="connsiteX2" fmla="*/ 1269557 w 4126727"/>
              <a:gd name="connsiteY2" fmla="*/ 2652 h 979164"/>
              <a:gd name="connsiteX3" fmla="*/ 358385 w 4126727"/>
              <a:gd name="connsiteY3" fmla="*/ 67350 h 979164"/>
              <a:gd name="connsiteX4" fmla="*/ 45734 w 4126727"/>
              <a:gd name="connsiteY4" fmla="*/ 218357 h 979164"/>
              <a:gd name="connsiteX5" fmla="*/ 12910 w 4126727"/>
              <a:gd name="connsiteY5" fmla="*/ 499711 h 979164"/>
              <a:gd name="connsiteX6" fmla="*/ 155115 w 4126727"/>
              <a:gd name="connsiteY6" fmla="*/ 834505 h 979164"/>
              <a:gd name="connsiteX7" fmla="*/ 792605 w 4126727"/>
              <a:gd name="connsiteY7" fmla="*/ 959255 h 979164"/>
              <a:gd name="connsiteX8" fmla="*/ 1685553 w 4126727"/>
              <a:gd name="connsiteY8" fmla="*/ 979164 h 979164"/>
              <a:gd name="connsiteX9" fmla="*/ 2441997 w 4126727"/>
              <a:gd name="connsiteY9" fmla="*/ 969017 h 979164"/>
              <a:gd name="connsiteX10" fmla="*/ 4126727 w 4126727"/>
              <a:gd name="connsiteY10" fmla="*/ 947674 h 979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126727" h="979164">
                <a:moveTo>
                  <a:pt x="3940439" y="21409"/>
                </a:moveTo>
                <a:lnTo>
                  <a:pt x="2395620" y="7341"/>
                </a:lnTo>
                <a:cubicBezTo>
                  <a:pt x="2062019" y="4693"/>
                  <a:pt x="1703364" y="-4462"/>
                  <a:pt x="1269557" y="2652"/>
                </a:cubicBezTo>
                <a:cubicBezTo>
                  <a:pt x="965832" y="7947"/>
                  <a:pt x="562356" y="31399"/>
                  <a:pt x="358385" y="67350"/>
                </a:cubicBezTo>
                <a:cubicBezTo>
                  <a:pt x="154414" y="103301"/>
                  <a:pt x="103313" y="146297"/>
                  <a:pt x="45734" y="218357"/>
                </a:cubicBezTo>
                <a:cubicBezTo>
                  <a:pt x="-11845" y="290417"/>
                  <a:pt x="-5320" y="397020"/>
                  <a:pt x="12910" y="499711"/>
                </a:cubicBezTo>
                <a:cubicBezTo>
                  <a:pt x="31140" y="602402"/>
                  <a:pt x="25166" y="757914"/>
                  <a:pt x="155115" y="834505"/>
                </a:cubicBezTo>
                <a:cubicBezTo>
                  <a:pt x="285064" y="911096"/>
                  <a:pt x="530008" y="925649"/>
                  <a:pt x="792605" y="959255"/>
                </a:cubicBezTo>
                <a:lnTo>
                  <a:pt x="1685553" y="979164"/>
                </a:lnTo>
                <a:cubicBezTo>
                  <a:pt x="1927048" y="979164"/>
                  <a:pt x="2035135" y="974265"/>
                  <a:pt x="2441997" y="969017"/>
                </a:cubicBezTo>
                <a:lnTo>
                  <a:pt x="4126727" y="947674"/>
                </a:ln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B656BD4B-6A5A-1052-8093-FA78819C9E59}"/>
              </a:ext>
            </a:extLst>
          </p:cNvPr>
          <p:cNvCxnSpPr>
            <a:cxnSpLocks noChangeAspect="1"/>
          </p:cNvCxnSpPr>
          <p:nvPr/>
        </p:nvCxnSpPr>
        <p:spPr>
          <a:xfrm>
            <a:off x="4409295" y="6444684"/>
            <a:ext cx="199652" cy="1998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4BCB94A6-3AF7-A063-F7B1-ACC6DC580E4E}"/>
              </a:ext>
            </a:extLst>
          </p:cNvPr>
          <p:cNvCxnSpPr>
            <a:cxnSpLocks noChangeAspect="1"/>
          </p:cNvCxnSpPr>
          <p:nvPr/>
        </p:nvCxnSpPr>
        <p:spPr>
          <a:xfrm>
            <a:off x="4389491" y="6270132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B57FAB8-E6BA-65C0-831F-6B62BD49CBC8}"/>
              </a:ext>
            </a:extLst>
          </p:cNvPr>
          <p:cNvCxnSpPr>
            <a:cxnSpLocks noChangeAspect="1"/>
          </p:cNvCxnSpPr>
          <p:nvPr/>
        </p:nvCxnSpPr>
        <p:spPr>
          <a:xfrm>
            <a:off x="4396890" y="6115919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0844F807-D397-324E-C5F0-D0F64AEBB61A}"/>
              </a:ext>
            </a:extLst>
          </p:cNvPr>
          <p:cNvCxnSpPr>
            <a:cxnSpLocks noChangeAspect="1"/>
          </p:cNvCxnSpPr>
          <p:nvPr/>
        </p:nvCxnSpPr>
        <p:spPr>
          <a:xfrm>
            <a:off x="4399533" y="5970704"/>
            <a:ext cx="689088" cy="6896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9A8BD752-AA85-5521-60B5-662D6565BBF1}"/>
              </a:ext>
            </a:extLst>
          </p:cNvPr>
          <p:cNvCxnSpPr>
            <a:cxnSpLocks noChangeAspect="1"/>
          </p:cNvCxnSpPr>
          <p:nvPr/>
        </p:nvCxnSpPr>
        <p:spPr>
          <a:xfrm>
            <a:off x="4425566" y="5838029"/>
            <a:ext cx="810042" cy="81064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3EBD133C-E37A-D97E-53BD-EA28F1D83BCC}"/>
              </a:ext>
            </a:extLst>
          </p:cNvPr>
          <p:cNvCxnSpPr>
            <a:cxnSpLocks noChangeAspect="1"/>
          </p:cNvCxnSpPr>
          <p:nvPr/>
        </p:nvCxnSpPr>
        <p:spPr>
          <a:xfrm>
            <a:off x="4494372" y="5762998"/>
            <a:ext cx="886329" cy="8869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EBEF6192-8373-BBD6-5356-C19F48208ABF}"/>
              </a:ext>
            </a:extLst>
          </p:cNvPr>
          <p:cNvCxnSpPr>
            <a:cxnSpLocks noChangeAspect="1"/>
          </p:cNvCxnSpPr>
          <p:nvPr/>
        </p:nvCxnSpPr>
        <p:spPr>
          <a:xfrm>
            <a:off x="4593639" y="5728213"/>
            <a:ext cx="860220" cy="86086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538D50E9-EBF6-FF04-2CBD-877878B5B5DD}"/>
              </a:ext>
            </a:extLst>
          </p:cNvPr>
          <p:cNvCxnSpPr>
            <a:cxnSpLocks noChangeAspect="1"/>
          </p:cNvCxnSpPr>
          <p:nvPr/>
        </p:nvCxnSpPr>
        <p:spPr>
          <a:xfrm>
            <a:off x="4733228" y="5706268"/>
            <a:ext cx="717377" cy="7179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BDD2A78B-4093-173E-A4E7-3F7106C0B797}"/>
              </a:ext>
            </a:extLst>
          </p:cNvPr>
          <p:cNvCxnSpPr>
            <a:cxnSpLocks noChangeAspect="1"/>
          </p:cNvCxnSpPr>
          <p:nvPr/>
        </p:nvCxnSpPr>
        <p:spPr>
          <a:xfrm>
            <a:off x="4881240" y="5709925"/>
            <a:ext cx="557043" cy="557457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C0D3CE12-F8CC-2D77-BB43-BE2AAD689AD8}"/>
              </a:ext>
            </a:extLst>
          </p:cNvPr>
          <p:cNvCxnSpPr>
            <a:cxnSpLocks noChangeAspect="1"/>
          </p:cNvCxnSpPr>
          <p:nvPr/>
        </p:nvCxnSpPr>
        <p:spPr>
          <a:xfrm>
            <a:off x="5016657" y="5693619"/>
            <a:ext cx="440456" cy="44078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8DF1CB98-8AFE-D1F8-3DC3-B2627A716AB7}"/>
              </a:ext>
            </a:extLst>
          </p:cNvPr>
          <p:cNvCxnSpPr>
            <a:cxnSpLocks noChangeAspect="1"/>
          </p:cNvCxnSpPr>
          <p:nvPr/>
        </p:nvCxnSpPr>
        <p:spPr>
          <a:xfrm>
            <a:off x="5183504" y="5698952"/>
            <a:ext cx="250831" cy="25101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Straight Connector 496">
            <a:extLst>
              <a:ext uri="{FF2B5EF4-FFF2-40B4-BE49-F238E27FC236}">
                <a16:creationId xmlns:a16="http://schemas.microsoft.com/office/drawing/2014/main" id="{119B4B62-36B2-08C9-3BDE-9B2415928CF7}"/>
              </a:ext>
            </a:extLst>
          </p:cNvPr>
          <p:cNvCxnSpPr>
            <a:cxnSpLocks noChangeAspect="1"/>
          </p:cNvCxnSpPr>
          <p:nvPr/>
        </p:nvCxnSpPr>
        <p:spPr>
          <a:xfrm>
            <a:off x="5320879" y="5717698"/>
            <a:ext cx="94041" cy="941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123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11502442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5D9B9AA-53C7-41A2-F80B-37CA4D79ACE3}"/>
              </a:ext>
            </a:extLst>
          </p:cNvPr>
          <p:cNvCxnSpPr>
            <a:cxnSpLocks/>
          </p:cNvCxnSpPr>
          <p:nvPr/>
        </p:nvCxnSpPr>
        <p:spPr>
          <a:xfrm flipV="1">
            <a:off x="3028425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F335AD57-CAF5-859A-BBD9-CB642DC6453A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7F0D6E8-2562-D475-A54D-33A1D6BE58D8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BAE0068-7CBE-B3E1-29D1-492D4BAF9243}"/>
              </a:ext>
            </a:extLst>
          </p:cNvPr>
          <p:cNvCxnSpPr>
            <a:cxnSpLocks/>
          </p:cNvCxnSpPr>
          <p:nvPr/>
        </p:nvCxnSpPr>
        <p:spPr>
          <a:xfrm flipH="1" flipV="1">
            <a:off x="4196870" y="106611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289BB0BF-E519-276E-E540-D687F2CB9F09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5006014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D872C7E1-F572-F4B2-3368-9E11859CED4F}"/>
              </a:ext>
            </a:extLst>
          </p:cNvPr>
          <p:cNvCxnSpPr>
            <a:cxnSpLocks/>
          </p:cNvCxnSpPr>
          <p:nvPr/>
        </p:nvCxnSpPr>
        <p:spPr>
          <a:xfrm flipH="1" flipV="1">
            <a:off x="5748788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7B02E0D9-E20D-B9F0-B34D-1BC883F040E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0" y="10562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8445654" y="10578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CAD12B6E-B817-686F-5F2A-91614B8BD1C0}"/>
              </a:ext>
            </a:extLst>
          </p:cNvPr>
          <p:cNvCxnSpPr>
            <a:cxnSpLocks/>
          </p:cNvCxnSpPr>
          <p:nvPr/>
        </p:nvCxnSpPr>
        <p:spPr>
          <a:xfrm flipH="1" flipV="1">
            <a:off x="8836171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D837940E-793A-2256-9BDF-6261CFF30BF8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0E6A0CDA-C33E-6F8A-B178-125968DD2C1E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2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AA71F88-7FD7-407F-47A3-E5E078E66390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97D4C600-F5B2-76BA-186C-144F70F6503A}"/>
              </a:ext>
            </a:extLst>
          </p:cNvPr>
          <p:cNvCxnSpPr>
            <a:cxnSpLocks/>
          </p:cNvCxnSpPr>
          <p:nvPr/>
        </p:nvCxnSpPr>
        <p:spPr>
          <a:xfrm flipH="1" flipV="1">
            <a:off x="9521907" y="10582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02AA6738-7FE6-5A6F-DE3F-D0CF69CFA7F4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CA859CC3-4988-F069-30F1-8E16AF812C94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/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3896983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blipFill>
                <a:blip r:embed="rId60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/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blipFill>
                <a:blip r:embed="rId62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blipFill>
                <a:blip r:embed="rId63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blipFill>
                <a:blip r:embed="rId64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blipFill>
                <a:blip r:embed="rId65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blipFill>
                <a:blip r:embed="rId66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blipFill>
                <a:blip r:embed="rId67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blipFill>
                <a:blip r:embed="rId68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blipFill>
                <a:blip r:embed="rId69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blipFill>
                <a:blip r:embed="rId70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blipFill>
                <a:blip r:embed="rId7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blipFill>
                <a:blip r:embed="rId72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blipFill>
                <a:blip r:embed="rId73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blipFill>
                <a:blip r:embed="rId74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blipFill>
                <a:blip r:embed="rId7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blipFill>
                <a:blip r:embed="rId76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blipFill>
                <a:blip r:embed="rId77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78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blipFill>
                <a:blip r:embed="rId79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blipFill>
                <a:blip r:embed="rId80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81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1113391C-0733-5D37-D2E6-B5301F28E37D}"/>
              </a:ext>
            </a:extLst>
          </p:cNvPr>
          <p:cNvCxnSpPr>
            <a:cxnSpLocks/>
          </p:cNvCxnSpPr>
          <p:nvPr/>
        </p:nvCxnSpPr>
        <p:spPr>
          <a:xfrm flipH="1" flipV="1">
            <a:off x="6484469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891848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837764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10018130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596855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A7D757EE-5B4D-653C-AB31-2A7B3872AE4A}"/>
              </a:ext>
            </a:extLst>
          </p:cNvPr>
          <p:cNvSpPr/>
          <p:nvPr/>
        </p:nvSpPr>
        <p:spPr>
          <a:xfrm flipH="1">
            <a:off x="6207601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506AB6E3-781C-FF4B-6019-3E709255B41E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2071F591-0C9C-6F63-DB11-CE47FA154D67}"/>
              </a:ext>
            </a:extLst>
          </p:cNvPr>
          <p:cNvSpPr/>
          <p:nvPr/>
        </p:nvSpPr>
        <p:spPr>
          <a:xfrm flipH="1">
            <a:off x="7664599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92623FBB-E55C-CE31-9705-F01A04B49254}"/>
              </a:ext>
            </a:extLst>
          </p:cNvPr>
          <p:cNvSpPr/>
          <p:nvPr/>
        </p:nvSpPr>
        <p:spPr>
          <a:xfrm flipH="1">
            <a:off x="8433965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1579237B-3312-E467-E580-22B6C3AC1A6B}"/>
              </a:ext>
            </a:extLst>
          </p:cNvPr>
          <p:cNvSpPr/>
          <p:nvPr/>
        </p:nvSpPr>
        <p:spPr>
          <a:xfrm flipH="1">
            <a:off x="9606260" y="3143858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B5B51617-0F1C-A37A-A9DC-8238AA8CF509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E9590FB4-E6EC-5836-1479-AEEAA8A84854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88844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63831" y="3135009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820013" y="14360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0013" y="1436095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544860" y="140874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4860" y="1408740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 w="28575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8575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 w="28575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8575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8575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7" y="2244965"/>
            <a:ext cx="1393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1" y="2251066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63831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949527" y="3142224"/>
                <a:ext cx="1337994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7" y="3142224"/>
                <a:ext cx="1337994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blipFill>
                <a:blip r:embed="rId24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blipFill>
                <a:blip r:embed="rId25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blipFill>
                <a:blip r:embed="rId27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315188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 A: No Queue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597279" y="2232686"/>
            <a:ext cx="0" cy="1428618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31196" y="351037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1196" y="3510377"/>
                <a:ext cx="343043" cy="307777"/>
              </a:xfrm>
              <a:prstGeom prst="rect">
                <a:avLst/>
              </a:prstGeom>
              <a:blipFill>
                <a:blip r:embed="rId29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597279" y="350741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7279" y="350741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blipFill>
                <a:blip r:embed="rId31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blipFill>
                <a:blip r:embed="rId32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blipFill>
                <a:blip r:embed="rId33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732176" y="3225228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76" y="3225228"/>
                <a:ext cx="171457" cy="155620"/>
              </a:xfrm>
              <a:prstGeom prst="rect">
                <a:avLst/>
              </a:prstGeom>
              <a:blipFill>
                <a:blip r:embed="rId34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74214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74214" cy="159083"/>
              </a:xfrm>
              <a:prstGeom prst="rect">
                <a:avLst/>
              </a:prstGeom>
              <a:blipFill>
                <a:blip r:embed="rId36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blipFill>
                <a:blip r:embed="rId37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71009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71009" cy="156774"/>
              </a:xfrm>
              <a:prstGeom prst="rect">
                <a:avLst/>
              </a:prstGeom>
              <a:blipFill>
                <a:blip r:embed="rId38"/>
                <a:stretch>
                  <a:fillRect l="-17857" t="-4000" r="-3571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225959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225959" cy="155620"/>
              </a:xfrm>
              <a:prstGeom prst="rect">
                <a:avLst/>
              </a:prstGeom>
              <a:blipFill>
                <a:blip r:embed="rId39"/>
                <a:stretch>
                  <a:fillRect l="-13514" r="-5405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74214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74214" cy="156389"/>
              </a:xfrm>
              <a:prstGeom prst="rect">
                <a:avLst/>
              </a:prstGeom>
              <a:blipFill>
                <a:blip r:embed="rId40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7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8" y="2926261"/>
                <a:ext cx="171457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8" y="2926261"/>
                <a:ext cx="171457" cy="155299"/>
              </a:xfrm>
              <a:prstGeom prst="rect">
                <a:avLst/>
              </a:prstGeom>
              <a:blipFill>
                <a:blip r:embed="rId41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277">
            <a:extLst>
              <a:ext uri="{FF2B5EF4-FFF2-40B4-BE49-F238E27FC236}">
                <a16:creationId xmlns:a16="http://schemas.microsoft.com/office/drawing/2014/main" id="{673D7CB6-4F18-DA2D-8C0E-CEAFA734230A}"/>
              </a:ext>
            </a:extLst>
          </p:cNvPr>
          <p:cNvCxnSpPr>
            <a:cxnSpLocks/>
          </p:cNvCxnSpPr>
          <p:nvPr/>
        </p:nvCxnSpPr>
        <p:spPr>
          <a:xfrm flipH="1" flipV="1">
            <a:off x="3800284" y="1060964"/>
            <a:ext cx="1346" cy="281191"/>
          </a:xfrm>
          <a:prstGeom prst="line">
            <a:avLst/>
          </a:prstGeom>
          <a:ln w="28575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5099482-D892-725E-88DE-1A478D8FA7F5}"/>
                  </a:ext>
                </a:extLst>
              </p:cNvPr>
              <p:cNvSpPr txBox="1"/>
              <p:nvPr/>
            </p:nvSpPr>
            <p:spPr>
              <a:xfrm>
                <a:off x="3850178" y="1053258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5099482-D892-725E-88DE-1A478D8FA7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0178" y="1053258"/>
                <a:ext cx="174215" cy="155940"/>
              </a:xfrm>
              <a:prstGeom prst="rect">
                <a:avLst/>
              </a:prstGeom>
              <a:blipFill>
                <a:blip r:embed="rId33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277">
            <a:extLst>
              <a:ext uri="{FF2B5EF4-FFF2-40B4-BE49-F238E27FC236}">
                <a16:creationId xmlns:a16="http://schemas.microsoft.com/office/drawing/2014/main" id="{BB760471-82E4-9D30-7A45-E2FA9B8372FE}"/>
              </a:ext>
            </a:extLst>
          </p:cNvPr>
          <p:cNvCxnSpPr>
            <a:cxnSpLocks/>
          </p:cNvCxnSpPr>
          <p:nvPr/>
        </p:nvCxnSpPr>
        <p:spPr>
          <a:xfrm flipH="1" flipV="1">
            <a:off x="5349708" y="1041304"/>
            <a:ext cx="1346" cy="281191"/>
          </a:xfrm>
          <a:prstGeom prst="line">
            <a:avLst/>
          </a:prstGeom>
          <a:ln w="28575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92">
            <a:extLst>
              <a:ext uri="{FF2B5EF4-FFF2-40B4-BE49-F238E27FC236}">
                <a16:creationId xmlns:a16="http://schemas.microsoft.com/office/drawing/2014/main" id="{6CA0FBC2-4ADF-531D-C1DD-0E6EE40710E4}"/>
              </a:ext>
            </a:extLst>
          </p:cNvPr>
          <p:cNvCxnSpPr>
            <a:cxnSpLocks/>
          </p:cNvCxnSpPr>
          <p:nvPr/>
        </p:nvCxnSpPr>
        <p:spPr>
          <a:xfrm flipH="1" flipV="1">
            <a:off x="6890466" y="1073977"/>
            <a:ext cx="1346" cy="281191"/>
          </a:xfrm>
          <a:prstGeom prst="line">
            <a:avLst/>
          </a:prstGeom>
          <a:ln w="28575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310">
            <a:extLst>
              <a:ext uri="{FF2B5EF4-FFF2-40B4-BE49-F238E27FC236}">
                <a16:creationId xmlns:a16="http://schemas.microsoft.com/office/drawing/2014/main" id="{DCDC3F2A-AE06-C15C-B765-069465D1A2F4}"/>
              </a:ext>
            </a:extLst>
          </p:cNvPr>
          <p:cNvCxnSpPr>
            <a:cxnSpLocks/>
          </p:cNvCxnSpPr>
          <p:nvPr/>
        </p:nvCxnSpPr>
        <p:spPr>
          <a:xfrm flipH="1" flipV="1">
            <a:off x="8431927" y="1064114"/>
            <a:ext cx="1346" cy="281191"/>
          </a:xfrm>
          <a:prstGeom prst="line">
            <a:avLst/>
          </a:prstGeom>
          <a:ln w="28575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65">
            <a:extLst>
              <a:ext uri="{FF2B5EF4-FFF2-40B4-BE49-F238E27FC236}">
                <a16:creationId xmlns:a16="http://schemas.microsoft.com/office/drawing/2014/main" id="{63D6D67A-DEE2-0E5F-224E-DC635A9674F3}"/>
              </a:ext>
            </a:extLst>
          </p:cNvPr>
          <p:cNvCxnSpPr>
            <a:cxnSpLocks/>
          </p:cNvCxnSpPr>
          <p:nvPr/>
        </p:nvCxnSpPr>
        <p:spPr>
          <a:xfrm flipH="1" flipV="1">
            <a:off x="9809981" y="106510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60DDB4-DFA6-6635-02DE-601EF57B2AC9}"/>
                  </a:ext>
                </a:extLst>
              </p:cNvPr>
              <p:cNvSpPr txBox="1"/>
              <p:nvPr/>
            </p:nvSpPr>
            <p:spPr>
              <a:xfrm>
                <a:off x="5394688" y="1038684"/>
                <a:ext cx="174214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60DDB4-DFA6-6635-02DE-601EF57B2A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4688" y="1038684"/>
                <a:ext cx="174214" cy="155299"/>
              </a:xfrm>
              <a:prstGeom prst="rect">
                <a:avLst/>
              </a:prstGeom>
              <a:blipFill>
                <a:blip r:embed="rId42"/>
                <a:stretch>
                  <a:fillRect l="-20690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10B0545-1E7E-4FAF-5E95-E16DF9772C8E}"/>
                  </a:ext>
                </a:extLst>
              </p:cNvPr>
              <p:cNvSpPr txBox="1"/>
              <p:nvPr/>
            </p:nvSpPr>
            <p:spPr>
              <a:xfrm>
                <a:off x="6940686" y="1059701"/>
                <a:ext cx="174214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10B0545-1E7E-4FAF-5E95-E16DF9772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0686" y="1059701"/>
                <a:ext cx="174214" cy="156902"/>
              </a:xfrm>
              <a:prstGeom prst="rect">
                <a:avLst/>
              </a:prstGeom>
              <a:blipFill>
                <a:blip r:embed="rId43"/>
                <a:stretch>
                  <a:fillRect l="-21429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69854F4-67EB-9946-DD63-963B3E61D7E7}"/>
                  </a:ext>
                </a:extLst>
              </p:cNvPr>
              <p:cNvSpPr txBox="1"/>
              <p:nvPr/>
            </p:nvSpPr>
            <p:spPr>
              <a:xfrm>
                <a:off x="8466953" y="1045627"/>
                <a:ext cx="174214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69854F4-67EB-9946-DD63-963B3E61D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6953" y="1045627"/>
                <a:ext cx="174214" cy="157031"/>
              </a:xfrm>
              <a:prstGeom prst="rect">
                <a:avLst/>
              </a:prstGeom>
              <a:blipFill>
                <a:blip r:embed="rId44"/>
                <a:stretch>
                  <a:fillRect l="-20690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83516C9-2973-A49A-F86A-A2E2FB309C91}"/>
                  </a:ext>
                </a:extLst>
              </p:cNvPr>
              <p:cNvSpPr txBox="1"/>
              <p:nvPr/>
            </p:nvSpPr>
            <p:spPr>
              <a:xfrm>
                <a:off x="9872415" y="1046775"/>
                <a:ext cx="225959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83516C9-2973-A49A-F86A-A2E2FB309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415" y="1046775"/>
                <a:ext cx="225959" cy="156902"/>
              </a:xfrm>
              <a:prstGeom prst="rect">
                <a:avLst/>
              </a:prstGeom>
              <a:blipFill>
                <a:blip r:embed="rId45"/>
                <a:stretch>
                  <a:fillRect l="-13158" t="-4000" r="-2632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7" y="134808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769">
            <a:extLst>
              <a:ext uri="{FF2B5EF4-FFF2-40B4-BE49-F238E27FC236}">
                <a16:creationId xmlns:a16="http://schemas.microsoft.com/office/drawing/2014/main" id="{14F89469-E199-A4C0-9565-24AF9DECE65D}"/>
              </a:ext>
            </a:extLst>
          </p:cNvPr>
          <p:cNvSpPr/>
          <p:nvPr/>
        </p:nvSpPr>
        <p:spPr>
          <a:xfrm flipH="1">
            <a:off x="5353307" y="3147036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/>
              <p:nvPr/>
            </p:nvSpPr>
            <p:spPr>
              <a:xfrm>
                <a:off x="5517383" y="3225228"/>
                <a:ext cx="174214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383" y="3225228"/>
                <a:ext cx="174214" cy="155299"/>
              </a:xfrm>
              <a:prstGeom prst="rect">
                <a:avLst/>
              </a:prstGeom>
              <a:blipFill>
                <a:blip r:embed="rId4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769">
            <a:extLst>
              <a:ext uri="{FF2B5EF4-FFF2-40B4-BE49-F238E27FC236}">
                <a16:creationId xmlns:a16="http://schemas.microsoft.com/office/drawing/2014/main" id="{028ED6D7-12EC-A8B2-4AFB-5FCD90F1884C}"/>
              </a:ext>
            </a:extLst>
          </p:cNvPr>
          <p:cNvSpPr/>
          <p:nvPr/>
        </p:nvSpPr>
        <p:spPr>
          <a:xfrm flipH="1">
            <a:off x="6088626" y="3143184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/>
              <p:nvPr/>
            </p:nvSpPr>
            <p:spPr>
              <a:xfrm>
                <a:off x="6250134" y="3193794"/>
                <a:ext cx="174214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4" y="3193794"/>
                <a:ext cx="174214" cy="159083"/>
              </a:xfrm>
              <a:prstGeom prst="rect">
                <a:avLst/>
              </a:prstGeom>
              <a:blipFill>
                <a:blip r:embed="rId4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2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74214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74214" cy="155620"/>
              </a:xfrm>
              <a:prstGeom prst="rect">
                <a:avLst/>
              </a:prstGeom>
              <a:blipFill>
                <a:blip r:embed="rId48"/>
                <a:stretch>
                  <a:fillRect l="-20690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769">
            <a:extLst>
              <a:ext uri="{FF2B5EF4-FFF2-40B4-BE49-F238E27FC236}">
                <a16:creationId xmlns:a16="http://schemas.microsoft.com/office/drawing/2014/main" id="{B622B58D-25F4-DDEE-3F7C-0E4C280CC88A}"/>
              </a:ext>
            </a:extLst>
          </p:cNvPr>
          <p:cNvSpPr/>
          <p:nvPr/>
        </p:nvSpPr>
        <p:spPr>
          <a:xfrm flipH="1">
            <a:off x="8412880" y="3150721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/>
              <p:nvPr/>
            </p:nvSpPr>
            <p:spPr>
              <a:xfrm>
                <a:off x="8562716" y="3205872"/>
                <a:ext cx="174214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16" y="3205872"/>
                <a:ext cx="174214" cy="156902"/>
              </a:xfrm>
              <a:prstGeom prst="rect">
                <a:avLst/>
              </a:prstGeom>
              <a:blipFill>
                <a:blip r:embed="rId49"/>
                <a:stretch>
                  <a:fillRect l="-21429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769">
            <a:extLst>
              <a:ext uri="{FF2B5EF4-FFF2-40B4-BE49-F238E27FC236}">
                <a16:creationId xmlns:a16="http://schemas.microsoft.com/office/drawing/2014/main" id="{393F0CB2-05AB-764D-6AAB-1C3F1C020C7C}"/>
              </a:ext>
            </a:extLst>
          </p:cNvPr>
          <p:cNvSpPr/>
          <p:nvPr/>
        </p:nvSpPr>
        <p:spPr>
          <a:xfrm flipH="1">
            <a:off x="9203818" y="3135230"/>
            <a:ext cx="38860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/>
              <p:nvPr/>
            </p:nvSpPr>
            <p:spPr>
              <a:xfrm>
                <a:off x="9340410" y="3224680"/>
                <a:ext cx="171009" cy="15677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10" y="3224680"/>
                <a:ext cx="171009" cy="156774"/>
              </a:xfrm>
              <a:prstGeom prst="rect">
                <a:avLst/>
              </a:prstGeom>
              <a:blipFill>
                <a:blip r:embed="rId50"/>
                <a:stretch>
                  <a:fillRect l="-17857" t="-3846" r="-3571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769">
            <a:extLst>
              <a:ext uri="{FF2B5EF4-FFF2-40B4-BE49-F238E27FC236}">
                <a16:creationId xmlns:a16="http://schemas.microsoft.com/office/drawing/2014/main" id="{D83D863D-1F20-4F7B-28E4-11BB0C116872}"/>
              </a:ext>
            </a:extLst>
          </p:cNvPr>
          <p:cNvSpPr/>
          <p:nvPr/>
        </p:nvSpPr>
        <p:spPr>
          <a:xfrm flipH="1">
            <a:off x="9813518" y="3140010"/>
            <a:ext cx="42109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/>
              <p:nvPr/>
            </p:nvSpPr>
            <p:spPr>
              <a:xfrm>
                <a:off x="9965392" y="3224651"/>
                <a:ext cx="225959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5392" y="3224651"/>
                <a:ext cx="225959" cy="156902"/>
              </a:xfrm>
              <a:prstGeom prst="rect">
                <a:avLst/>
              </a:prstGeom>
              <a:blipFill>
                <a:blip r:embed="rId51"/>
                <a:stretch>
                  <a:fillRect l="-16216" t="-3846" r="-5405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597279" y="2836968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3"/>
                <a:ext cx="174214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3"/>
                <a:ext cx="174214" cy="156389"/>
              </a:xfrm>
              <a:prstGeom prst="rect">
                <a:avLst/>
              </a:prstGeom>
              <a:blipFill>
                <a:blip r:embed="rId5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Connector 28">
            <a:extLst>
              <a:ext uri="{FF2B5EF4-FFF2-40B4-BE49-F238E27FC236}">
                <a16:creationId xmlns:a16="http://schemas.microsoft.com/office/drawing/2014/main" id="{C03B923F-65F7-76D9-2EDD-8483F4A7E41A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3287043" y="4257665"/>
            <a:ext cx="115736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66057" y="4087291"/>
                <a:ext cx="577530" cy="2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057" y="4087291"/>
                <a:ext cx="577530" cy="257891"/>
              </a:xfrm>
              <a:prstGeom prst="rect">
                <a:avLst/>
              </a:prstGeom>
              <a:blipFill>
                <a:blip r:embed="rId53"/>
                <a:stretch>
                  <a:fillRect l="-6316" r="-1053"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blipFill>
                <a:blip r:embed="rId54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49456" y="3889295"/>
                <a:ext cx="139461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9456" y="3889295"/>
                <a:ext cx="139461" cy="736740"/>
              </a:xfrm>
              <a:prstGeom prst="rect">
                <a:avLst/>
              </a:prstGeom>
              <a:blipFill>
                <a:blip r:embed="rId55"/>
                <a:stretch>
                  <a:fillRect l="-30435" r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44407" y="3889295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4407" y="3889295"/>
                <a:ext cx="238848" cy="736740"/>
              </a:xfrm>
              <a:prstGeom prst="rect">
                <a:avLst/>
              </a:prstGeom>
              <a:blipFill>
                <a:blip r:embed="rId56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18091" y="3887391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8091" y="3887391"/>
                <a:ext cx="404726" cy="246221"/>
              </a:xfrm>
              <a:prstGeom prst="rect">
                <a:avLst/>
              </a:prstGeom>
              <a:blipFill>
                <a:blip r:embed="rId57"/>
                <a:stretch>
                  <a:fillRect l="-10606"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Straight Connector 28">
            <a:extLst>
              <a:ext uri="{FF2B5EF4-FFF2-40B4-BE49-F238E27FC236}">
                <a16:creationId xmlns:a16="http://schemas.microsoft.com/office/drawing/2014/main" id="{5E949F02-2CCB-9F0E-4769-DF51476B6913}"/>
              </a:ext>
            </a:extLst>
          </p:cNvPr>
          <p:cNvCxnSpPr>
            <a:cxnSpLocks/>
          </p:cNvCxnSpPr>
          <p:nvPr/>
        </p:nvCxnSpPr>
        <p:spPr>
          <a:xfrm>
            <a:off x="4683129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/>
              <p:nvPr/>
            </p:nvSpPr>
            <p:spPr>
              <a:xfrm>
                <a:off x="4851548" y="3889295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1548" y="3889295"/>
                <a:ext cx="238848" cy="736740"/>
              </a:xfrm>
              <a:prstGeom prst="rect">
                <a:avLst/>
              </a:prstGeom>
              <a:blipFill>
                <a:blip r:embed="rId58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39254" y="3885319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9254" y="3885319"/>
                <a:ext cx="238848" cy="736740"/>
              </a:xfrm>
              <a:prstGeom prst="rect">
                <a:avLst/>
              </a:prstGeom>
              <a:blipFill>
                <a:blip r:embed="rId59"/>
                <a:stretch>
                  <a:fillRect l="-17500" r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/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blipFill>
                <a:blip r:embed="rId60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33842" y="3890949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842" y="3890949"/>
                <a:ext cx="238847" cy="736740"/>
              </a:xfrm>
              <a:prstGeom prst="rect">
                <a:avLst/>
              </a:prstGeom>
              <a:blipFill>
                <a:blip r:embed="rId61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Straight Connector 28">
            <a:extLst>
              <a:ext uri="{FF2B5EF4-FFF2-40B4-BE49-F238E27FC236}">
                <a16:creationId xmlns:a16="http://schemas.microsoft.com/office/drawing/2014/main" id="{C2E13842-9ACF-C380-644F-E6077B2D6C33}"/>
              </a:ext>
            </a:extLst>
          </p:cNvPr>
          <p:cNvCxnSpPr>
            <a:cxnSpLocks/>
          </p:cNvCxnSpPr>
          <p:nvPr/>
        </p:nvCxnSpPr>
        <p:spPr>
          <a:xfrm>
            <a:off x="5081771" y="423480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28">
            <a:extLst>
              <a:ext uri="{FF2B5EF4-FFF2-40B4-BE49-F238E27FC236}">
                <a16:creationId xmlns:a16="http://schemas.microsoft.com/office/drawing/2014/main" id="{D87D1B5B-C4C7-6575-C865-1D95C85EF37C}"/>
              </a:ext>
            </a:extLst>
          </p:cNvPr>
          <p:cNvCxnSpPr>
            <a:cxnSpLocks/>
          </p:cNvCxnSpPr>
          <p:nvPr/>
        </p:nvCxnSpPr>
        <p:spPr>
          <a:xfrm>
            <a:off x="5471231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28">
            <a:extLst>
              <a:ext uri="{FF2B5EF4-FFF2-40B4-BE49-F238E27FC236}">
                <a16:creationId xmlns:a16="http://schemas.microsoft.com/office/drawing/2014/main" id="{94B23D14-2C33-2A36-3266-3D6C4E2C62FE}"/>
              </a:ext>
            </a:extLst>
          </p:cNvPr>
          <p:cNvCxnSpPr>
            <a:cxnSpLocks/>
          </p:cNvCxnSpPr>
          <p:nvPr/>
        </p:nvCxnSpPr>
        <p:spPr>
          <a:xfrm>
            <a:off x="5867273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28">
            <a:extLst>
              <a:ext uri="{FF2B5EF4-FFF2-40B4-BE49-F238E27FC236}">
                <a16:creationId xmlns:a16="http://schemas.microsoft.com/office/drawing/2014/main" id="{50827098-9521-FB10-2646-9F14B049438F}"/>
              </a:ext>
            </a:extLst>
          </p:cNvPr>
          <p:cNvCxnSpPr>
            <a:cxnSpLocks/>
          </p:cNvCxnSpPr>
          <p:nvPr/>
        </p:nvCxnSpPr>
        <p:spPr>
          <a:xfrm>
            <a:off x="6279441" y="4239567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/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blipFill>
                <a:blip r:embed="rId62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Connector 28">
            <a:extLst>
              <a:ext uri="{FF2B5EF4-FFF2-40B4-BE49-F238E27FC236}">
                <a16:creationId xmlns:a16="http://schemas.microsoft.com/office/drawing/2014/main" id="{15C02852-6413-4CAB-5079-E1601C83A9D6}"/>
              </a:ext>
            </a:extLst>
          </p:cNvPr>
          <p:cNvCxnSpPr>
            <a:cxnSpLocks/>
          </p:cNvCxnSpPr>
          <p:nvPr/>
        </p:nvCxnSpPr>
        <p:spPr>
          <a:xfrm>
            <a:off x="6654739" y="425004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797441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3889295"/>
                <a:ext cx="238847" cy="736740"/>
              </a:xfrm>
              <a:prstGeom prst="rect">
                <a:avLst/>
              </a:prstGeom>
              <a:blipFill>
                <a:blip r:embed="rId63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/>
              <p:nvPr/>
            </p:nvSpPr>
            <p:spPr>
              <a:xfrm>
                <a:off x="8317189" y="3889295"/>
                <a:ext cx="338233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7189" y="3889295"/>
                <a:ext cx="338233" cy="736740"/>
              </a:xfrm>
              <a:prstGeom prst="rect">
                <a:avLst/>
              </a:prstGeom>
              <a:blipFill>
                <a:blip r:embed="rId64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/>
              <p:nvPr/>
            </p:nvSpPr>
            <p:spPr>
              <a:xfrm>
                <a:off x="8684406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4406" y="3889295"/>
                <a:ext cx="338234" cy="736740"/>
              </a:xfrm>
              <a:prstGeom prst="rect">
                <a:avLst/>
              </a:prstGeom>
              <a:blipFill>
                <a:blip r:embed="rId65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/>
              <p:nvPr/>
            </p:nvSpPr>
            <p:spPr>
              <a:xfrm>
                <a:off x="9065762" y="3883665"/>
                <a:ext cx="338233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5762" y="3883665"/>
                <a:ext cx="338233" cy="736740"/>
              </a:xfrm>
              <a:prstGeom prst="rect">
                <a:avLst/>
              </a:prstGeom>
              <a:blipFill>
                <a:blip r:embed="rId66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/>
              <p:nvPr/>
            </p:nvSpPr>
            <p:spPr>
              <a:xfrm>
                <a:off x="9421632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632" y="3887641"/>
                <a:ext cx="338234" cy="736740"/>
              </a:xfrm>
              <a:prstGeom prst="rect">
                <a:avLst/>
              </a:prstGeom>
              <a:blipFill>
                <a:blip r:embed="rId67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/>
              <p:nvPr/>
            </p:nvSpPr>
            <p:spPr>
              <a:xfrm>
                <a:off x="9765100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5100" y="3889295"/>
                <a:ext cx="338234" cy="736740"/>
              </a:xfrm>
              <a:prstGeom prst="rect">
                <a:avLst/>
              </a:prstGeom>
              <a:blipFill>
                <a:blip r:embed="rId68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/>
              <p:nvPr/>
            </p:nvSpPr>
            <p:spPr>
              <a:xfrm>
                <a:off x="10112127" y="3887641"/>
                <a:ext cx="338233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2127" y="3887641"/>
                <a:ext cx="338233" cy="736740"/>
              </a:xfrm>
              <a:prstGeom prst="rect">
                <a:avLst/>
              </a:prstGeom>
              <a:blipFill>
                <a:blip r:embed="rId69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/>
              <p:nvPr/>
            </p:nvSpPr>
            <p:spPr>
              <a:xfrm>
                <a:off x="10477899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7899" y="3887641"/>
                <a:ext cx="338234" cy="736740"/>
              </a:xfrm>
              <a:prstGeom prst="rect">
                <a:avLst/>
              </a:prstGeom>
              <a:blipFill>
                <a:blip r:embed="rId70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Connector 28">
            <a:extLst>
              <a:ext uri="{FF2B5EF4-FFF2-40B4-BE49-F238E27FC236}">
                <a16:creationId xmlns:a16="http://schemas.microsoft.com/office/drawing/2014/main" id="{77D717D0-FE7D-0ACE-7785-5C24FB3E47A1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7045585" y="4251315"/>
            <a:ext cx="1271604" cy="635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3302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3083CB-1115-AB7E-006C-90B205ADC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Freeform 42">
            <a:extLst>
              <a:ext uri="{FF2B5EF4-FFF2-40B4-BE49-F238E27FC236}">
                <a16:creationId xmlns:a16="http://schemas.microsoft.com/office/drawing/2014/main" id="{55AD6D5E-9FB4-E5E4-A8B8-1E22AE496547}"/>
              </a:ext>
            </a:extLst>
          </p:cNvPr>
          <p:cNvSpPr/>
          <p:nvPr/>
        </p:nvSpPr>
        <p:spPr>
          <a:xfrm>
            <a:off x="4365234" y="2962441"/>
            <a:ext cx="2291542" cy="2607741"/>
          </a:xfrm>
          <a:custGeom>
            <a:avLst/>
            <a:gdLst>
              <a:gd name="csX0" fmla="*/ 52790 w 1447893"/>
              <a:gd name="csY0" fmla="*/ 94170 h 782876"/>
              <a:gd name="csX1" fmla="*/ 348022 w 1447893"/>
              <a:gd name="csY1" fmla="*/ 32663 h 782876"/>
              <a:gd name="csX2" fmla="*/ 659657 w 1447893"/>
              <a:gd name="csY2" fmla="*/ 16262 h 782876"/>
              <a:gd name="csX3" fmla="*/ 1307527 w 1447893"/>
              <a:gd name="csY3" fmla="*/ 12161 h 782876"/>
              <a:gd name="csX4" fmla="*/ 1438742 w 1447893"/>
              <a:gd name="csY4" fmla="*/ 184380 h 782876"/>
              <a:gd name="csX5" fmla="*/ 1147610 w 1447893"/>
              <a:gd name="csY5" fmla="*/ 512416 h 782876"/>
              <a:gd name="csX6" fmla="*/ 778570 w 1447893"/>
              <a:gd name="csY6" fmla="*/ 762543 h 782876"/>
              <a:gd name="csX7" fmla="*/ 290616 w 1447893"/>
              <a:gd name="csY7" fmla="*/ 758443 h 782876"/>
              <a:gd name="csX8" fmla="*/ 89694 w 1447893"/>
              <a:gd name="csY8" fmla="*/ 680534 h 782876"/>
              <a:gd name="csX9" fmla="*/ 3585 w 1447893"/>
              <a:gd name="csY9" fmla="*/ 368900 h 782876"/>
              <a:gd name="csX10" fmla="*/ 52790 w 1447893"/>
              <a:gd name="csY10" fmla="*/ 94170 h 782876"/>
              <a:gd name="connsiteX0" fmla="*/ 52790 w 1438846"/>
              <a:gd name="connsiteY0" fmla="*/ 79286 h 767992"/>
              <a:gd name="connsiteX1" fmla="*/ 348022 w 1438846"/>
              <a:gd name="connsiteY1" fmla="*/ 17779 h 767992"/>
              <a:gd name="connsiteX2" fmla="*/ 659657 w 1438846"/>
              <a:gd name="connsiteY2" fmla="*/ 1378 h 767992"/>
              <a:gd name="connsiteX3" fmla="*/ 1174370 w 1438846"/>
              <a:gd name="connsiteY3" fmla="*/ 46478 h 767992"/>
              <a:gd name="connsiteX4" fmla="*/ 1438742 w 1438846"/>
              <a:gd name="connsiteY4" fmla="*/ 169496 h 767992"/>
              <a:gd name="connsiteX5" fmla="*/ 1147610 w 1438846"/>
              <a:gd name="connsiteY5" fmla="*/ 497532 h 767992"/>
              <a:gd name="connsiteX6" fmla="*/ 778570 w 1438846"/>
              <a:gd name="connsiteY6" fmla="*/ 747659 h 767992"/>
              <a:gd name="connsiteX7" fmla="*/ 290616 w 1438846"/>
              <a:gd name="connsiteY7" fmla="*/ 743559 h 767992"/>
              <a:gd name="connsiteX8" fmla="*/ 89694 w 1438846"/>
              <a:gd name="connsiteY8" fmla="*/ 665650 h 767992"/>
              <a:gd name="connsiteX9" fmla="*/ 3585 w 1438846"/>
              <a:gd name="connsiteY9" fmla="*/ 354016 h 767992"/>
              <a:gd name="connsiteX10" fmla="*/ 52790 w 1438846"/>
              <a:gd name="connsiteY10" fmla="*/ 79286 h 767992"/>
              <a:gd name="connsiteX0" fmla="*/ 52790 w 1241854"/>
              <a:gd name="connsiteY0" fmla="*/ 79286 h 767992"/>
              <a:gd name="connsiteX1" fmla="*/ 348022 w 1241854"/>
              <a:gd name="connsiteY1" fmla="*/ 17779 h 767992"/>
              <a:gd name="connsiteX2" fmla="*/ 659657 w 1241854"/>
              <a:gd name="connsiteY2" fmla="*/ 1378 h 767992"/>
              <a:gd name="connsiteX3" fmla="*/ 1174370 w 1241854"/>
              <a:gd name="connsiteY3" fmla="*/ 46478 h 767992"/>
              <a:gd name="connsiteX4" fmla="*/ 1232954 w 1241854"/>
              <a:gd name="connsiteY4" fmla="*/ 159366 h 767992"/>
              <a:gd name="connsiteX5" fmla="*/ 1147610 w 1241854"/>
              <a:gd name="connsiteY5" fmla="*/ 497532 h 767992"/>
              <a:gd name="connsiteX6" fmla="*/ 778570 w 1241854"/>
              <a:gd name="connsiteY6" fmla="*/ 747659 h 767992"/>
              <a:gd name="connsiteX7" fmla="*/ 290616 w 1241854"/>
              <a:gd name="connsiteY7" fmla="*/ 743559 h 767992"/>
              <a:gd name="connsiteX8" fmla="*/ 89694 w 1241854"/>
              <a:gd name="connsiteY8" fmla="*/ 665650 h 767992"/>
              <a:gd name="connsiteX9" fmla="*/ 3585 w 1241854"/>
              <a:gd name="connsiteY9" fmla="*/ 354016 h 767992"/>
              <a:gd name="connsiteX10" fmla="*/ 52790 w 1241854"/>
              <a:gd name="connsiteY10" fmla="*/ 79286 h 767992"/>
              <a:gd name="connsiteX0" fmla="*/ 52790 w 1239246"/>
              <a:gd name="connsiteY0" fmla="*/ 80927 h 769633"/>
              <a:gd name="connsiteX1" fmla="*/ 348022 w 1239246"/>
              <a:gd name="connsiteY1" fmla="*/ 19420 h 769633"/>
              <a:gd name="connsiteX2" fmla="*/ 659657 w 1239246"/>
              <a:gd name="connsiteY2" fmla="*/ 3019 h 769633"/>
              <a:gd name="connsiteX3" fmla="*/ 1024265 w 1239246"/>
              <a:gd name="connsiteY3" fmla="*/ 72719 h 769633"/>
              <a:gd name="connsiteX4" fmla="*/ 1232954 w 1239246"/>
              <a:gd name="connsiteY4" fmla="*/ 161007 h 769633"/>
              <a:gd name="connsiteX5" fmla="*/ 1147610 w 1239246"/>
              <a:gd name="connsiteY5" fmla="*/ 499173 h 769633"/>
              <a:gd name="connsiteX6" fmla="*/ 778570 w 1239246"/>
              <a:gd name="connsiteY6" fmla="*/ 749300 h 769633"/>
              <a:gd name="connsiteX7" fmla="*/ 290616 w 1239246"/>
              <a:gd name="connsiteY7" fmla="*/ 745200 h 769633"/>
              <a:gd name="connsiteX8" fmla="*/ 89694 w 1239246"/>
              <a:gd name="connsiteY8" fmla="*/ 667291 h 769633"/>
              <a:gd name="connsiteX9" fmla="*/ 3585 w 1239246"/>
              <a:gd name="connsiteY9" fmla="*/ 355657 h 769633"/>
              <a:gd name="connsiteX10" fmla="*/ 52790 w 1239246"/>
              <a:gd name="connsiteY10" fmla="*/ 80927 h 769633"/>
              <a:gd name="connsiteX0" fmla="*/ 52790 w 1182454"/>
              <a:gd name="connsiteY0" fmla="*/ 80927 h 769633"/>
              <a:gd name="connsiteX1" fmla="*/ 348022 w 1182454"/>
              <a:gd name="connsiteY1" fmla="*/ 19420 h 769633"/>
              <a:gd name="connsiteX2" fmla="*/ 659657 w 1182454"/>
              <a:gd name="connsiteY2" fmla="*/ 3019 h 769633"/>
              <a:gd name="connsiteX3" fmla="*/ 1024265 w 1182454"/>
              <a:gd name="connsiteY3" fmla="*/ 72719 h 769633"/>
              <a:gd name="connsiteX4" fmla="*/ 1153060 w 1182454"/>
              <a:gd name="connsiteY4" fmla="*/ 200078 h 769633"/>
              <a:gd name="connsiteX5" fmla="*/ 1147610 w 1182454"/>
              <a:gd name="connsiteY5" fmla="*/ 499173 h 769633"/>
              <a:gd name="connsiteX6" fmla="*/ 778570 w 1182454"/>
              <a:gd name="connsiteY6" fmla="*/ 749300 h 769633"/>
              <a:gd name="connsiteX7" fmla="*/ 290616 w 1182454"/>
              <a:gd name="connsiteY7" fmla="*/ 745200 h 769633"/>
              <a:gd name="connsiteX8" fmla="*/ 89694 w 1182454"/>
              <a:gd name="connsiteY8" fmla="*/ 667291 h 769633"/>
              <a:gd name="connsiteX9" fmla="*/ 3585 w 1182454"/>
              <a:gd name="connsiteY9" fmla="*/ 355657 h 769633"/>
              <a:gd name="connsiteX10" fmla="*/ 52790 w 1182454"/>
              <a:gd name="connsiteY10" fmla="*/ 80927 h 769633"/>
              <a:gd name="connsiteX0" fmla="*/ 52790 w 1181254"/>
              <a:gd name="connsiteY0" fmla="*/ 80927 h 792992"/>
              <a:gd name="connsiteX1" fmla="*/ 348022 w 1181254"/>
              <a:gd name="connsiteY1" fmla="*/ 19420 h 792992"/>
              <a:gd name="connsiteX2" fmla="*/ 659657 w 1181254"/>
              <a:gd name="connsiteY2" fmla="*/ 3019 h 792992"/>
              <a:gd name="connsiteX3" fmla="*/ 1024265 w 1181254"/>
              <a:gd name="connsiteY3" fmla="*/ 72719 h 792992"/>
              <a:gd name="connsiteX4" fmla="*/ 1153060 w 1181254"/>
              <a:gd name="connsiteY4" fmla="*/ 200078 h 792992"/>
              <a:gd name="connsiteX5" fmla="*/ 1147610 w 1181254"/>
              <a:gd name="connsiteY5" fmla="*/ 499173 h 792992"/>
              <a:gd name="connsiteX6" fmla="*/ 795518 w 1181254"/>
              <a:gd name="connsiteY6" fmla="*/ 778242 h 792992"/>
              <a:gd name="connsiteX7" fmla="*/ 290616 w 1181254"/>
              <a:gd name="connsiteY7" fmla="*/ 745200 h 792992"/>
              <a:gd name="connsiteX8" fmla="*/ 89694 w 1181254"/>
              <a:gd name="connsiteY8" fmla="*/ 667291 h 792992"/>
              <a:gd name="connsiteX9" fmla="*/ 3585 w 1181254"/>
              <a:gd name="connsiteY9" fmla="*/ 355657 h 792992"/>
              <a:gd name="connsiteX10" fmla="*/ 52790 w 1181254"/>
              <a:gd name="connsiteY10" fmla="*/ 80927 h 792992"/>
              <a:gd name="connsiteX0" fmla="*/ 52790 w 1181254"/>
              <a:gd name="connsiteY0" fmla="*/ 80927 h 789950"/>
              <a:gd name="connsiteX1" fmla="*/ 348022 w 1181254"/>
              <a:gd name="connsiteY1" fmla="*/ 19420 h 789950"/>
              <a:gd name="connsiteX2" fmla="*/ 659657 w 1181254"/>
              <a:gd name="connsiteY2" fmla="*/ 3019 h 789950"/>
              <a:gd name="connsiteX3" fmla="*/ 1024265 w 1181254"/>
              <a:gd name="connsiteY3" fmla="*/ 72719 h 789950"/>
              <a:gd name="connsiteX4" fmla="*/ 1153060 w 1181254"/>
              <a:gd name="connsiteY4" fmla="*/ 200078 h 789950"/>
              <a:gd name="connsiteX5" fmla="*/ 1147610 w 1181254"/>
              <a:gd name="connsiteY5" fmla="*/ 499173 h 789950"/>
              <a:gd name="connsiteX6" fmla="*/ 795518 w 1181254"/>
              <a:gd name="connsiteY6" fmla="*/ 778242 h 789950"/>
              <a:gd name="connsiteX7" fmla="*/ 290616 w 1181254"/>
              <a:gd name="connsiteY7" fmla="*/ 730729 h 789950"/>
              <a:gd name="connsiteX8" fmla="*/ 89694 w 1181254"/>
              <a:gd name="connsiteY8" fmla="*/ 667291 h 789950"/>
              <a:gd name="connsiteX9" fmla="*/ 3585 w 1181254"/>
              <a:gd name="connsiteY9" fmla="*/ 355657 h 789950"/>
              <a:gd name="connsiteX10" fmla="*/ 52790 w 1181254"/>
              <a:gd name="connsiteY10" fmla="*/ 80927 h 789950"/>
              <a:gd name="connsiteX0" fmla="*/ 55887 w 1184351"/>
              <a:gd name="connsiteY0" fmla="*/ 80927 h 790940"/>
              <a:gd name="connsiteX1" fmla="*/ 351119 w 1184351"/>
              <a:gd name="connsiteY1" fmla="*/ 19420 h 790940"/>
              <a:gd name="connsiteX2" fmla="*/ 662754 w 1184351"/>
              <a:gd name="connsiteY2" fmla="*/ 3019 h 790940"/>
              <a:gd name="connsiteX3" fmla="*/ 1027362 w 1184351"/>
              <a:gd name="connsiteY3" fmla="*/ 72719 h 790940"/>
              <a:gd name="connsiteX4" fmla="*/ 1156157 w 1184351"/>
              <a:gd name="connsiteY4" fmla="*/ 200078 h 790940"/>
              <a:gd name="connsiteX5" fmla="*/ 1150707 w 1184351"/>
              <a:gd name="connsiteY5" fmla="*/ 499173 h 790940"/>
              <a:gd name="connsiteX6" fmla="*/ 798615 w 1184351"/>
              <a:gd name="connsiteY6" fmla="*/ 778242 h 790940"/>
              <a:gd name="connsiteX7" fmla="*/ 293713 w 1184351"/>
              <a:gd name="connsiteY7" fmla="*/ 730729 h 790940"/>
              <a:gd name="connsiteX8" fmla="*/ 143633 w 1184351"/>
              <a:gd name="connsiteY8" fmla="*/ 616643 h 790940"/>
              <a:gd name="connsiteX9" fmla="*/ 6682 w 1184351"/>
              <a:gd name="connsiteY9" fmla="*/ 355657 h 790940"/>
              <a:gd name="connsiteX10" fmla="*/ 55887 w 1184351"/>
              <a:gd name="connsiteY10" fmla="*/ 80927 h 790940"/>
              <a:gd name="connsiteX0" fmla="*/ 54413 w 1182877"/>
              <a:gd name="connsiteY0" fmla="*/ 86066 h 796079"/>
              <a:gd name="connsiteX1" fmla="*/ 291540 w 1182877"/>
              <a:gd name="connsiteY1" fmla="*/ 10088 h 796079"/>
              <a:gd name="connsiteX2" fmla="*/ 661280 w 1182877"/>
              <a:gd name="connsiteY2" fmla="*/ 8158 h 796079"/>
              <a:gd name="connsiteX3" fmla="*/ 1025888 w 1182877"/>
              <a:gd name="connsiteY3" fmla="*/ 77858 h 796079"/>
              <a:gd name="connsiteX4" fmla="*/ 1154683 w 1182877"/>
              <a:gd name="connsiteY4" fmla="*/ 205217 h 796079"/>
              <a:gd name="connsiteX5" fmla="*/ 1149233 w 1182877"/>
              <a:gd name="connsiteY5" fmla="*/ 504312 h 796079"/>
              <a:gd name="connsiteX6" fmla="*/ 797141 w 1182877"/>
              <a:gd name="connsiteY6" fmla="*/ 783381 h 796079"/>
              <a:gd name="connsiteX7" fmla="*/ 292239 w 1182877"/>
              <a:gd name="connsiteY7" fmla="*/ 735868 h 796079"/>
              <a:gd name="connsiteX8" fmla="*/ 142159 w 1182877"/>
              <a:gd name="connsiteY8" fmla="*/ 621782 h 796079"/>
              <a:gd name="connsiteX9" fmla="*/ 5208 w 1182877"/>
              <a:gd name="connsiteY9" fmla="*/ 360796 h 796079"/>
              <a:gd name="connsiteX10" fmla="*/ 54413 w 1182877"/>
              <a:gd name="connsiteY10" fmla="*/ 86066 h 796079"/>
              <a:gd name="connsiteX0" fmla="*/ 54413 w 1154984"/>
              <a:gd name="connsiteY0" fmla="*/ 86066 h 792365"/>
              <a:gd name="connsiteX1" fmla="*/ 291540 w 1154984"/>
              <a:gd name="connsiteY1" fmla="*/ 10088 h 792365"/>
              <a:gd name="connsiteX2" fmla="*/ 661280 w 1154984"/>
              <a:gd name="connsiteY2" fmla="*/ 8158 h 792365"/>
              <a:gd name="connsiteX3" fmla="*/ 1025888 w 1154984"/>
              <a:gd name="connsiteY3" fmla="*/ 77858 h 792365"/>
              <a:gd name="connsiteX4" fmla="*/ 1154683 w 1154984"/>
              <a:gd name="connsiteY4" fmla="*/ 205217 h 792365"/>
              <a:gd name="connsiteX5" fmla="*/ 997514 w 1154984"/>
              <a:gd name="connsiteY5" fmla="*/ 559301 h 792365"/>
              <a:gd name="connsiteX6" fmla="*/ 797141 w 1154984"/>
              <a:gd name="connsiteY6" fmla="*/ 783381 h 792365"/>
              <a:gd name="connsiteX7" fmla="*/ 292239 w 1154984"/>
              <a:gd name="connsiteY7" fmla="*/ 735868 h 792365"/>
              <a:gd name="connsiteX8" fmla="*/ 142159 w 1154984"/>
              <a:gd name="connsiteY8" fmla="*/ 621782 h 792365"/>
              <a:gd name="connsiteX9" fmla="*/ 5208 w 1154984"/>
              <a:gd name="connsiteY9" fmla="*/ 360796 h 792365"/>
              <a:gd name="connsiteX10" fmla="*/ 54413 w 1154984"/>
              <a:gd name="connsiteY10" fmla="*/ 86066 h 792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54984" h="792365">
                <a:moveTo>
                  <a:pt x="54413" y="86066"/>
                </a:moveTo>
                <a:cubicBezTo>
                  <a:pt x="102135" y="27615"/>
                  <a:pt x="190396" y="23073"/>
                  <a:pt x="291540" y="10088"/>
                </a:cubicBezTo>
                <a:cubicBezTo>
                  <a:pt x="392685" y="-2897"/>
                  <a:pt x="538889" y="-3137"/>
                  <a:pt x="661280" y="8158"/>
                </a:cubicBezTo>
                <a:cubicBezTo>
                  <a:pt x="783671" y="19453"/>
                  <a:pt x="943654" y="45015"/>
                  <a:pt x="1025888" y="77858"/>
                </a:cubicBezTo>
                <a:cubicBezTo>
                  <a:pt x="1108122" y="110701"/>
                  <a:pt x="1159412" y="124977"/>
                  <a:pt x="1154683" y="205217"/>
                </a:cubicBezTo>
                <a:cubicBezTo>
                  <a:pt x="1149954" y="285457"/>
                  <a:pt x="1057104" y="462940"/>
                  <a:pt x="997514" y="559301"/>
                </a:cubicBezTo>
                <a:cubicBezTo>
                  <a:pt x="937924" y="655662"/>
                  <a:pt x="914687" y="753953"/>
                  <a:pt x="797141" y="783381"/>
                </a:cubicBezTo>
                <a:cubicBezTo>
                  <a:pt x="679595" y="812809"/>
                  <a:pt x="401403" y="762801"/>
                  <a:pt x="292239" y="735868"/>
                </a:cubicBezTo>
                <a:cubicBezTo>
                  <a:pt x="183075" y="708935"/>
                  <a:pt x="189998" y="686706"/>
                  <a:pt x="142159" y="621782"/>
                </a:cubicBezTo>
                <a:cubicBezTo>
                  <a:pt x="94320" y="556858"/>
                  <a:pt x="19832" y="450082"/>
                  <a:pt x="5208" y="360796"/>
                </a:cubicBezTo>
                <a:cubicBezTo>
                  <a:pt x="-9416" y="271510"/>
                  <a:pt x="6691" y="144517"/>
                  <a:pt x="54413" y="86066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CC1445-E7CF-6289-FB4E-7606C911B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0" y="3521202"/>
            <a:ext cx="3248406" cy="3030636"/>
          </a:xfrm>
          <a:prstGeom prst="rect">
            <a:avLst/>
          </a:prstGeom>
        </p:spPr>
      </p:pic>
      <p:sp>
        <p:nvSpPr>
          <p:cNvPr id="29" name="Freeform 28">
            <a:extLst>
              <a:ext uri="{FF2B5EF4-FFF2-40B4-BE49-F238E27FC236}">
                <a16:creationId xmlns:a16="http://schemas.microsoft.com/office/drawing/2014/main" id="{CDC23E42-0314-82D5-360B-1C6DEBE254E0}"/>
              </a:ext>
            </a:extLst>
          </p:cNvPr>
          <p:cNvSpPr/>
          <p:nvPr/>
        </p:nvSpPr>
        <p:spPr>
          <a:xfrm>
            <a:off x="4654864" y="3112029"/>
            <a:ext cx="713928" cy="201191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118AF68-1801-B382-2A4F-023AC9B00603}"/>
              </a:ext>
            </a:extLst>
          </p:cNvPr>
          <p:cNvCxnSpPr>
            <a:cxnSpLocks/>
          </p:cNvCxnSpPr>
          <p:nvPr/>
        </p:nvCxnSpPr>
        <p:spPr>
          <a:xfrm>
            <a:off x="5381380" y="3245542"/>
            <a:ext cx="238684" cy="80285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7D3F9E4-FADB-34C5-AE81-84C2E6B5A60D}"/>
              </a:ext>
            </a:extLst>
          </p:cNvPr>
          <p:cNvSpPr txBox="1"/>
          <p:nvPr/>
        </p:nvSpPr>
        <p:spPr>
          <a:xfrm>
            <a:off x="5332744" y="3064965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000" dirty="0"/>
              <a:t>TRUE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E4F57BD-B1A5-F19B-1A4C-B6E23DFE8BA6}"/>
              </a:ext>
            </a:extLst>
          </p:cNvPr>
          <p:cNvSpPr txBox="1"/>
          <p:nvPr/>
        </p:nvSpPr>
        <p:spPr>
          <a:xfrm>
            <a:off x="5578942" y="3263702"/>
            <a:ext cx="83067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/>
              <a:t>Execute </a:t>
            </a:r>
            <a:r>
              <a:rPr lang="en-US" sz="600" b="1" dirty="0" err="1"/>
              <a:t>tau_LiDAR</a:t>
            </a:r>
            <a:r>
              <a:rPr lang="en-US" sz="600" b="1" dirty="0"/>
              <a:t>()</a:t>
            </a:r>
            <a:endParaRPr lang="en-RU" sz="600" b="1" dirty="0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764A85B4-5574-A264-BC04-D4DE8377CF8A}"/>
              </a:ext>
            </a:extLst>
          </p:cNvPr>
          <p:cNvSpPr/>
          <p:nvPr/>
        </p:nvSpPr>
        <p:spPr>
          <a:xfrm>
            <a:off x="5627325" y="3247177"/>
            <a:ext cx="713928" cy="201191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BE45F3F-8035-1676-3A80-B7F812B9E13A}"/>
                  </a:ext>
                </a:extLst>
              </p:cNvPr>
              <p:cNvSpPr txBox="1"/>
              <p:nvPr/>
            </p:nvSpPr>
            <p:spPr>
              <a:xfrm>
                <a:off x="4834985" y="2742263"/>
                <a:ext cx="84196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RU" sz="800" dirty="0"/>
                  <a:t>1. </a:t>
                </a:r>
                <a:r>
                  <a:rPr lang="en-RU" sz="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Check</a:t>
                </a:r>
                <a:r>
                  <a:rPr lang="en-US" sz="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𝐿𝑖𝐷𝐴𝑅</m:t>
                        </m:r>
                      </m:sub>
                    </m:sSub>
                  </m:oMath>
                </a14:m>
                <a:endParaRPr lang="en-RU" sz="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BE45F3F-8035-1676-3A80-B7F812B9E1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4985" y="2742263"/>
                <a:ext cx="841962" cy="215444"/>
              </a:xfrm>
              <a:prstGeom prst="rect">
                <a:avLst/>
              </a:prstGeom>
              <a:blipFill>
                <a:blip r:embed="rId3"/>
                <a:stretch>
                  <a:fillRect b="-1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D802059-AAF1-42F7-1DD5-B24D73CD02AC}"/>
              </a:ext>
            </a:extLst>
          </p:cNvPr>
          <p:cNvCxnSpPr>
            <a:cxnSpLocks/>
          </p:cNvCxnSpPr>
          <p:nvPr/>
        </p:nvCxnSpPr>
        <p:spPr>
          <a:xfrm>
            <a:off x="5501266" y="3935076"/>
            <a:ext cx="352782" cy="0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Freeform 66">
            <a:extLst>
              <a:ext uri="{FF2B5EF4-FFF2-40B4-BE49-F238E27FC236}">
                <a16:creationId xmlns:a16="http://schemas.microsoft.com/office/drawing/2014/main" id="{CD846D68-5D05-B58E-DAC6-2598FEE3AC4C}"/>
              </a:ext>
            </a:extLst>
          </p:cNvPr>
          <p:cNvSpPr/>
          <p:nvPr/>
        </p:nvSpPr>
        <p:spPr>
          <a:xfrm>
            <a:off x="5081975" y="2909137"/>
            <a:ext cx="2963490" cy="1238859"/>
          </a:xfrm>
          <a:custGeom>
            <a:avLst/>
            <a:gdLst>
              <a:gd name="csX0" fmla="*/ 0 w 419100"/>
              <a:gd name="csY0" fmla="*/ 737 h 857987"/>
              <a:gd name="csX1" fmla="*/ 317500 w 419100"/>
              <a:gd name="csY1" fmla="*/ 64237 h 857987"/>
              <a:gd name="csX2" fmla="*/ 400050 w 419100"/>
              <a:gd name="csY2" fmla="*/ 407137 h 857987"/>
              <a:gd name="csX3" fmla="*/ 406400 w 419100"/>
              <a:gd name="csY3" fmla="*/ 616687 h 857987"/>
              <a:gd name="csX4" fmla="*/ 419100 w 419100"/>
              <a:gd name="csY4" fmla="*/ 857987 h 857987"/>
              <a:gd name="connsiteX0" fmla="*/ 0 w 419100"/>
              <a:gd name="connsiteY0" fmla="*/ 365 h 857615"/>
              <a:gd name="connsiteX1" fmla="*/ 317500 w 419100"/>
              <a:gd name="connsiteY1" fmla="*/ 63865 h 857615"/>
              <a:gd name="connsiteX2" fmla="*/ 407141 w 419100"/>
              <a:gd name="connsiteY2" fmla="*/ 361913 h 857615"/>
              <a:gd name="connsiteX3" fmla="*/ 406400 w 419100"/>
              <a:gd name="connsiteY3" fmla="*/ 616315 h 857615"/>
              <a:gd name="connsiteX4" fmla="*/ 419100 w 419100"/>
              <a:gd name="connsiteY4" fmla="*/ 857615 h 857615"/>
              <a:gd name="connsiteX0" fmla="*/ 0 w 422592"/>
              <a:gd name="connsiteY0" fmla="*/ 365 h 857615"/>
              <a:gd name="connsiteX1" fmla="*/ 317500 w 422592"/>
              <a:gd name="connsiteY1" fmla="*/ 63865 h 857615"/>
              <a:gd name="connsiteX2" fmla="*/ 407141 w 422592"/>
              <a:gd name="connsiteY2" fmla="*/ 361913 h 857615"/>
              <a:gd name="connsiteX3" fmla="*/ 422000 w 422592"/>
              <a:gd name="connsiteY3" fmla="*/ 649954 h 857615"/>
              <a:gd name="connsiteX4" fmla="*/ 419100 w 422592"/>
              <a:gd name="connsiteY4" fmla="*/ 857615 h 857615"/>
              <a:gd name="connsiteX0" fmla="*/ 0 w 429507"/>
              <a:gd name="connsiteY0" fmla="*/ 89148 h 946398"/>
              <a:gd name="connsiteX1" fmla="*/ 171734 w 429507"/>
              <a:gd name="connsiteY1" fmla="*/ 15788 h 946398"/>
              <a:gd name="connsiteX2" fmla="*/ 407141 w 429507"/>
              <a:gd name="connsiteY2" fmla="*/ 450696 h 946398"/>
              <a:gd name="connsiteX3" fmla="*/ 422000 w 429507"/>
              <a:gd name="connsiteY3" fmla="*/ 738737 h 946398"/>
              <a:gd name="connsiteX4" fmla="*/ 419100 w 429507"/>
              <a:gd name="connsiteY4" fmla="*/ 946398 h 946398"/>
              <a:gd name="connsiteX0" fmla="*/ 0 w 404201"/>
              <a:gd name="connsiteY0" fmla="*/ 115872 h 942328"/>
              <a:gd name="connsiteX1" fmla="*/ 146428 w 404201"/>
              <a:gd name="connsiteY1" fmla="*/ 11718 h 942328"/>
              <a:gd name="connsiteX2" fmla="*/ 381835 w 404201"/>
              <a:gd name="connsiteY2" fmla="*/ 446626 h 942328"/>
              <a:gd name="connsiteX3" fmla="*/ 396694 w 404201"/>
              <a:gd name="connsiteY3" fmla="*/ 734667 h 942328"/>
              <a:gd name="connsiteX4" fmla="*/ 393794 w 404201"/>
              <a:gd name="connsiteY4" fmla="*/ 942328 h 942328"/>
              <a:gd name="connsiteX0" fmla="*/ 0 w 404201"/>
              <a:gd name="connsiteY0" fmla="*/ 129001 h 955457"/>
              <a:gd name="connsiteX1" fmla="*/ 146428 w 404201"/>
              <a:gd name="connsiteY1" fmla="*/ 24847 h 955457"/>
              <a:gd name="connsiteX2" fmla="*/ 381835 w 404201"/>
              <a:gd name="connsiteY2" fmla="*/ 459755 h 955457"/>
              <a:gd name="connsiteX3" fmla="*/ 396694 w 404201"/>
              <a:gd name="connsiteY3" fmla="*/ 747796 h 955457"/>
              <a:gd name="connsiteX4" fmla="*/ 393794 w 404201"/>
              <a:gd name="connsiteY4" fmla="*/ 955457 h 955457"/>
              <a:gd name="connsiteX0" fmla="*/ 0 w 462912"/>
              <a:gd name="connsiteY0" fmla="*/ 126597 h 956474"/>
              <a:gd name="connsiteX1" fmla="*/ 205139 w 462912"/>
              <a:gd name="connsiteY1" fmla="*/ 25864 h 956474"/>
              <a:gd name="connsiteX2" fmla="*/ 440546 w 462912"/>
              <a:gd name="connsiteY2" fmla="*/ 460772 h 956474"/>
              <a:gd name="connsiteX3" fmla="*/ 455405 w 462912"/>
              <a:gd name="connsiteY3" fmla="*/ 748813 h 956474"/>
              <a:gd name="connsiteX4" fmla="*/ 452505 w 462912"/>
              <a:gd name="connsiteY4" fmla="*/ 956474 h 956474"/>
              <a:gd name="connsiteX0" fmla="*/ 0 w 472865"/>
              <a:gd name="connsiteY0" fmla="*/ 126597 h 956474"/>
              <a:gd name="connsiteX1" fmla="*/ 205139 w 472865"/>
              <a:gd name="connsiteY1" fmla="*/ 25864 h 956474"/>
              <a:gd name="connsiteX2" fmla="*/ 440546 w 472865"/>
              <a:gd name="connsiteY2" fmla="*/ 460772 h 956474"/>
              <a:gd name="connsiteX3" fmla="*/ 472614 w 472865"/>
              <a:gd name="connsiteY3" fmla="*/ 752234 h 956474"/>
              <a:gd name="connsiteX4" fmla="*/ 452505 w 472865"/>
              <a:gd name="connsiteY4" fmla="*/ 956474 h 956474"/>
              <a:gd name="connsiteX0" fmla="*/ 0 w 464336"/>
              <a:gd name="connsiteY0" fmla="*/ 126597 h 956474"/>
              <a:gd name="connsiteX1" fmla="*/ 205139 w 464336"/>
              <a:gd name="connsiteY1" fmla="*/ 25864 h 956474"/>
              <a:gd name="connsiteX2" fmla="*/ 440546 w 464336"/>
              <a:gd name="connsiteY2" fmla="*/ 460772 h 956474"/>
              <a:gd name="connsiteX3" fmla="*/ 458442 w 464336"/>
              <a:gd name="connsiteY3" fmla="*/ 694069 h 956474"/>
              <a:gd name="connsiteX4" fmla="*/ 452505 w 464336"/>
              <a:gd name="connsiteY4" fmla="*/ 956474 h 956474"/>
              <a:gd name="connsiteX0" fmla="*/ 0 w 467931"/>
              <a:gd name="connsiteY0" fmla="*/ 126597 h 956474"/>
              <a:gd name="connsiteX1" fmla="*/ 205139 w 467931"/>
              <a:gd name="connsiteY1" fmla="*/ 25864 h 956474"/>
              <a:gd name="connsiteX2" fmla="*/ 440546 w 467931"/>
              <a:gd name="connsiteY2" fmla="*/ 460772 h 956474"/>
              <a:gd name="connsiteX3" fmla="*/ 458442 w 467931"/>
              <a:gd name="connsiteY3" fmla="*/ 694069 h 956474"/>
              <a:gd name="connsiteX4" fmla="*/ 452505 w 467931"/>
              <a:gd name="connsiteY4" fmla="*/ 956474 h 956474"/>
              <a:gd name="connsiteX0" fmla="*/ 0 w 467931"/>
              <a:gd name="connsiteY0" fmla="*/ 126597 h 956474"/>
              <a:gd name="connsiteX1" fmla="*/ 205139 w 467931"/>
              <a:gd name="connsiteY1" fmla="*/ 25864 h 956474"/>
              <a:gd name="connsiteX2" fmla="*/ 440546 w 467931"/>
              <a:gd name="connsiteY2" fmla="*/ 460772 h 956474"/>
              <a:gd name="connsiteX3" fmla="*/ 458442 w 467931"/>
              <a:gd name="connsiteY3" fmla="*/ 694069 h 956474"/>
              <a:gd name="connsiteX4" fmla="*/ 452505 w 467931"/>
              <a:gd name="connsiteY4" fmla="*/ 956474 h 956474"/>
              <a:gd name="connsiteX0" fmla="*/ 0 w 473644"/>
              <a:gd name="connsiteY0" fmla="*/ 126597 h 956474"/>
              <a:gd name="connsiteX1" fmla="*/ 205139 w 473644"/>
              <a:gd name="connsiteY1" fmla="*/ 25864 h 956474"/>
              <a:gd name="connsiteX2" fmla="*/ 440546 w 473644"/>
              <a:gd name="connsiteY2" fmla="*/ 460772 h 956474"/>
              <a:gd name="connsiteX3" fmla="*/ 467552 w 473644"/>
              <a:gd name="connsiteY3" fmla="*/ 694069 h 956474"/>
              <a:gd name="connsiteX4" fmla="*/ 452505 w 473644"/>
              <a:gd name="connsiteY4" fmla="*/ 956474 h 956474"/>
              <a:gd name="connsiteX0" fmla="*/ 0 w 468215"/>
              <a:gd name="connsiteY0" fmla="*/ 119282 h 949159"/>
              <a:gd name="connsiteX1" fmla="*/ 205139 w 468215"/>
              <a:gd name="connsiteY1" fmla="*/ 18549 h 949159"/>
              <a:gd name="connsiteX2" fmla="*/ 381835 w 468215"/>
              <a:gd name="connsiteY2" fmla="*/ 354233 h 949159"/>
              <a:gd name="connsiteX3" fmla="*/ 467552 w 468215"/>
              <a:gd name="connsiteY3" fmla="*/ 686754 h 949159"/>
              <a:gd name="connsiteX4" fmla="*/ 452505 w 46821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2505" h="949159">
                <a:moveTo>
                  <a:pt x="0" y="119282"/>
                </a:moveTo>
                <a:cubicBezTo>
                  <a:pt x="108203" y="-2588"/>
                  <a:pt x="141500" y="-20609"/>
                  <a:pt x="205139" y="18549"/>
                </a:cubicBezTo>
                <a:cubicBezTo>
                  <a:pt x="268778" y="57707"/>
                  <a:pt x="341811" y="244006"/>
                  <a:pt x="381835" y="354233"/>
                </a:cubicBezTo>
                <a:cubicBezTo>
                  <a:pt x="421859" y="464460"/>
                  <a:pt x="432997" y="587662"/>
                  <a:pt x="445282" y="679911"/>
                </a:cubicBezTo>
                <a:cubicBezTo>
                  <a:pt x="450482" y="755053"/>
                  <a:pt x="447742" y="866080"/>
                  <a:pt x="452505" y="949159"/>
                </a:cubicBezTo>
              </a:path>
            </a:pathLst>
          </a:custGeom>
          <a:noFill/>
          <a:ln>
            <a:solidFill>
              <a:srgbClr val="C00000"/>
            </a:solidFill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18437D3-53D4-0222-777B-673DAB5C32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646" y="154553"/>
            <a:ext cx="6435183" cy="25638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4D3E314-CDE8-1A04-67DE-AA8D8BC673D7}"/>
                  </a:ext>
                </a:extLst>
              </p:cNvPr>
              <p:cNvSpPr txBox="1"/>
              <p:nvPr/>
            </p:nvSpPr>
            <p:spPr>
              <a:xfrm>
                <a:off x="5377228" y="3591648"/>
                <a:ext cx="1082321" cy="145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en-US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𝒇𝒊𝒏𝒊𝒔𝒉</m:t>
                          </m:r>
                        </m:sup>
                      </m:sSup>
                      <m:r>
                        <a:rPr lang="en-US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𝒑𝒓𝒆𝒗</m:t>
                          </m:r>
                        </m:sup>
                      </m:sSup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𝑳𝒊𝑫𝑨𝑹</m:t>
                          </m:r>
                        </m:sub>
                      </m:sSub>
                    </m:oMath>
                  </m:oMathPara>
                </a14:m>
                <a:endParaRPr lang="en-US" sz="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4D3E314-CDE8-1A04-67DE-AA8D8BC67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7228" y="3591648"/>
                <a:ext cx="1082321" cy="145746"/>
              </a:xfrm>
              <a:prstGeom prst="rect">
                <a:avLst/>
              </a:prstGeom>
              <a:blipFill>
                <a:blip r:embed="rId6"/>
                <a:stretch>
                  <a:fillRect l="-1124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AA49CEC-7964-FF3C-5A05-401C11673D1A}"/>
                  </a:ext>
                </a:extLst>
              </p:cNvPr>
              <p:cNvSpPr txBox="1"/>
              <p:nvPr/>
            </p:nvSpPr>
            <p:spPr>
              <a:xfrm>
                <a:off x="4709045" y="3147970"/>
                <a:ext cx="640175" cy="1289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𝑐𝑢𝑟𝑟</m:t>
                              </m:r>
                            </m:sup>
                          </m:s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AA49CEC-7964-FF3C-5A05-401C11673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9045" y="3147970"/>
                <a:ext cx="640175" cy="128946"/>
              </a:xfrm>
              <a:prstGeom prst="rect">
                <a:avLst/>
              </a:prstGeom>
              <a:blipFill>
                <a:blip r:embed="rId7"/>
                <a:stretch>
                  <a:fillRect l="-2857" r="-1905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31">
            <a:extLst>
              <a:ext uri="{FF2B5EF4-FFF2-40B4-BE49-F238E27FC236}">
                <a16:creationId xmlns:a16="http://schemas.microsoft.com/office/drawing/2014/main" id="{1FEF0ED9-155B-EBAB-C739-A11AC55700FC}"/>
              </a:ext>
            </a:extLst>
          </p:cNvPr>
          <p:cNvCxnSpPr>
            <a:cxnSpLocks/>
          </p:cNvCxnSpPr>
          <p:nvPr/>
        </p:nvCxnSpPr>
        <p:spPr>
          <a:xfrm flipH="1">
            <a:off x="5264378" y="3419979"/>
            <a:ext cx="431387" cy="257173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reeform 39">
            <a:extLst>
              <a:ext uri="{FF2B5EF4-FFF2-40B4-BE49-F238E27FC236}">
                <a16:creationId xmlns:a16="http://schemas.microsoft.com/office/drawing/2014/main" id="{4EC9B053-0537-0D23-EA02-9B5ECC97E6A5}"/>
              </a:ext>
            </a:extLst>
          </p:cNvPr>
          <p:cNvSpPr/>
          <p:nvPr/>
        </p:nvSpPr>
        <p:spPr>
          <a:xfrm>
            <a:off x="4406606" y="3672108"/>
            <a:ext cx="1099560" cy="369101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A514F6-6E7D-5B44-F88A-E5483399615F}"/>
                  </a:ext>
                </a:extLst>
              </p:cNvPr>
              <p:cNvSpPr txBox="1"/>
              <p:nvPr/>
            </p:nvSpPr>
            <p:spPr>
              <a:xfrm>
                <a:off x="4479293" y="3740314"/>
                <a:ext cx="1039668" cy="2882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𝑡𝑖𝑚𝑒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 =</a:t>
                </a:r>
                <a:r>
                  <a:rPr lang="en-US" sz="8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𝑓𝑖𝑛𝑖𝑠h</m:t>
                        </m:r>
                      </m:sup>
                    </m:sSup>
                    <m:r>
                      <a:rPr lang="en-US" sz="800" b="0" i="1" smtClean="0">
                        <a:latin typeface="Cambria Math" panose="02040503050406030204" pitchFamily="18" charset="0"/>
                      </a:rPr>
                      <m:t> −</m:t>
                    </m:r>
                    <m:sSubSup>
                      <m:sSubSupPr>
                        <m:ctrlPr>
                          <a:rPr lang="en-RU" sz="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8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800" b="0" i="1">
                            <a:latin typeface="Cambria Math" panose="02040503050406030204" pitchFamily="18" charset="0"/>
                          </a:rPr>
                          <m:t>𝐿𝑖𝐷𝐴𝑅</m:t>
                        </m:r>
                      </m:sub>
                      <m:sup>
                        <m:r>
                          <a:rPr lang="en-US" sz="800" b="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endParaRPr lang="en-US" sz="800" dirty="0"/>
              </a:p>
              <a:p>
                <a:pPr algn="ctr"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𝒕𝒊𝒎𝒆</m:t>
                          </m:r>
                        </m:sub>
                      </m:sSub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𝑳𝒊𝑫𝑨𝑹</m:t>
                          </m:r>
                        </m:sub>
                      </m:sSub>
                    </m:oMath>
                  </m:oMathPara>
                </a14:m>
                <a:endParaRPr lang="en-US" sz="8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A514F6-6E7D-5B44-F88A-E548339961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9293" y="3740314"/>
                <a:ext cx="1039668" cy="288284"/>
              </a:xfrm>
              <a:prstGeom prst="rect">
                <a:avLst/>
              </a:prstGeom>
              <a:blipFill>
                <a:blip r:embed="rId8"/>
                <a:stretch>
                  <a:fillRect l="-3529" t="-6383" b="-4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C5C253E-FDDB-4E71-5D73-19389F729968}"/>
                  </a:ext>
                </a:extLst>
              </p:cNvPr>
              <p:cNvSpPr txBox="1"/>
              <p:nvPr/>
            </p:nvSpPr>
            <p:spPr>
              <a:xfrm>
                <a:off x="5332744" y="3485877"/>
                <a:ext cx="995236" cy="14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𝑝𝑟𝑒𝑣</m:t>
                          </m:r>
                        </m:sup>
                      </m:sSup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C5C253E-FDDB-4E71-5D73-19389F729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2744" y="3485877"/>
                <a:ext cx="995236" cy="14035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A309691A-10F7-05A9-7EF9-00D1E82DB633}"/>
              </a:ext>
            </a:extLst>
          </p:cNvPr>
          <p:cNvSpPr txBox="1"/>
          <p:nvPr/>
        </p:nvSpPr>
        <p:spPr>
          <a:xfrm>
            <a:off x="5442671" y="3746895"/>
            <a:ext cx="4710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1000" dirty="0"/>
              <a:t>TRUE</a:t>
            </a:r>
          </a:p>
        </p:txBody>
      </p:sp>
      <p:sp>
        <p:nvSpPr>
          <p:cNvPr id="36" name="Freeform 39">
            <a:extLst>
              <a:ext uri="{FF2B5EF4-FFF2-40B4-BE49-F238E27FC236}">
                <a16:creationId xmlns:a16="http://schemas.microsoft.com/office/drawing/2014/main" id="{43FB1227-EF6D-79F2-6769-5DBD6D663237}"/>
              </a:ext>
            </a:extLst>
          </p:cNvPr>
          <p:cNvSpPr/>
          <p:nvPr/>
        </p:nvSpPr>
        <p:spPr>
          <a:xfrm>
            <a:off x="5859987" y="3812509"/>
            <a:ext cx="665258" cy="298616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A0F64DD-12D8-0E45-4ADA-88B093CC5FE1}"/>
                  </a:ext>
                </a:extLst>
              </p:cNvPr>
              <p:cNvSpPr txBox="1"/>
              <p:nvPr/>
            </p:nvSpPr>
            <p:spPr>
              <a:xfrm>
                <a:off x="5728417" y="3888628"/>
                <a:ext cx="995236" cy="1536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𝑚𝑖𝑠𝑠</m:t>
                          </m:r>
                        </m:sup>
                      </m:sSubSup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+=</m:t>
                      </m:r>
                      <m:r>
                        <a:rPr lang="en-US" sz="80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A0F64DD-12D8-0E45-4ADA-88B093CC5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8417" y="3888628"/>
                <a:ext cx="995236" cy="153632"/>
              </a:xfrm>
              <a:prstGeom prst="rect">
                <a:avLst/>
              </a:prstGeom>
              <a:blipFill>
                <a:blip r:embed="rId11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5557F3B4-589B-1B33-0764-2FDD3530F6AA}"/>
              </a:ext>
            </a:extLst>
          </p:cNvPr>
          <p:cNvSpPr txBox="1"/>
          <p:nvPr/>
        </p:nvSpPr>
        <p:spPr>
          <a:xfrm>
            <a:off x="5044209" y="4034302"/>
            <a:ext cx="4235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000" dirty="0"/>
              <a:t>ELSE</a:t>
            </a:r>
          </a:p>
        </p:txBody>
      </p:sp>
      <p:cxnSp>
        <p:nvCxnSpPr>
          <p:cNvPr id="49" name="Straight Arrow Connector 50">
            <a:extLst>
              <a:ext uri="{FF2B5EF4-FFF2-40B4-BE49-F238E27FC236}">
                <a16:creationId xmlns:a16="http://schemas.microsoft.com/office/drawing/2014/main" id="{7B6C83A1-DA47-237A-F029-487ACB102FF8}"/>
              </a:ext>
            </a:extLst>
          </p:cNvPr>
          <p:cNvCxnSpPr>
            <a:cxnSpLocks/>
          </p:cNvCxnSpPr>
          <p:nvPr/>
        </p:nvCxnSpPr>
        <p:spPr>
          <a:xfrm flipH="1">
            <a:off x="5073415" y="4052857"/>
            <a:ext cx="57018" cy="222085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Freeform 39">
            <a:extLst>
              <a:ext uri="{FF2B5EF4-FFF2-40B4-BE49-F238E27FC236}">
                <a16:creationId xmlns:a16="http://schemas.microsoft.com/office/drawing/2014/main" id="{416F5CDD-139B-4F9D-2077-BB0EFC79D7B4}"/>
              </a:ext>
            </a:extLst>
          </p:cNvPr>
          <p:cNvSpPr/>
          <p:nvPr/>
        </p:nvSpPr>
        <p:spPr>
          <a:xfrm>
            <a:off x="4649188" y="4273971"/>
            <a:ext cx="802466" cy="298616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0961597-E3B1-6DB1-A2D1-2090E2E980F9}"/>
                  </a:ext>
                </a:extLst>
              </p:cNvPr>
              <p:cNvSpPr txBox="1"/>
              <p:nvPr/>
            </p:nvSpPr>
            <p:spPr>
              <a:xfrm>
                <a:off x="4690628" y="4352391"/>
                <a:ext cx="768287" cy="1289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+=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</m:sSub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0961597-E3B1-6DB1-A2D1-2090E2E98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0628" y="4352391"/>
                <a:ext cx="768287" cy="128946"/>
              </a:xfrm>
              <a:prstGeom prst="rect">
                <a:avLst/>
              </a:prstGeom>
              <a:blipFill>
                <a:blip r:embed="rId12"/>
                <a:stretch>
                  <a:fillRect l="-2381" r="-1587"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Arrow Connector 50">
            <a:extLst>
              <a:ext uri="{FF2B5EF4-FFF2-40B4-BE49-F238E27FC236}">
                <a16:creationId xmlns:a16="http://schemas.microsoft.com/office/drawing/2014/main" id="{CAF40D8C-4374-0655-D3C2-7DF5B126F815}"/>
              </a:ext>
            </a:extLst>
          </p:cNvPr>
          <p:cNvCxnSpPr>
            <a:cxnSpLocks/>
          </p:cNvCxnSpPr>
          <p:nvPr/>
        </p:nvCxnSpPr>
        <p:spPr>
          <a:xfrm flipH="1">
            <a:off x="5469343" y="4106937"/>
            <a:ext cx="608372" cy="298616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50">
            <a:extLst>
              <a:ext uri="{FF2B5EF4-FFF2-40B4-BE49-F238E27FC236}">
                <a16:creationId xmlns:a16="http://schemas.microsoft.com/office/drawing/2014/main" id="{40751200-2419-F623-FFDC-991F601DD60B}"/>
              </a:ext>
            </a:extLst>
          </p:cNvPr>
          <p:cNvCxnSpPr>
            <a:cxnSpLocks/>
            <a:endCxn id="82" idx="0"/>
          </p:cNvCxnSpPr>
          <p:nvPr/>
        </p:nvCxnSpPr>
        <p:spPr>
          <a:xfrm>
            <a:off x="5390706" y="4535409"/>
            <a:ext cx="310017" cy="224488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Freeform 39">
            <a:extLst>
              <a:ext uri="{FF2B5EF4-FFF2-40B4-BE49-F238E27FC236}">
                <a16:creationId xmlns:a16="http://schemas.microsoft.com/office/drawing/2014/main" id="{50071495-E5C0-26DE-BD3C-D2FE285A51CC}"/>
              </a:ext>
            </a:extLst>
          </p:cNvPr>
          <p:cNvSpPr/>
          <p:nvPr/>
        </p:nvSpPr>
        <p:spPr>
          <a:xfrm>
            <a:off x="5081975" y="4950583"/>
            <a:ext cx="1059331" cy="364222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EF827823-D1B0-7461-1C4A-F73EC53158D4}"/>
                  </a:ext>
                </a:extLst>
              </p:cNvPr>
              <p:cNvSpPr txBox="1"/>
              <p:nvPr/>
            </p:nvSpPr>
            <p:spPr>
              <a:xfrm>
                <a:off x="5081975" y="4745778"/>
                <a:ext cx="123749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/>
                  <a:t>While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8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p>
                        <m:r>
                          <a:rPr lang="en-US" sz="800" b="1" i="1" smtClean="0">
                            <a:latin typeface="Cambria Math" panose="02040503050406030204" pitchFamily="18" charset="0"/>
                          </a:rPr>
                          <m:t>𝒇𝒊𝒏𝒊𝒔𝒉</m:t>
                        </m:r>
                      </m:sup>
                    </m:sSup>
                    <m:r>
                      <a:rPr lang="en-US" sz="800" b="1" i="1" smtClean="0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en-RU" sz="800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𝑳𝒊𝑫𝑨𝑹</m:t>
                        </m:r>
                      </m:sub>
                      <m:sup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𝒏𝒆𝒙𝒕</m:t>
                        </m:r>
                      </m:sup>
                    </m:sSubSup>
                  </m:oMath>
                </a14:m>
                <a:endParaRPr lang="en-RU" sz="1000" b="1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EF827823-D1B0-7461-1C4A-F73EC531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1975" y="4745778"/>
                <a:ext cx="1237495" cy="246221"/>
              </a:xfrm>
              <a:prstGeom prst="rect">
                <a:avLst/>
              </a:prstGeom>
              <a:blipFill>
                <a:blip r:embed="rId1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20CB2256-781F-AA6E-1553-3815013A81B4}"/>
                  </a:ext>
                </a:extLst>
              </p:cNvPr>
              <p:cNvSpPr txBox="1"/>
              <p:nvPr/>
            </p:nvSpPr>
            <p:spPr>
              <a:xfrm>
                <a:off x="5295526" y="5117037"/>
                <a:ext cx="768287" cy="1289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+=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</m:sSub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20CB2256-781F-AA6E-1553-3815013A81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5526" y="5117037"/>
                <a:ext cx="768287" cy="128946"/>
              </a:xfrm>
              <a:prstGeom prst="rect">
                <a:avLst/>
              </a:prstGeom>
              <a:blipFill>
                <a:blip r:embed="rId14"/>
                <a:stretch>
                  <a:fillRect l="-3175" r="-794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4F077BCE-3CC7-1B52-A644-D83E8357E340}"/>
                  </a:ext>
                </a:extLst>
              </p:cNvPr>
              <p:cNvSpPr txBox="1"/>
              <p:nvPr/>
            </p:nvSpPr>
            <p:spPr>
              <a:xfrm>
                <a:off x="5356037" y="4988709"/>
                <a:ext cx="620619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𝐾𝐼𝑃</m:t>
                        </m:r>
                      </m:e>
                      <m:sub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𝐿𝑖𝐷𝐴𝑅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+= 1</a:t>
                </a:r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4F077BCE-3CC7-1B52-A644-D83E8357E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6037" y="4988709"/>
                <a:ext cx="620619" cy="123111"/>
              </a:xfrm>
              <a:prstGeom prst="rect">
                <a:avLst/>
              </a:prstGeom>
              <a:blipFill>
                <a:blip r:embed="rId15"/>
                <a:stretch>
                  <a:fillRect l="-5941" t="-19048" r="-9901" b="-5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" name="Freeform 42">
            <a:extLst>
              <a:ext uri="{FF2B5EF4-FFF2-40B4-BE49-F238E27FC236}">
                <a16:creationId xmlns:a16="http://schemas.microsoft.com/office/drawing/2014/main" id="{658911E4-403E-141A-8BE5-DBFEB37A449E}"/>
              </a:ext>
            </a:extLst>
          </p:cNvPr>
          <p:cNvSpPr/>
          <p:nvPr/>
        </p:nvSpPr>
        <p:spPr>
          <a:xfrm>
            <a:off x="7462205" y="4117329"/>
            <a:ext cx="2326865" cy="2619964"/>
          </a:xfrm>
          <a:custGeom>
            <a:avLst/>
            <a:gdLst>
              <a:gd name="csX0" fmla="*/ 52790 w 1447893"/>
              <a:gd name="csY0" fmla="*/ 94170 h 782876"/>
              <a:gd name="csX1" fmla="*/ 348022 w 1447893"/>
              <a:gd name="csY1" fmla="*/ 32663 h 782876"/>
              <a:gd name="csX2" fmla="*/ 659657 w 1447893"/>
              <a:gd name="csY2" fmla="*/ 16262 h 782876"/>
              <a:gd name="csX3" fmla="*/ 1307527 w 1447893"/>
              <a:gd name="csY3" fmla="*/ 12161 h 782876"/>
              <a:gd name="csX4" fmla="*/ 1438742 w 1447893"/>
              <a:gd name="csY4" fmla="*/ 184380 h 782876"/>
              <a:gd name="csX5" fmla="*/ 1147610 w 1447893"/>
              <a:gd name="csY5" fmla="*/ 512416 h 782876"/>
              <a:gd name="csX6" fmla="*/ 778570 w 1447893"/>
              <a:gd name="csY6" fmla="*/ 762543 h 782876"/>
              <a:gd name="csX7" fmla="*/ 290616 w 1447893"/>
              <a:gd name="csY7" fmla="*/ 758443 h 782876"/>
              <a:gd name="csX8" fmla="*/ 89694 w 1447893"/>
              <a:gd name="csY8" fmla="*/ 680534 h 782876"/>
              <a:gd name="csX9" fmla="*/ 3585 w 1447893"/>
              <a:gd name="csY9" fmla="*/ 368900 h 782876"/>
              <a:gd name="csX10" fmla="*/ 52790 w 1447893"/>
              <a:gd name="csY10" fmla="*/ 94170 h 782876"/>
              <a:gd name="connsiteX0" fmla="*/ 52790 w 1438846"/>
              <a:gd name="connsiteY0" fmla="*/ 79286 h 767992"/>
              <a:gd name="connsiteX1" fmla="*/ 348022 w 1438846"/>
              <a:gd name="connsiteY1" fmla="*/ 17779 h 767992"/>
              <a:gd name="connsiteX2" fmla="*/ 659657 w 1438846"/>
              <a:gd name="connsiteY2" fmla="*/ 1378 h 767992"/>
              <a:gd name="connsiteX3" fmla="*/ 1174370 w 1438846"/>
              <a:gd name="connsiteY3" fmla="*/ 46478 h 767992"/>
              <a:gd name="connsiteX4" fmla="*/ 1438742 w 1438846"/>
              <a:gd name="connsiteY4" fmla="*/ 169496 h 767992"/>
              <a:gd name="connsiteX5" fmla="*/ 1147610 w 1438846"/>
              <a:gd name="connsiteY5" fmla="*/ 497532 h 767992"/>
              <a:gd name="connsiteX6" fmla="*/ 778570 w 1438846"/>
              <a:gd name="connsiteY6" fmla="*/ 747659 h 767992"/>
              <a:gd name="connsiteX7" fmla="*/ 290616 w 1438846"/>
              <a:gd name="connsiteY7" fmla="*/ 743559 h 767992"/>
              <a:gd name="connsiteX8" fmla="*/ 89694 w 1438846"/>
              <a:gd name="connsiteY8" fmla="*/ 665650 h 767992"/>
              <a:gd name="connsiteX9" fmla="*/ 3585 w 1438846"/>
              <a:gd name="connsiteY9" fmla="*/ 354016 h 767992"/>
              <a:gd name="connsiteX10" fmla="*/ 52790 w 1438846"/>
              <a:gd name="connsiteY10" fmla="*/ 79286 h 767992"/>
              <a:gd name="connsiteX0" fmla="*/ 52790 w 1241854"/>
              <a:gd name="connsiteY0" fmla="*/ 79286 h 767992"/>
              <a:gd name="connsiteX1" fmla="*/ 348022 w 1241854"/>
              <a:gd name="connsiteY1" fmla="*/ 17779 h 767992"/>
              <a:gd name="connsiteX2" fmla="*/ 659657 w 1241854"/>
              <a:gd name="connsiteY2" fmla="*/ 1378 h 767992"/>
              <a:gd name="connsiteX3" fmla="*/ 1174370 w 1241854"/>
              <a:gd name="connsiteY3" fmla="*/ 46478 h 767992"/>
              <a:gd name="connsiteX4" fmla="*/ 1232954 w 1241854"/>
              <a:gd name="connsiteY4" fmla="*/ 159366 h 767992"/>
              <a:gd name="connsiteX5" fmla="*/ 1147610 w 1241854"/>
              <a:gd name="connsiteY5" fmla="*/ 497532 h 767992"/>
              <a:gd name="connsiteX6" fmla="*/ 778570 w 1241854"/>
              <a:gd name="connsiteY6" fmla="*/ 747659 h 767992"/>
              <a:gd name="connsiteX7" fmla="*/ 290616 w 1241854"/>
              <a:gd name="connsiteY7" fmla="*/ 743559 h 767992"/>
              <a:gd name="connsiteX8" fmla="*/ 89694 w 1241854"/>
              <a:gd name="connsiteY8" fmla="*/ 665650 h 767992"/>
              <a:gd name="connsiteX9" fmla="*/ 3585 w 1241854"/>
              <a:gd name="connsiteY9" fmla="*/ 354016 h 767992"/>
              <a:gd name="connsiteX10" fmla="*/ 52790 w 1241854"/>
              <a:gd name="connsiteY10" fmla="*/ 79286 h 767992"/>
              <a:gd name="connsiteX0" fmla="*/ 52790 w 1239246"/>
              <a:gd name="connsiteY0" fmla="*/ 80927 h 769633"/>
              <a:gd name="connsiteX1" fmla="*/ 348022 w 1239246"/>
              <a:gd name="connsiteY1" fmla="*/ 19420 h 769633"/>
              <a:gd name="connsiteX2" fmla="*/ 659657 w 1239246"/>
              <a:gd name="connsiteY2" fmla="*/ 3019 h 769633"/>
              <a:gd name="connsiteX3" fmla="*/ 1024265 w 1239246"/>
              <a:gd name="connsiteY3" fmla="*/ 72719 h 769633"/>
              <a:gd name="connsiteX4" fmla="*/ 1232954 w 1239246"/>
              <a:gd name="connsiteY4" fmla="*/ 161007 h 769633"/>
              <a:gd name="connsiteX5" fmla="*/ 1147610 w 1239246"/>
              <a:gd name="connsiteY5" fmla="*/ 499173 h 769633"/>
              <a:gd name="connsiteX6" fmla="*/ 778570 w 1239246"/>
              <a:gd name="connsiteY6" fmla="*/ 749300 h 769633"/>
              <a:gd name="connsiteX7" fmla="*/ 290616 w 1239246"/>
              <a:gd name="connsiteY7" fmla="*/ 745200 h 769633"/>
              <a:gd name="connsiteX8" fmla="*/ 89694 w 1239246"/>
              <a:gd name="connsiteY8" fmla="*/ 667291 h 769633"/>
              <a:gd name="connsiteX9" fmla="*/ 3585 w 1239246"/>
              <a:gd name="connsiteY9" fmla="*/ 355657 h 769633"/>
              <a:gd name="connsiteX10" fmla="*/ 52790 w 1239246"/>
              <a:gd name="connsiteY10" fmla="*/ 80927 h 769633"/>
              <a:gd name="connsiteX0" fmla="*/ 52790 w 1182454"/>
              <a:gd name="connsiteY0" fmla="*/ 80927 h 769633"/>
              <a:gd name="connsiteX1" fmla="*/ 348022 w 1182454"/>
              <a:gd name="connsiteY1" fmla="*/ 19420 h 769633"/>
              <a:gd name="connsiteX2" fmla="*/ 659657 w 1182454"/>
              <a:gd name="connsiteY2" fmla="*/ 3019 h 769633"/>
              <a:gd name="connsiteX3" fmla="*/ 1024265 w 1182454"/>
              <a:gd name="connsiteY3" fmla="*/ 72719 h 769633"/>
              <a:gd name="connsiteX4" fmla="*/ 1153060 w 1182454"/>
              <a:gd name="connsiteY4" fmla="*/ 200078 h 769633"/>
              <a:gd name="connsiteX5" fmla="*/ 1147610 w 1182454"/>
              <a:gd name="connsiteY5" fmla="*/ 499173 h 769633"/>
              <a:gd name="connsiteX6" fmla="*/ 778570 w 1182454"/>
              <a:gd name="connsiteY6" fmla="*/ 749300 h 769633"/>
              <a:gd name="connsiteX7" fmla="*/ 290616 w 1182454"/>
              <a:gd name="connsiteY7" fmla="*/ 745200 h 769633"/>
              <a:gd name="connsiteX8" fmla="*/ 89694 w 1182454"/>
              <a:gd name="connsiteY8" fmla="*/ 667291 h 769633"/>
              <a:gd name="connsiteX9" fmla="*/ 3585 w 1182454"/>
              <a:gd name="connsiteY9" fmla="*/ 355657 h 769633"/>
              <a:gd name="connsiteX10" fmla="*/ 52790 w 1182454"/>
              <a:gd name="connsiteY10" fmla="*/ 80927 h 769633"/>
              <a:gd name="connsiteX0" fmla="*/ 52790 w 1181254"/>
              <a:gd name="connsiteY0" fmla="*/ 80927 h 792992"/>
              <a:gd name="connsiteX1" fmla="*/ 348022 w 1181254"/>
              <a:gd name="connsiteY1" fmla="*/ 19420 h 792992"/>
              <a:gd name="connsiteX2" fmla="*/ 659657 w 1181254"/>
              <a:gd name="connsiteY2" fmla="*/ 3019 h 792992"/>
              <a:gd name="connsiteX3" fmla="*/ 1024265 w 1181254"/>
              <a:gd name="connsiteY3" fmla="*/ 72719 h 792992"/>
              <a:gd name="connsiteX4" fmla="*/ 1153060 w 1181254"/>
              <a:gd name="connsiteY4" fmla="*/ 200078 h 792992"/>
              <a:gd name="connsiteX5" fmla="*/ 1147610 w 1181254"/>
              <a:gd name="connsiteY5" fmla="*/ 499173 h 792992"/>
              <a:gd name="connsiteX6" fmla="*/ 795518 w 1181254"/>
              <a:gd name="connsiteY6" fmla="*/ 778242 h 792992"/>
              <a:gd name="connsiteX7" fmla="*/ 290616 w 1181254"/>
              <a:gd name="connsiteY7" fmla="*/ 745200 h 792992"/>
              <a:gd name="connsiteX8" fmla="*/ 89694 w 1181254"/>
              <a:gd name="connsiteY8" fmla="*/ 667291 h 792992"/>
              <a:gd name="connsiteX9" fmla="*/ 3585 w 1181254"/>
              <a:gd name="connsiteY9" fmla="*/ 355657 h 792992"/>
              <a:gd name="connsiteX10" fmla="*/ 52790 w 1181254"/>
              <a:gd name="connsiteY10" fmla="*/ 80927 h 792992"/>
              <a:gd name="connsiteX0" fmla="*/ 52790 w 1181254"/>
              <a:gd name="connsiteY0" fmla="*/ 80927 h 789950"/>
              <a:gd name="connsiteX1" fmla="*/ 348022 w 1181254"/>
              <a:gd name="connsiteY1" fmla="*/ 19420 h 789950"/>
              <a:gd name="connsiteX2" fmla="*/ 659657 w 1181254"/>
              <a:gd name="connsiteY2" fmla="*/ 3019 h 789950"/>
              <a:gd name="connsiteX3" fmla="*/ 1024265 w 1181254"/>
              <a:gd name="connsiteY3" fmla="*/ 72719 h 789950"/>
              <a:gd name="connsiteX4" fmla="*/ 1153060 w 1181254"/>
              <a:gd name="connsiteY4" fmla="*/ 200078 h 789950"/>
              <a:gd name="connsiteX5" fmla="*/ 1147610 w 1181254"/>
              <a:gd name="connsiteY5" fmla="*/ 499173 h 789950"/>
              <a:gd name="connsiteX6" fmla="*/ 795518 w 1181254"/>
              <a:gd name="connsiteY6" fmla="*/ 778242 h 789950"/>
              <a:gd name="connsiteX7" fmla="*/ 290616 w 1181254"/>
              <a:gd name="connsiteY7" fmla="*/ 730729 h 789950"/>
              <a:gd name="connsiteX8" fmla="*/ 89694 w 1181254"/>
              <a:gd name="connsiteY8" fmla="*/ 667291 h 789950"/>
              <a:gd name="connsiteX9" fmla="*/ 3585 w 1181254"/>
              <a:gd name="connsiteY9" fmla="*/ 355657 h 789950"/>
              <a:gd name="connsiteX10" fmla="*/ 52790 w 1181254"/>
              <a:gd name="connsiteY10" fmla="*/ 80927 h 789950"/>
              <a:gd name="connsiteX0" fmla="*/ 55887 w 1184351"/>
              <a:gd name="connsiteY0" fmla="*/ 80927 h 790940"/>
              <a:gd name="connsiteX1" fmla="*/ 351119 w 1184351"/>
              <a:gd name="connsiteY1" fmla="*/ 19420 h 790940"/>
              <a:gd name="connsiteX2" fmla="*/ 662754 w 1184351"/>
              <a:gd name="connsiteY2" fmla="*/ 3019 h 790940"/>
              <a:gd name="connsiteX3" fmla="*/ 1027362 w 1184351"/>
              <a:gd name="connsiteY3" fmla="*/ 72719 h 790940"/>
              <a:gd name="connsiteX4" fmla="*/ 1156157 w 1184351"/>
              <a:gd name="connsiteY4" fmla="*/ 200078 h 790940"/>
              <a:gd name="connsiteX5" fmla="*/ 1150707 w 1184351"/>
              <a:gd name="connsiteY5" fmla="*/ 499173 h 790940"/>
              <a:gd name="connsiteX6" fmla="*/ 798615 w 1184351"/>
              <a:gd name="connsiteY6" fmla="*/ 778242 h 790940"/>
              <a:gd name="connsiteX7" fmla="*/ 293713 w 1184351"/>
              <a:gd name="connsiteY7" fmla="*/ 730729 h 790940"/>
              <a:gd name="connsiteX8" fmla="*/ 143633 w 1184351"/>
              <a:gd name="connsiteY8" fmla="*/ 616643 h 790940"/>
              <a:gd name="connsiteX9" fmla="*/ 6682 w 1184351"/>
              <a:gd name="connsiteY9" fmla="*/ 355657 h 790940"/>
              <a:gd name="connsiteX10" fmla="*/ 55887 w 1184351"/>
              <a:gd name="connsiteY10" fmla="*/ 80927 h 790940"/>
              <a:gd name="connsiteX0" fmla="*/ 54413 w 1182877"/>
              <a:gd name="connsiteY0" fmla="*/ 86066 h 796079"/>
              <a:gd name="connsiteX1" fmla="*/ 291540 w 1182877"/>
              <a:gd name="connsiteY1" fmla="*/ 10088 h 796079"/>
              <a:gd name="connsiteX2" fmla="*/ 661280 w 1182877"/>
              <a:gd name="connsiteY2" fmla="*/ 8158 h 796079"/>
              <a:gd name="connsiteX3" fmla="*/ 1025888 w 1182877"/>
              <a:gd name="connsiteY3" fmla="*/ 77858 h 796079"/>
              <a:gd name="connsiteX4" fmla="*/ 1154683 w 1182877"/>
              <a:gd name="connsiteY4" fmla="*/ 205217 h 796079"/>
              <a:gd name="connsiteX5" fmla="*/ 1149233 w 1182877"/>
              <a:gd name="connsiteY5" fmla="*/ 504312 h 796079"/>
              <a:gd name="connsiteX6" fmla="*/ 797141 w 1182877"/>
              <a:gd name="connsiteY6" fmla="*/ 783381 h 796079"/>
              <a:gd name="connsiteX7" fmla="*/ 292239 w 1182877"/>
              <a:gd name="connsiteY7" fmla="*/ 735868 h 796079"/>
              <a:gd name="connsiteX8" fmla="*/ 142159 w 1182877"/>
              <a:gd name="connsiteY8" fmla="*/ 621782 h 796079"/>
              <a:gd name="connsiteX9" fmla="*/ 5208 w 1182877"/>
              <a:gd name="connsiteY9" fmla="*/ 360796 h 796079"/>
              <a:gd name="connsiteX10" fmla="*/ 54413 w 1182877"/>
              <a:gd name="connsiteY10" fmla="*/ 86066 h 796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2877" h="796079">
                <a:moveTo>
                  <a:pt x="54413" y="86066"/>
                </a:moveTo>
                <a:cubicBezTo>
                  <a:pt x="102135" y="27615"/>
                  <a:pt x="190396" y="23073"/>
                  <a:pt x="291540" y="10088"/>
                </a:cubicBezTo>
                <a:cubicBezTo>
                  <a:pt x="392685" y="-2897"/>
                  <a:pt x="538889" y="-3137"/>
                  <a:pt x="661280" y="8158"/>
                </a:cubicBezTo>
                <a:cubicBezTo>
                  <a:pt x="783671" y="19453"/>
                  <a:pt x="943654" y="45015"/>
                  <a:pt x="1025888" y="77858"/>
                </a:cubicBezTo>
                <a:cubicBezTo>
                  <a:pt x="1108122" y="110701"/>
                  <a:pt x="1134126" y="134141"/>
                  <a:pt x="1154683" y="205217"/>
                </a:cubicBezTo>
                <a:cubicBezTo>
                  <a:pt x="1175241" y="276293"/>
                  <a:pt x="1208823" y="407951"/>
                  <a:pt x="1149233" y="504312"/>
                </a:cubicBezTo>
                <a:cubicBezTo>
                  <a:pt x="1089643" y="600673"/>
                  <a:pt x="939973" y="744788"/>
                  <a:pt x="797141" y="783381"/>
                </a:cubicBezTo>
                <a:cubicBezTo>
                  <a:pt x="654309" y="821974"/>
                  <a:pt x="401403" y="762801"/>
                  <a:pt x="292239" y="735868"/>
                </a:cubicBezTo>
                <a:cubicBezTo>
                  <a:pt x="183075" y="708935"/>
                  <a:pt x="189998" y="686706"/>
                  <a:pt x="142159" y="621782"/>
                </a:cubicBezTo>
                <a:cubicBezTo>
                  <a:pt x="94320" y="556858"/>
                  <a:pt x="19832" y="450082"/>
                  <a:pt x="5208" y="360796"/>
                </a:cubicBezTo>
                <a:cubicBezTo>
                  <a:pt x="-9416" y="271510"/>
                  <a:pt x="6691" y="144517"/>
                  <a:pt x="54413" y="86066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118" name="Freeform 28">
            <a:extLst>
              <a:ext uri="{FF2B5EF4-FFF2-40B4-BE49-F238E27FC236}">
                <a16:creationId xmlns:a16="http://schemas.microsoft.com/office/drawing/2014/main" id="{5BD1D439-D5E0-F286-FFFE-A62ED9C2A41E}"/>
              </a:ext>
            </a:extLst>
          </p:cNvPr>
          <p:cNvSpPr/>
          <p:nvPr/>
        </p:nvSpPr>
        <p:spPr>
          <a:xfrm>
            <a:off x="7656120" y="4316700"/>
            <a:ext cx="713928" cy="201191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19" name="Straight Arrow Connector 31">
            <a:extLst>
              <a:ext uri="{FF2B5EF4-FFF2-40B4-BE49-F238E27FC236}">
                <a16:creationId xmlns:a16="http://schemas.microsoft.com/office/drawing/2014/main" id="{D4CD76FE-43FF-1D15-E860-E6A35ECF2AE8}"/>
              </a:ext>
            </a:extLst>
          </p:cNvPr>
          <p:cNvCxnSpPr>
            <a:cxnSpLocks/>
          </p:cNvCxnSpPr>
          <p:nvPr/>
        </p:nvCxnSpPr>
        <p:spPr>
          <a:xfrm>
            <a:off x="8382636" y="4450213"/>
            <a:ext cx="238684" cy="80285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2A51CF5-C347-3247-A770-2EBE94DA8020}"/>
              </a:ext>
            </a:extLst>
          </p:cNvPr>
          <p:cNvSpPr txBox="1"/>
          <p:nvPr/>
        </p:nvSpPr>
        <p:spPr>
          <a:xfrm>
            <a:off x="8334000" y="4269636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000" dirty="0"/>
              <a:t>TRUE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03DE371-D293-94B4-9956-F548292F9682}"/>
              </a:ext>
            </a:extLst>
          </p:cNvPr>
          <p:cNvSpPr txBox="1"/>
          <p:nvPr/>
        </p:nvSpPr>
        <p:spPr>
          <a:xfrm>
            <a:off x="8580198" y="4468373"/>
            <a:ext cx="77938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/>
              <a:t>Execute </a:t>
            </a:r>
            <a:r>
              <a:rPr lang="en-US" sz="600" b="1" dirty="0" err="1"/>
              <a:t>tau_IMU</a:t>
            </a:r>
            <a:r>
              <a:rPr lang="en-US" sz="600" b="1" dirty="0"/>
              <a:t>()</a:t>
            </a:r>
            <a:endParaRPr lang="en-RU" sz="600" b="1" dirty="0"/>
          </a:p>
        </p:txBody>
      </p:sp>
      <p:sp>
        <p:nvSpPr>
          <p:cNvPr id="122" name="Freeform 39">
            <a:extLst>
              <a:ext uri="{FF2B5EF4-FFF2-40B4-BE49-F238E27FC236}">
                <a16:creationId xmlns:a16="http://schemas.microsoft.com/office/drawing/2014/main" id="{C7DD1977-62E6-765F-C9F1-B631A7EC93DC}"/>
              </a:ext>
            </a:extLst>
          </p:cNvPr>
          <p:cNvSpPr/>
          <p:nvPr/>
        </p:nvSpPr>
        <p:spPr>
          <a:xfrm>
            <a:off x="8628581" y="4451848"/>
            <a:ext cx="713928" cy="201191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AEBF21E8-A28D-C0E9-3A5D-3249AE2DBC54}"/>
                  </a:ext>
                </a:extLst>
              </p:cNvPr>
              <p:cNvSpPr txBox="1"/>
              <p:nvPr/>
            </p:nvSpPr>
            <p:spPr>
              <a:xfrm>
                <a:off x="8130849" y="3913289"/>
                <a:ext cx="771045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/>
                  <a:t>2</a:t>
                </a:r>
                <a:r>
                  <a:rPr lang="en-RU" sz="800" dirty="0"/>
                  <a:t>. </a:t>
                </a:r>
                <a:r>
                  <a:rPr lang="en-RU" sz="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Check</a:t>
                </a:r>
                <a:r>
                  <a:rPr lang="en-US" sz="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𝐼𝑀𝑈</m:t>
                        </m:r>
                      </m:sub>
                    </m:sSub>
                  </m:oMath>
                </a14:m>
                <a:endParaRPr lang="en-RU" sz="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AEBF21E8-A28D-C0E9-3A5D-3249AE2DBC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0849" y="3913289"/>
                <a:ext cx="771045" cy="215444"/>
              </a:xfrm>
              <a:prstGeom prst="rect">
                <a:avLst/>
              </a:prstGeom>
              <a:blipFill>
                <a:blip r:embed="rId16"/>
                <a:stretch>
                  <a:fillRect b="-1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4" name="Straight Arrow Connector 50">
            <a:extLst>
              <a:ext uri="{FF2B5EF4-FFF2-40B4-BE49-F238E27FC236}">
                <a16:creationId xmlns:a16="http://schemas.microsoft.com/office/drawing/2014/main" id="{CDB495A8-C056-98C5-68F0-DB2222541933}"/>
              </a:ext>
            </a:extLst>
          </p:cNvPr>
          <p:cNvCxnSpPr>
            <a:cxnSpLocks/>
          </p:cNvCxnSpPr>
          <p:nvPr/>
        </p:nvCxnSpPr>
        <p:spPr>
          <a:xfrm>
            <a:off x="8480928" y="5130944"/>
            <a:ext cx="377450" cy="0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341EA977-4CBB-8388-F4EF-7A99C292DD88}"/>
                  </a:ext>
                </a:extLst>
              </p:cNvPr>
              <p:cNvSpPr txBox="1"/>
              <p:nvPr/>
            </p:nvSpPr>
            <p:spPr>
              <a:xfrm>
                <a:off x="8402411" y="4769587"/>
                <a:ext cx="995236" cy="14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en-US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𝒄𝒖𝒓𝒓</m:t>
                          </m:r>
                        </m:sup>
                      </m:sSup>
                      <m:r>
                        <a:rPr lang="en-US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𝒄𝒖𝒓𝒓</m:t>
                          </m:r>
                        </m:sup>
                      </m:sSup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𝑰𝑴𝑼</m:t>
                          </m:r>
                        </m:sub>
                      </m:sSub>
                    </m:oMath>
                  </m:oMathPara>
                </a14:m>
                <a:endParaRPr lang="en-US" sz="8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341EA977-4CBB-8388-F4EF-7A99C292DD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2411" y="4769587"/>
                <a:ext cx="995236" cy="140359"/>
              </a:xfrm>
              <a:prstGeom prst="rect">
                <a:avLst/>
              </a:prstGeom>
              <a:blipFill>
                <a:blip r:embed="rId17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537DF1EF-FBB0-523C-2128-5A461D672652}"/>
                  </a:ext>
                </a:extLst>
              </p:cNvPr>
              <p:cNvSpPr txBox="1"/>
              <p:nvPr/>
            </p:nvSpPr>
            <p:spPr>
              <a:xfrm>
                <a:off x="7710301" y="4352641"/>
                <a:ext cx="594265" cy="1240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𝑐𝑢𝑟𝑟</m:t>
                              </m:r>
                            </m:sup>
                          </m:s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537DF1EF-FBB0-523C-2128-5A461D672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0301" y="4352641"/>
                <a:ext cx="594265" cy="124008"/>
              </a:xfrm>
              <a:prstGeom prst="rect">
                <a:avLst/>
              </a:prstGeom>
              <a:blipFill>
                <a:blip r:embed="rId18"/>
                <a:stretch>
                  <a:fillRect l="-4124" r="-1031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7" name="Straight Arrow Connector 31">
            <a:extLst>
              <a:ext uri="{FF2B5EF4-FFF2-40B4-BE49-F238E27FC236}">
                <a16:creationId xmlns:a16="http://schemas.microsoft.com/office/drawing/2014/main" id="{2D1CFC41-A204-6775-2F1A-2BE1F2FE0264}"/>
              </a:ext>
            </a:extLst>
          </p:cNvPr>
          <p:cNvCxnSpPr>
            <a:cxnSpLocks/>
          </p:cNvCxnSpPr>
          <p:nvPr/>
        </p:nvCxnSpPr>
        <p:spPr>
          <a:xfrm flipH="1">
            <a:off x="8314495" y="4624650"/>
            <a:ext cx="382526" cy="239165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Freeform 39">
            <a:extLst>
              <a:ext uri="{FF2B5EF4-FFF2-40B4-BE49-F238E27FC236}">
                <a16:creationId xmlns:a16="http://schemas.microsoft.com/office/drawing/2014/main" id="{020101BF-A3F3-CEED-77A3-1944F8EAF1B6}"/>
              </a:ext>
            </a:extLst>
          </p:cNvPr>
          <p:cNvSpPr/>
          <p:nvPr/>
        </p:nvSpPr>
        <p:spPr>
          <a:xfrm>
            <a:off x="7509066" y="4851208"/>
            <a:ext cx="998356" cy="375480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C77D5ABF-FB29-A14A-511C-4815359A3CC8}"/>
                  </a:ext>
                </a:extLst>
              </p:cNvPr>
              <p:cNvSpPr txBox="1"/>
              <p:nvPr/>
            </p:nvSpPr>
            <p:spPr>
              <a:xfrm>
                <a:off x="7569242" y="4929349"/>
                <a:ext cx="935315" cy="28257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𝑡𝑖𝑚𝑒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 =</a:t>
                </a:r>
                <a:r>
                  <a:rPr lang="en-US" sz="8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𝑐𝑢𝑟𝑟</m:t>
                        </m:r>
                      </m:sup>
                    </m:sSup>
                    <m:r>
                      <a:rPr lang="en-US" sz="800" b="0" i="1" smtClean="0">
                        <a:latin typeface="Cambria Math" panose="02040503050406030204" pitchFamily="18" charset="0"/>
                      </a:rPr>
                      <m:t> −</m:t>
                    </m:r>
                    <m:sSubSup>
                      <m:sSubSupPr>
                        <m:ctrlPr>
                          <a:rPr lang="en-RU" sz="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𝐼𝑀𝑈</m:t>
                        </m:r>
                      </m:sub>
                      <m:sup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endParaRPr lang="en-US" sz="800" dirty="0"/>
              </a:p>
              <a:p>
                <a:pPr algn="ctr"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𝒕𝒊𝒎𝒆</m:t>
                          </m:r>
                        </m:sub>
                      </m:sSub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𝑰𝑴𝑼</m:t>
                          </m:r>
                        </m:sub>
                      </m:sSub>
                    </m:oMath>
                  </m:oMathPara>
                </a14:m>
                <a:endParaRPr lang="en-US" sz="8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C77D5ABF-FB29-A14A-511C-4815359A3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9242" y="4929349"/>
                <a:ext cx="935315" cy="282578"/>
              </a:xfrm>
              <a:prstGeom prst="rect">
                <a:avLst/>
              </a:prstGeom>
              <a:blipFill>
                <a:blip r:embed="rId19"/>
                <a:stretch>
                  <a:fillRect l="-3922" t="-8696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A5282D6-64AF-22C5-7D0F-A2C6B35D3AE2}"/>
                  </a:ext>
                </a:extLst>
              </p:cNvPr>
              <p:cNvSpPr txBox="1"/>
              <p:nvPr/>
            </p:nvSpPr>
            <p:spPr>
              <a:xfrm>
                <a:off x="8418809" y="4671171"/>
                <a:ext cx="995236" cy="14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𝑝𝑟𝑒𝑣</m:t>
                          </m:r>
                        </m:sup>
                      </m:sSup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A5282D6-64AF-22C5-7D0F-A2C6B35D3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809" y="4671171"/>
                <a:ext cx="995236" cy="140359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1" name="TextBox 130">
            <a:extLst>
              <a:ext uri="{FF2B5EF4-FFF2-40B4-BE49-F238E27FC236}">
                <a16:creationId xmlns:a16="http://schemas.microsoft.com/office/drawing/2014/main" id="{8521122F-B1E7-656E-88CC-B8832AB2B700}"/>
              </a:ext>
            </a:extLst>
          </p:cNvPr>
          <p:cNvSpPr txBox="1"/>
          <p:nvPr/>
        </p:nvSpPr>
        <p:spPr>
          <a:xfrm>
            <a:off x="8450513" y="4933580"/>
            <a:ext cx="4710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1000" dirty="0"/>
              <a:t>TRUE</a:t>
            </a:r>
          </a:p>
        </p:txBody>
      </p:sp>
      <p:sp>
        <p:nvSpPr>
          <p:cNvPr id="132" name="Freeform 39">
            <a:extLst>
              <a:ext uri="{FF2B5EF4-FFF2-40B4-BE49-F238E27FC236}">
                <a16:creationId xmlns:a16="http://schemas.microsoft.com/office/drawing/2014/main" id="{90CB79D1-4EAA-D1AF-1B2F-24CB7D65F6B9}"/>
              </a:ext>
            </a:extLst>
          </p:cNvPr>
          <p:cNvSpPr/>
          <p:nvPr/>
        </p:nvSpPr>
        <p:spPr>
          <a:xfrm>
            <a:off x="8861243" y="5017180"/>
            <a:ext cx="665258" cy="298616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D6529C31-1A6D-DB61-C39A-BAEF77075B9A}"/>
                  </a:ext>
                </a:extLst>
              </p:cNvPr>
              <p:cNvSpPr txBox="1"/>
              <p:nvPr/>
            </p:nvSpPr>
            <p:spPr>
              <a:xfrm>
                <a:off x="8729673" y="5093299"/>
                <a:ext cx="995236" cy="148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𝑚𝑖𝑠𝑠</m:t>
                          </m:r>
                        </m:sup>
                      </m:sSubSup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+=</m:t>
                      </m:r>
                      <m:r>
                        <a:rPr lang="en-US" sz="80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D6529C31-1A6D-DB61-C39A-BAEF77075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9673" y="5093299"/>
                <a:ext cx="995236" cy="148887"/>
              </a:xfrm>
              <a:prstGeom prst="rect">
                <a:avLst/>
              </a:prstGeom>
              <a:blipFill>
                <a:blip r:embed="rId21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TextBox 133">
            <a:extLst>
              <a:ext uri="{FF2B5EF4-FFF2-40B4-BE49-F238E27FC236}">
                <a16:creationId xmlns:a16="http://schemas.microsoft.com/office/drawing/2014/main" id="{A41AA87D-11B2-FBFB-7FC1-0927B517A50F}"/>
              </a:ext>
            </a:extLst>
          </p:cNvPr>
          <p:cNvSpPr txBox="1"/>
          <p:nvPr/>
        </p:nvSpPr>
        <p:spPr>
          <a:xfrm>
            <a:off x="8045465" y="5238973"/>
            <a:ext cx="4235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000" dirty="0"/>
              <a:t>ELSE</a:t>
            </a:r>
          </a:p>
        </p:txBody>
      </p:sp>
      <p:cxnSp>
        <p:nvCxnSpPr>
          <p:cNvPr id="135" name="Straight Arrow Connector 50">
            <a:extLst>
              <a:ext uri="{FF2B5EF4-FFF2-40B4-BE49-F238E27FC236}">
                <a16:creationId xmlns:a16="http://schemas.microsoft.com/office/drawing/2014/main" id="{45349EDA-A088-F247-022C-DF5CDC9FDF4D}"/>
              </a:ext>
            </a:extLst>
          </p:cNvPr>
          <p:cNvCxnSpPr>
            <a:cxnSpLocks/>
          </p:cNvCxnSpPr>
          <p:nvPr/>
        </p:nvCxnSpPr>
        <p:spPr>
          <a:xfrm flipH="1">
            <a:off x="8074671" y="5245983"/>
            <a:ext cx="24565" cy="233630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Freeform 39">
            <a:extLst>
              <a:ext uri="{FF2B5EF4-FFF2-40B4-BE49-F238E27FC236}">
                <a16:creationId xmlns:a16="http://schemas.microsoft.com/office/drawing/2014/main" id="{8E3B5BDB-A155-C6F4-2650-588EF150237C}"/>
              </a:ext>
            </a:extLst>
          </p:cNvPr>
          <p:cNvSpPr/>
          <p:nvPr/>
        </p:nvSpPr>
        <p:spPr>
          <a:xfrm>
            <a:off x="7650444" y="5478642"/>
            <a:ext cx="802466" cy="298616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02B7E87A-EE6C-6813-05D5-E3EA39E0074F}"/>
                  </a:ext>
                </a:extLst>
              </p:cNvPr>
              <p:cNvSpPr txBox="1"/>
              <p:nvPr/>
            </p:nvSpPr>
            <p:spPr>
              <a:xfrm>
                <a:off x="7740502" y="5560508"/>
                <a:ext cx="651460" cy="124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+=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</m:sSub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02B7E87A-EE6C-6813-05D5-E3EA39E007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0502" y="5560508"/>
                <a:ext cx="651460" cy="124778"/>
              </a:xfrm>
              <a:prstGeom prst="rect">
                <a:avLst/>
              </a:prstGeom>
              <a:blipFill>
                <a:blip r:embed="rId22"/>
                <a:stretch>
                  <a:fillRect l="-3738" r="-935"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8" name="Straight Arrow Connector 50">
            <a:extLst>
              <a:ext uri="{FF2B5EF4-FFF2-40B4-BE49-F238E27FC236}">
                <a16:creationId xmlns:a16="http://schemas.microsoft.com/office/drawing/2014/main" id="{97B003E5-72BD-03AA-5E44-420919070CA6}"/>
              </a:ext>
            </a:extLst>
          </p:cNvPr>
          <p:cNvCxnSpPr>
            <a:cxnSpLocks/>
          </p:cNvCxnSpPr>
          <p:nvPr/>
        </p:nvCxnSpPr>
        <p:spPr>
          <a:xfrm flipH="1">
            <a:off x="8470599" y="5311608"/>
            <a:ext cx="608372" cy="298616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50">
            <a:extLst>
              <a:ext uri="{FF2B5EF4-FFF2-40B4-BE49-F238E27FC236}">
                <a16:creationId xmlns:a16="http://schemas.microsoft.com/office/drawing/2014/main" id="{235BE557-F737-1494-8DEC-323319A334B8}"/>
              </a:ext>
            </a:extLst>
          </p:cNvPr>
          <p:cNvCxnSpPr>
            <a:cxnSpLocks/>
            <a:endCxn id="141" idx="0"/>
          </p:cNvCxnSpPr>
          <p:nvPr/>
        </p:nvCxnSpPr>
        <p:spPr>
          <a:xfrm>
            <a:off x="8391962" y="5740080"/>
            <a:ext cx="310017" cy="224488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Freeform 39">
            <a:extLst>
              <a:ext uri="{FF2B5EF4-FFF2-40B4-BE49-F238E27FC236}">
                <a16:creationId xmlns:a16="http://schemas.microsoft.com/office/drawing/2014/main" id="{91DBC58A-A0E8-9F31-C09E-B10555EBC197}"/>
              </a:ext>
            </a:extLst>
          </p:cNvPr>
          <p:cNvSpPr/>
          <p:nvPr/>
        </p:nvSpPr>
        <p:spPr>
          <a:xfrm>
            <a:off x="8083231" y="6155254"/>
            <a:ext cx="1059331" cy="364222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6FFB40B-E09C-B076-98DB-C1D83A19BD90}"/>
                  </a:ext>
                </a:extLst>
              </p:cNvPr>
              <p:cNvSpPr txBox="1"/>
              <p:nvPr/>
            </p:nvSpPr>
            <p:spPr>
              <a:xfrm>
                <a:off x="8083231" y="5950449"/>
                <a:ext cx="123749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/>
                  <a:t>While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8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p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𝒄𝒖𝒓𝒓</m:t>
                        </m:r>
                      </m:sup>
                    </m:sSup>
                    <m:r>
                      <a:rPr lang="en-US" sz="800" b="1" i="1" smtClean="0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en-RU" sz="800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en-US" sz="800" b="1" i="1" smtClean="0">
                            <a:latin typeface="Cambria Math" panose="02040503050406030204" pitchFamily="18" charset="0"/>
                          </a:rPr>
                          <m:t>𝑰𝑴𝑼</m:t>
                        </m:r>
                      </m:sub>
                      <m:sup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𝒏𝒆𝒙𝒕</m:t>
                        </m:r>
                      </m:sup>
                    </m:sSubSup>
                  </m:oMath>
                </a14:m>
                <a:endParaRPr lang="en-RU" sz="1000" b="1" dirty="0"/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6FFB40B-E09C-B076-98DB-C1D83A19B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3231" y="5950449"/>
                <a:ext cx="1237495" cy="246221"/>
              </a:xfrm>
              <a:prstGeom prst="rect">
                <a:avLst/>
              </a:prstGeom>
              <a:blipFill>
                <a:blip r:embed="rId23"/>
                <a:stretch>
                  <a:fillRect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1ECD482B-E5DD-C262-9A79-4C78A39F3B37}"/>
                  </a:ext>
                </a:extLst>
              </p:cNvPr>
              <p:cNvSpPr txBox="1"/>
              <p:nvPr/>
            </p:nvSpPr>
            <p:spPr>
              <a:xfrm>
                <a:off x="8296782" y="6321708"/>
                <a:ext cx="651460" cy="124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+=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</m:sSub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1ECD482B-E5DD-C262-9A79-4C78A39F3B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6782" y="6321708"/>
                <a:ext cx="651460" cy="124778"/>
              </a:xfrm>
              <a:prstGeom prst="rect">
                <a:avLst/>
              </a:prstGeom>
              <a:blipFill>
                <a:blip r:embed="rId24"/>
                <a:stretch>
                  <a:fillRect l="-2804" r="-186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20BF2F32-3B5B-FC9F-F389-DEF9591C32DE}"/>
                  </a:ext>
                </a:extLst>
              </p:cNvPr>
              <p:cNvSpPr txBox="1"/>
              <p:nvPr/>
            </p:nvSpPr>
            <p:spPr>
              <a:xfrm>
                <a:off x="8371116" y="6202077"/>
                <a:ext cx="549702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𝐾𝐼𝑃</m:t>
                        </m:r>
                      </m:e>
                      <m:sub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𝐼𝑀𝑈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+= 1</a:t>
                </a:r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20BF2F32-3B5B-FC9F-F389-DEF9591C32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1116" y="6202077"/>
                <a:ext cx="549702" cy="123111"/>
              </a:xfrm>
              <a:prstGeom prst="rect">
                <a:avLst/>
              </a:prstGeom>
              <a:blipFill>
                <a:blip r:embed="rId25"/>
                <a:stretch>
                  <a:fillRect l="-6667" t="-19048" r="-12222" b="-5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TextBox 143">
            <a:extLst>
              <a:ext uri="{FF2B5EF4-FFF2-40B4-BE49-F238E27FC236}">
                <a16:creationId xmlns:a16="http://schemas.microsoft.com/office/drawing/2014/main" id="{D1B29206-282B-4200-E07F-2002270071E0}"/>
              </a:ext>
            </a:extLst>
          </p:cNvPr>
          <p:cNvSpPr txBox="1"/>
          <p:nvPr/>
        </p:nvSpPr>
        <p:spPr>
          <a:xfrm rot="1175183">
            <a:off x="6798429" y="2866643"/>
            <a:ext cx="4235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000" dirty="0"/>
              <a:t>ELSE</a:t>
            </a:r>
          </a:p>
        </p:txBody>
      </p:sp>
      <p:cxnSp>
        <p:nvCxnSpPr>
          <p:cNvPr id="145" name="Straight Arrow Connector 50">
            <a:extLst>
              <a:ext uri="{FF2B5EF4-FFF2-40B4-BE49-F238E27FC236}">
                <a16:creationId xmlns:a16="http://schemas.microsoft.com/office/drawing/2014/main" id="{3B7D6D9E-8BB5-710C-A000-478F56DFF22E}"/>
              </a:ext>
            </a:extLst>
          </p:cNvPr>
          <p:cNvCxnSpPr>
            <a:cxnSpLocks/>
            <a:endCxn id="117" idx="0"/>
          </p:cNvCxnSpPr>
          <p:nvPr/>
        </p:nvCxnSpPr>
        <p:spPr>
          <a:xfrm flipV="1">
            <a:off x="6147356" y="4400580"/>
            <a:ext cx="1421886" cy="728680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B417A1BE-C738-9E85-6EC5-E379F88D1906}"/>
                  </a:ext>
                </a:extLst>
              </p:cNvPr>
              <p:cNvSpPr txBox="1"/>
              <p:nvPr/>
            </p:nvSpPr>
            <p:spPr>
              <a:xfrm rot="1517798">
                <a:off x="7142344" y="3154963"/>
                <a:ext cx="697242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𝑐𝑢𝑟𝑟</m:t>
                        </m:r>
                      </m:sup>
                    </m:sSup>
                    <m:r>
                      <a:rPr lang="ru-RU" sz="8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𝑐𝑢𝑟𝑟</m:t>
                        </m:r>
                      </m:sup>
                    </m:sSup>
                  </m:oMath>
                </a14:m>
                <a:r>
                  <a:rPr lang="ru-RU" sz="800" dirty="0">
                    <a:solidFill>
                      <a:schemeClr val="tx1"/>
                    </a:solidFill>
                  </a:rPr>
                  <a:t>+ 0</a:t>
                </a:r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B417A1BE-C738-9E85-6EC5-E379F88D19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517798">
                <a:off x="7142344" y="3154963"/>
                <a:ext cx="697242" cy="123111"/>
              </a:xfrm>
              <a:prstGeom prst="rect">
                <a:avLst/>
              </a:prstGeom>
              <a:blipFill>
                <a:blip r:embed="rId26"/>
                <a:stretch>
                  <a:fillRect l="-4425" r="-9735" b="-205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1551A055-9D86-188B-02CF-43E889DA9DBD}"/>
                  </a:ext>
                </a:extLst>
              </p:cNvPr>
              <p:cNvSpPr txBox="1"/>
              <p:nvPr/>
            </p:nvSpPr>
            <p:spPr>
              <a:xfrm rot="19933949">
                <a:off x="6539641" y="4503292"/>
                <a:ext cx="998222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  <m:r>
                        <a:rPr lang="ru-RU" sz="800" b="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  <m:r>
                        <a:rPr lang="en-US" sz="800" b="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</m:sSub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1551A055-9D86-188B-02CF-43E889DA9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933949">
                <a:off x="6539641" y="4503292"/>
                <a:ext cx="998222" cy="123111"/>
              </a:xfrm>
              <a:prstGeom prst="rect">
                <a:avLst/>
              </a:prstGeom>
              <a:blipFill>
                <a:blip r:embed="rId27"/>
                <a:stretch>
                  <a:fillRect r="-1935" b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reeform 66">
            <a:extLst>
              <a:ext uri="{FF2B5EF4-FFF2-40B4-BE49-F238E27FC236}">
                <a16:creationId xmlns:a16="http://schemas.microsoft.com/office/drawing/2014/main" id="{054BAFBD-3880-9001-803D-A20D4B8E60B5}"/>
              </a:ext>
            </a:extLst>
          </p:cNvPr>
          <p:cNvSpPr/>
          <p:nvPr/>
        </p:nvSpPr>
        <p:spPr>
          <a:xfrm flipV="1">
            <a:off x="3975928" y="3178992"/>
            <a:ext cx="5924782" cy="3631868"/>
          </a:xfrm>
          <a:custGeom>
            <a:avLst/>
            <a:gdLst>
              <a:gd name="csX0" fmla="*/ 0 w 419100"/>
              <a:gd name="csY0" fmla="*/ 737 h 857987"/>
              <a:gd name="csX1" fmla="*/ 317500 w 419100"/>
              <a:gd name="csY1" fmla="*/ 64237 h 857987"/>
              <a:gd name="csX2" fmla="*/ 400050 w 419100"/>
              <a:gd name="csY2" fmla="*/ 407137 h 857987"/>
              <a:gd name="csX3" fmla="*/ 406400 w 419100"/>
              <a:gd name="csY3" fmla="*/ 616687 h 857987"/>
              <a:gd name="csX4" fmla="*/ 419100 w 419100"/>
              <a:gd name="csY4" fmla="*/ 857987 h 857987"/>
              <a:gd name="connsiteX0" fmla="*/ 0 w 419100"/>
              <a:gd name="connsiteY0" fmla="*/ 365 h 857615"/>
              <a:gd name="connsiteX1" fmla="*/ 317500 w 419100"/>
              <a:gd name="connsiteY1" fmla="*/ 63865 h 857615"/>
              <a:gd name="connsiteX2" fmla="*/ 407141 w 419100"/>
              <a:gd name="connsiteY2" fmla="*/ 361913 h 857615"/>
              <a:gd name="connsiteX3" fmla="*/ 406400 w 419100"/>
              <a:gd name="connsiteY3" fmla="*/ 616315 h 857615"/>
              <a:gd name="connsiteX4" fmla="*/ 419100 w 419100"/>
              <a:gd name="connsiteY4" fmla="*/ 857615 h 857615"/>
              <a:gd name="connsiteX0" fmla="*/ 0 w 422592"/>
              <a:gd name="connsiteY0" fmla="*/ 365 h 857615"/>
              <a:gd name="connsiteX1" fmla="*/ 317500 w 422592"/>
              <a:gd name="connsiteY1" fmla="*/ 63865 h 857615"/>
              <a:gd name="connsiteX2" fmla="*/ 407141 w 422592"/>
              <a:gd name="connsiteY2" fmla="*/ 361913 h 857615"/>
              <a:gd name="connsiteX3" fmla="*/ 422000 w 422592"/>
              <a:gd name="connsiteY3" fmla="*/ 649954 h 857615"/>
              <a:gd name="connsiteX4" fmla="*/ 419100 w 422592"/>
              <a:gd name="connsiteY4" fmla="*/ 857615 h 857615"/>
              <a:gd name="connsiteX0" fmla="*/ 0 w 429507"/>
              <a:gd name="connsiteY0" fmla="*/ 89148 h 946398"/>
              <a:gd name="connsiteX1" fmla="*/ 171734 w 429507"/>
              <a:gd name="connsiteY1" fmla="*/ 15788 h 946398"/>
              <a:gd name="connsiteX2" fmla="*/ 407141 w 429507"/>
              <a:gd name="connsiteY2" fmla="*/ 450696 h 946398"/>
              <a:gd name="connsiteX3" fmla="*/ 422000 w 429507"/>
              <a:gd name="connsiteY3" fmla="*/ 738737 h 946398"/>
              <a:gd name="connsiteX4" fmla="*/ 419100 w 429507"/>
              <a:gd name="connsiteY4" fmla="*/ 946398 h 946398"/>
              <a:gd name="connsiteX0" fmla="*/ 0 w 404201"/>
              <a:gd name="connsiteY0" fmla="*/ 115872 h 942328"/>
              <a:gd name="connsiteX1" fmla="*/ 146428 w 404201"/>
              <a:gd name="connsiteY1" fmla="*/ 11718 h 942328"/>
              <a:gd name="connsiteX2" fmla="*/ 381835 w 404201"/>
              <a:gd name="connsiteY2" fmla="*/ 446626 h 942328"/>
              <a:gd name="connsiteX3" fmla="*/ 396694 w 404201"/>
              <a:gd name="connsiteY3" fmla="*/ 734667 h 942328"/>
              <a:gd name="connsiteX4" fmla="*/ 393794 w 404201"/>
              <a:gd name="connsiteY4" fmla="*/ 942328 h 942328"/>
              <a:gd name="connsiteX0" fmla="*/ 0 w 404201"/>
              <a:gd name="connsiteY0" fmla="*/ 129001 h 955457"/>
              <a:gd name="connsiteX1" fmla="*/ 146428 w 404201"/>
              <a:gd name="connsiteY1" fmla="*/ 24847 h 955457"/>
              <a:gd name="connsiteX2" fmla="*/ 381835 w 404201"/>
              <a:gd name="connsiteY2" fmla="*/ 459755 h 955457"/>
              <a:gd name="connsiteX3" fmla="*/ 396694 w 404201"/>
              <a:gd name="connsiteY3" fmla="*/ 747796 h 955457"/>
              <a:gd name="connsiteX4" fmla="*/ 393794 w 404201"/>
              <a:gd name="connsiteY4" fmla="*/ 955457 h 955457"/>
              <a:gd name="connsiteX0" fmla="*/ 0 w 462912"/>
              <a:gd name="connsiteY0" fmla="*/ 126597 h 956474"/>
              <a:gd name="connsiteX1" fmla="*/ 205139 w 462912"/>
              <a:gd name="connsiteY1" fmla="*/ 25864 h 956474"/>
              <a:gd name="connsiteX2" fmla="*/ 440546 w 462912"/>
              <a:gd name="connsiteY2" fmla="*/ 460772 h 956474"/>
              <a:gd name="connsiteX3" fmla="*/ 455405 w 462912"/>
              <a:gd name="connsiteY3" fmla="*/ 748813 h 956474"/>
              <a:gd name="connsiteX4" fmla="*/ 452505 w 462912"/>
              <a:gd name="connsiteY4" fmla="*/ 956474 h 956474"/>
              <a:gd name="connsiteX0" fmla="*/ 0 w 472865"/>
              <a:gd name="connsiteY0" fmla="*/ 126597 h 956474"/>
              <a:gd name="connsiteX1" fmla="*/ 205139 w 472865"/>
              <a:gd name="connsiteY1" fmla="*/ 25864 h 956474"/>
              <a:gd name="connsiteX2" fmla="*/ 440546 w 472865"/>
              <a:gd name="connsiteY2" fmla="*/ 460772 h 956474"/>
              <a:gd name="connsiteX3" fmla="*/ 472614 w 472865"/>
              <a:gd name="connsiteY3" fmla="*/ 752234 h 956474"/>
              <a:gd name="connsiteX4" fmla="*/ 452505 w 472865"/>
              <a:gd name="connsiteY4" fmla="*/ 956474 h 956474"/>
              <a:gd name="connsiteX0" fmla="*/ 0 w 464336"/>
              <a:gd name="connsiteY0" fmla="*/ 126597 h 956474"/>
              <a:gd name="connsiteX1" fmla="*/ 205139 w 464336"/>
              <a:gd name="connsiteY1" fmla="*/ 25864 h 956474"/>
              <a:gd name="connsiteX2" fmla="*/ 440546 w 464336"/>
              <a:gd name="connsiteY2" fmla="*/ 460772 h 956474"/>
              <a:gd name="connsiteX3" fmla="*/ 458442 w 464336"/>
              <a:gd name="connsiteY3" fmla="*/ 694069 h 956474"/>
              <a:gd name="connsiteX4" fmla="*/ 452505 w 464336"/>
              <a:gd name="connsiteY4" fmla="*/ 956474 h 956474"/>
              <a:gd name="connsiteX0" fmla="*/ 0 w 467931"/>
              <a:gd name="connsiteY0" fmla="*/ 126597 h 956474"/>
              <a:gd name="connsiteX1" fmla="*/ 205139 w 467931"/>
              <a:gd name="connsiteY1" fmla="*/ 25864 h 956474"/>
              <a:gd name="connsiteX2" fmla="*/ 440546 w 467931"/>
              <a:gd name="connsiteY2" fmla="*/ 460772 h 956474"/>
              <a:gd name="connsiteX3" fmla="*/ 458442 w 467931"/>
              <a:gd name="connsiteY3" fmla="*/ 694069 h 956474"/>
              <a:gd name="connsiteX4" fmla="*/ 452505 w 467931"/>
              <a:gd name="connsiteY4" fmla="*/ 956474 h 956474"/>
              <a:gd name="connsiteX0" fmla="*/ 0 w 467931"/>
              <a:gd name="connsiteY0" fmla="*/ 126597 h 956474"/>
              <a:gd name="connsiteX1" fmla="*/ 205139 w 467931"/>
              <a:gd name="connsiteY1" fmla="*/ 25864 h 956474"/>
              <a:gd name="connsiteX2" fmla="*/ 440546 w 467931"/>
              <a:gd name="connsiteY2" fmla="*/ 460772 h 956474"/>
              <a:gd name="connsiteX3" fmla="*/ 458442 w 467931"/>
              <a:gd name="connsiteY3" fmla="*/ 694069 h 956474"/>
              <a:gd name="connsiteX4" fmla="*/ 452505 w 467931"/>
              <a:gd name="connsiteY4" fmla="*/ 956474 h 956474"/>
              <a:gd name="connsiteX0" fmla="*/ 0 w 473644"/>
              <a:gd name="connsiteY0" fmla="*/ 126597 h 956474"/>
              <a:gd name="connsiteX1" fmla="*/ 205139 w 473644"/>
              <a:gd name="connsiteY1" fmla="*/ 25864 h 956474"/>
              <a:gd name="connsiteX2" fmla="*/ 440546 w 473644"/>
              <a:gd name="connsiteY2" fmla="*/ 460772 h 956474"/>
              <a:gd name="connsiteX3" fmla="*/ 467552 w 473644"/>
              <a:gd name="connsiteY3" fmla="*/ 694069 h 956474"/>
              <a:gd name="connsiteX4" fmla="*/ 452505 w 473644"/>
              <a:gd name="connsiteY4" fmla="*/ 956474 h 956474"/>
              <a:gd name="connsiteX0" fmla="*/ 0 w 468215"/>
              <a:gd name="connsiteY0" fmla="*/ 119282 h 949159"/>
              <a:gd name="connsiteX1" fmla="*/ 205139 w 468215"/>
              <a:gd name="connsiteY1" fmla="*/ 18549 h 949159"/>
              <a:gd name="connsiteX2" fmla="*/ 381835 w 468215"/>
              <a:gd name="connsiteY2" fmla="*/ 354233 h 949159"/>
              <a:gd name="connsiteX3" fmla="*/ 467552 w 468215"/>
              <a:gd name="connsiteY3" fmla="*/ 686754 h 949159"/>
              <a:gd name="connsiteX4" fmla="*/ 452505 w 46821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86866"/>
              <a:gd name="connsiteY0" fmla="*/ 19945 h 1436467"/>
              <a:gd name="connsiteX1" fmla="*/ 239500 w 486866"/>
              <a:gd name="connsiteY1" fmla="*/ 505857 h 1436467"/>
              <a:gd name="connsiteX2" fmla="*/ 416196 w 486866"/>
              <a:gd name="connsiteY2" fmla="*/ 841541 h 1436467"/>
              <a:gd name="connsiteX3" fmla="*/ 479643 w 486866"/>
              <a:gd name="connsiteY3" fmla="*/ 1167219 h 1436467"/>
              <a:gd name="connsiteX4" fmla="*/ 486866 w 486866"/>
              <a:gd name="connsiteY4" fmla="*/ 1436467 h 1436467"/>
              <a:gd name="connsiteX0" fmla="*/ 0 w 486866"/>
              <a:gd name="connsiteY0" fmla="*/ 0 h 1416522"/>
              <a:gd name="connsiteX1" fmla="*/ 239500 w 486866"/>
              <a:gd name="connsiteY1" fmla="*/ 485912 h 1416522"/>
              <a:gd name="connsiteX2" fmla="*/ 416196 w 486866"/>
              <a:gd name="connsiteY2" fmla="*/ 821596 h 1416522"/>
              <a:gd name="connsiteX3" fmla="*/ 479643 w 486866"/>
              <a:gd name="connsiteY3" fmla="*/ 1147274 h 1416522"/>
              <a:gd name="connsiteX4" fmla="*/ 486866 w 486866"/>
              <a:gd name="connsiteY4" fmla="*/ 1416522 h 1416522"/>
              <a:gd name="connsiteX0" fmla="*/ 0 w 517611"/>
              <a:gd name="connsiteY0" fmla="*/ 0 h 1695537"/>
              <a:gd name="connsiteX1" fmla="*/ 270245 w 517611"/>
              <a:gd name="connsiteY1" fmla="*/ 764927 h 1695537"/>
              <a:gd name="connsiteX2" fmla="*/ 446941 w 517611"/>
              <a:gd name="connsiteY2" fmla="*/ 1100611 h 1695537"/>
              <a:gd name="connsiteX3" fmla="*/ 510388 w 517611"/>
              <a:gd name="connsiteY3" fmla="*/ 1426289 h 1695537"/>
              <a:gd name="connsiteX4" fmla="*/ 517611 w 517611"/>
              <a:gd name="connsiteY4" fmla="*/ 1695537 h 1695537"/>
              <a:gd name="connsiteX0" fmla="*/ 0 w 651440"/>
              <a:gd name="connsiteY0" fmla="*/ 0 h 1831466"/>
              <a:gd name="connsiteX1" fmla="*/ 270245 w 651440"/>
              <a:gd name="connsiteY1" fmla="*/ 764927 h 1831466"/>
              <a:gd name="connsiteX2" fmla="*/ 446941 w 651440"/>
              <a:gd name="connsiteY2" fmla="*/ 1100611 h 1831466"/>
              <a:gd name="connsiteX3" fmla="*/ 510388 w 651440"/>
              <a:gd name="connsiteY3" fmla="*/ 1426289 h 1831466"/>
              <a:gd name="connsiteX4" fmla="*/ 651440 w 651440"/>
              <a:gd name="connsiteY4" fmla="*/ 1831466 h 1831466"/>
              <a:gd name="connsiteX0" fmla="*/ 0 w 651440"/>
              <a:gd name="connsiteY0" fmla="*/ 0 h 1831466"/>
              <a:gd name="connsiteX1" fmla="*/ 270245 w 651440"/>
              <a:gd name="connsiteY1" fmla="*/ 764927 h 1831466"/>
              <a:gd name="connsiteX2" fmla="*/ 446941 w 651440"/>
              <a:gd name="connsiteY2" fmla="*/ 1100611 h 1831466"/>
              <a:gd name="connsiteX3" fmla="*/ 504962 w 651440"/>
              <a:gd name="connsiteY3" fmla="*/ 1555065 h 1831466"/>
              <a:gd name="connsiteX4" fmla="*/ 651440 w 651440"/>
              <a:gd name="connsiteY4" fmla="*/ 1831466 h 1831466"/>
              <a:gd name="connsiteX0" fmla="*/ 0 w 743673"/>
              <a:gd name="connsiteY0" fmla="*/ 0 h 1852929"/>
              <a:gd name="connsiteX1" fmla="*/ 270245 w 743673"/>
              <a:gd name="connsiteY1" fmla="*/ 764927 h 1852929"/>
              <a:gd name="connsiteX2" fmla="*/ 446941 w 743673"/>
              <a:gd name="connsiteY2" fmla="*/ 1100611 h 1852929"/>
              <a:gd name="connsiteX3" fmla="*/ 504962 w 743673"/>
              <a:gd name="connsiteY3" fmla="*/ 1555065 h 1852929"/>
              <a:gd name="connsiteX4" fmla="*/ 743673 w 743673"/>
              <a:gd name="connsiteY4" fmla="*/ 1852929 h 1852929"/>
              <a:gd name="connsiteX0" fmla="*/ 0 w 743673"/>
              <a:gd name="connsiteY0" fmla="*/ 0 h 1852929"/>
              <a:gd name="connsiteX1" fmla="*/ 270245 w 743673"/>
              <a:gd name="connsiteY1" fmla="*/ 764927 h 1852929"/>
              <a:gd name="connsiteX2" fmla="*/ 446941 w 743673"/>
              <a:gd name="connsiteY2" fmla="*/ 1100611 h 1852929"/>
              <a:gd name="connsiteX3" fmla="*/ 566451 w 743673"/>
              <a:gd name="connsiteY3" fmla="*/ 1776846 h 1852929"/>
              <a:gd name="connsiteX4" fmla="*/ 743673 w 743673"/>
              <a:gd name="connsiteY4" fmla="*/ 1852929 h 1852929"/>
              <a:gd name="connsiteX0" fmla="*/ 0 w 743673"/>
              <a:gd name="connsiteY0" fmla="*/ 0 h 1852929"/>
              <a:gd name="connsiteX1" fmla="*/ 270245 w 743673"/>
              <a:gd name="connsiteY1" fmla="*/ 764927 h 1852929"/>
              <a:gd name="connsiteX2" fmla="*/ 446941 w 743673"/>
              <a:gd name="connsiteY2" fmla="*/ 1100611 h 1852929"/>
              <a:gd name="connsiteX3" fmla="*/ 566451 w 743673"/>
              <a:gd name="connsiteY3" fmla="*/ 1776846 h 1852929"/>
              <a:gd name="connsiteX4" fmla="*/ 743673 w 743673"/>
              <a:gd name="connsiteY4" fmla="*/ 1852929 h 1852929"/>
              <a:gd name="connsiteX0" fmla="*/ 0 w 772609"/>
              <a:gd name="connsiteY0" fmla="*/ 0 h 1817159"/>
              <a:gd name="connsiteX1" fmla="*/ 270245 w 772609"/>
              <a:gd name="connsiteY1" fmla="*/ 764927 h 1817159"/>
              <a:gd name="connsiteX2" fmla="*/ 446941 w 772609"/>
              <a:gd name="connsiteY2" fmla="*/ 1100611 h 1817159"/>
              <a:gd name="connsiteX3" fmla="*/ 566451 w 772609"/>
              <a:gd name="connsiteY3" fmla="*/ 1776846 h 1817159"/>
              <a:gd name="connsiteX4" fmla="*/ 772609 w 772609"/>
              <a:gd name="connsiteY4" fmla="*/ 1817159 h 1817159"/>
              <a:gd name="connsiteX0" fmla="*/ 0 w 774755"/>
              <a:gd name="connsiteY0" fmla="*/ 0 h 1817159"/>
              <a:gd name="connsiteX1" fmla="*/ 270245 w 774755"/>
              <a:gd name="connsiteY1" fmla="*/ 764927 h 1817159"/>
              <a:gd name="connsiteX2" fmla="*/ 446941 w 774755"/>
              <a:gd name="connsiteY2" fmla="*/ 1100611 h 1817159"/>
              <a:gd name="connsiteX3" fmla="*/ 566451 w 774755"/>
              <a:gd name="connsiteY3" fmla="*/ 1776846 h 1817159"/>
              <a:gd name="connsiteX4" fmla="*/ 772609 w 774755"/>
              <a:gd name="connsiteY4" fmla="*/ 1817159 h 1817159"/>
              <a:gd name="connsiteX0" fmla="*/ 0 w 786165"/>
              <a:gd name="connsiteY0" fmla="*/ 0 h 1817440"/>
              <a:gd name="connsiteX1" fmla="*/ 270245 w 786165"/>
              <a:gd name="connsiteY1" fmla="*/ 764927 h 1817440"/>
              <a:gd name="connsiteX2" fmla="*/ 446941 w 786165"/>
              <a:gd name="connsiteY2" fmla="*/ 1100611 h 1817440"/>
              <a:gd name="connsiteX3" fmla="*/ 566451 w 786165"/>
              <a:gd name="connsiteY3" fmla="*/ 1776846 h 1817440"/>
              <a:gd name="connsiteX4" fmla="*/ 772609 w 786165"/>
              <a:gd name="connsiteY4" fmla="*/ 1817159 h 1817440"/>
              <a:gd name="connsiteX0" fmla="*/ 0 w 1012984"/>
              <a:gd name="connsiteY0" fmla="*/ 0 h 1781596"/>
              <a:gd name="connsiteX1" fmla="*/ 270245 w 1012984"/>
              <a:gd name="connsiteY1" fmla="*/ 764927 h 1781596"/>
              <a:gd name="connsiteX2" fmla="*/ 446941 w 1012984"/>
              <a:gd name="connsiteY2" fmla="*/ 1100611 h 1781596"/>
              <a:gd name="connsiteX3" fmla="*/ 566451 w 1012984"/>
              <a:gd name="connsiteY3" fmla="*/ 1776846 h 1781596"/>
              <a:gd name="connsiteX4" fmla="*/ 1005905 w 1012984"/>
              <a:gd name="connsiteY4" fmla="*/ 1717000 h 1781596"/>
              <a:gd name="connsiteX0" fmla="*/ 0 w 1015768"/>
              <a:gd name="connsiteY0" fmla="*/ 0 h 1802215"/>
              <a:gd name="connsiteX1" fmla="*/ 270245 w 1015768"/>
              <a:gd name="connsiteY1" fmla="*/ 764927 h 1802215"/>
              <a:gd name="connsiteX2" fmla="*/ 446941 w 1015768"/>
              <a:gd name="connsiteY2" fmla="*/ 1100611 h 1802215"/>
              <a:gd name="connsiteX3" fmla="*/ 703897 w 1015768"/>
              <a:gd name="connsiteY3" fmla="*/ 1798308 h 1802215"/>
              <a:gd name="connsiteX4" fmla="*/ 1005905 w 1015768"/>
              <a:gd name="connsiteY4" fmla="*/ 1717000 h 1802215"/>
              <a:gd name="connsiteX0" fmla="*/ 0 w 1015768"/>
              <a:gd name="connsiteY0" fmla="*/ 0 h 1802215"/>
              <a:gd name="connsiteX1" fmla="*/ 270245 w 1015768"/>
              <a:gd name="connsiteY1" fmla="*/ 764927 h 1802215"/>
              <a:gd name="connsiteX2" fmla="*/ 446941 w 1015768"/>
              <a:gd name="connsiteY2" fmla="*/ 1100611 h 1802215"/>
              <a:gd name="connsiteX3" fmla="*/ 703897 w 1015768"/>
              <a:gd name="connsiteY3" fmla="*/ 1798308 h 1802215"/>
              <a:gd name="connsiteX4" fmla="*/ 1005905 w 1015768"/>
              <a:gd name="connsiteY4" fmla="*/ 1717000 h 1802215"/>
              <a:gd name="connsiteX0" fmla="*/ 0 w 1018107"/>
              <a:gd name="connsiteY0" fmla="*/ 0 h 1811117"/>
              <a:gd name="connsiteX1" fmla="*/ 270245 w 1018107"/>
              <a:gd name="connsiteY1" fmla="*/ 764927 h 1811117"/>
              <a:gd name="connsiteX2" fmla="*/ 446941 w 1018107"/>
              <a:gd name="connsiteY2" fmla="*/ 1100611 h 1811117"/>
              <a:gd name="connsiteX3" fmla="*/ 703897 w 1018107"/>
              <a:gd name="connsiteY3" fmla="*/ 1798308 h 1811117"/>
              <a:gd name="connsiteX4" fmla="*/ 1005905 w 1018107"/>
              <a:gd name="connsiteY4" fmla="*/ 1717000 h 1811117"/>
              <a:gd name="connsiteX0" fmla="*/ 0 w 1018107"/>
              <a:gd name="connsiteY0" fmla="*/ 0 h 1811117"/>
              <a:gd name="connsiteX1" fmla="*/ 270245 w 1018107"/>
              <a:gd name="connsiteY1" fmla="*/ 764927 h 1811117"/>
              <a:gd name="connsiteX2" fmla="*/ 412580 w 1018107"/>
              <a:gd name="connsiteY2" fmla="*/ 1200771 h 1811117"/>
              <a:gd name="connsiteX3" fmla="*/ 703897 w 1018107"/>
              <a:gd name="connsiteY3" fmla="*/ 1798308 h 1811117"/>
              <a:gd name="connsiteX4" fmla="*/ 1005905 w 1018107"/>
              <a:gd name="connsiteY4" fmla="*/ 1717000 h 1811117"/>
              <a:gd name="connsiteX0" fmla="*/ 0 w 1017808"/>
              <a:gd name="connsiteY0" fmla="*/ 0 h 1837883"/>
              <a:gd name="connsiteX1" fmla="*/ 270245 w 1017808"/>
              <a:gd name="connsiteY1" fmla="*/ 764927 h 1837883"/>
              <a:gd name="connsiteX2" fmla="*/ 412580 w 1017808"/>
              <a:gd name="connsiteY2" fmla="*/ 1200771 h 1837883"/>
              <a:gd name="connsiteX3" fmla="*/ 696663 w 1017808"/>
              <a:gd name="connsiteY3" fmla="*/ 1826925 h 1837883"/>
              <a:gd name="connsiteX4" fmla="*/ 1005905 w 1017808"/>
              <a:gd name="connsiteY4" fmla="*/ 1717000 h 1837883"/>
              <a:gd name="connsiteX0" fmla="*/ 0 w 1017808"/>
              <a:gd name="connsiteY0" fmla="*/ 0 h 1837883"/>
              <a:gd name="connsiteX1" fmla="*/ 270245 w 1017808"/>
              <a:gd name="connsiteY1" fmla="*/ 764927 h 1837883"/>
              <a:gd name="connsiteX2" fmla="*/ 412580 w 1017808"/>
              <a:gd name="connsiteY2" fmla="*/ 1200771 h 1837883"/>
              <a:gd name="connsiteX3" fmla="*/ 696663 w 1017808"/>
              <a:gd name="connsiteY3" fmla="*/ 1826925 h 1837883"/>
              <a:gd name="connsiteX4" fmla="*/ 1005905 w 1017808"/>
              <a:gd name="connsiteY4" fmla="*/ 1717000 h 1837883"/>
              <a:gd name="connsiteX0" fmla="*/ 0 w 1019767"/>
              <a:gd name="connsiteY0" fmla="*/ 0 h 1833688"/>
              <a:gd name="connsiteX1" fmla="*/ 270245 w 1019767"/>
              <a:gd name="connsiteY1" fmla="*/ 764927 h 1833688"/>
              <a:gd name="connsiteX2" fmla="*/ 412580 w 1019767"/>
              <a:gd name="connsiteY2" fmla="*/ 1200771 h 1833688"/>
              <a:gd name="connsiteX3" fmla="*/ 696663 w 1019767"/>
              <a:gd name="connsiteY3" fmla="*/ 1826925 h 1833688"/>
              <a:gd name="connsiteX4" fmla="*/ 1005905 w 1019767"/>
              <a:gd name="connsiteY4" fmla="*/ 1717000 h 1833688"/>
              <a:gd name="connsiteX0" fmla="*/ 0 w 1019767"/>
              <a:gd name="connsiteY0" fmla="*/ 0 h 1793473"/>
              <a:gd name="connsiteX1" fmla="*/ 270245 w 1019767"/>
              <a:gd name="connsiteY1" fmla="*/ 764927 h 1793473"/>
              <a:gd name="connsiteX2" fmla="*/ 412580 w 1019767"/>
              <a:gd name="connsiteY2" fmla="*/ 1200771 h 1793473"/>
              <a:gd name="connsiteX3" fmla="*/ 696663 w 1019767"/>
              <a:gd name="connsiteY3" fmla="*/ 1784533 h 1793473"/>
              <a:gd name="connsiteX4" fmla="*/ 1005905 w 1019767"/>
              <a:gd name="connsiteY4" fmla="*/ 1717000 h 1793473"/>
              <a:gd name="connsiteX0" fmla="*/ 0 w 1019488"/>
              <a:gd name="connsiteY0" fmla="*/ 0 h 1861003"/>
              <a:gd name="connsiteX1" fmla="*/ 270245 w 1019488"/>
              <a:gd name="connsiteY1" fmla="*/ 764927 h 1861003"/>
              <a:gd name="connsiteX2" fmla="*/ 412580 w 1019488"/>
              <a:gd name="connsiteY2" fmla="*/ 1200771 h 1861003"/>
              <a:gd name="connsiteX3" fmla="*/ 691360 w 1019488"/>
              <a:gd name="connsiteY3" fmla="*/ 1855186 h 1861003"/>
              <a:gd name="connsiteX4" fmla="*/ 1005905 w 1019488"/>
              <a:gd name="connsiteY4" fmla="*/ 1717000 h 1861003"/>
              <a:gd name="connsiteX0" fmla="*/ 0 w 1019488"/>
              <a:gd name="connsiteY0" fmla="*/ 0 h 1861003"/>
              <a:gd name="connsiteX1" fmla="*/ 270245 w 1019488"/>
              <a:gd name="connsiteY1" fmla="*/ 764927 h 1861003"/>
              <a:gd name="connsiteX2" fmla="*/ 412580 w 1019488"/>
              <a:gd name="connsiteY2" fmla="*/ 1200771 h 1861003"/>
              <a:gd name="connsiteX3" fmla="*/ 691360 w 1019488"/>
              <a:gd name="connsiteY3" fmla="*/ 1855186 h 1861003"/>
              <a:gd name="connsiteX4" fmla="*/ 1005905 w 1019488"/>
              <a:gd name="connsiteY4" fmla="*/ 1717000 h 1861003"/>
              <a:gd name="connsiteX0" fmla="*/ 0 w 1319274"/>
              <a:gd name="connsiteY0" fmla="*/ 4611103 h 6466468"/>
              <a:gd name="connsiteX1" fmla="*/ 270245 w 1319274"/>
              <a:gd name="connsiteY1" fmla="*/ 5376030 h 6466468"/>
              <a:gd name="connsiteX2" fmla="*/ 412580 w 1319274"/>
              <a:gd name="connsiteY2" fmla="*/ 5811874 h 6466468"/>
              <a:gd name="connsiteX3" fmla="*/ 691360 w 1319274"/>
              <a:gd name="connsiteY3" fmla="*/ 6466289 h 6466468"/>
              <a:gd name="connsiteX4" fmla="*/ 1313087 w 1319274"/>
              <a:gd name="connsiteY4" fmla="*/ 0 h 6466468"/>
              <a:gd name="connsiteX0" fmla="*/ 0 w 1319860"/>
              <a:gd name="connsiteY0" fmla="*/ 4611103 h 6281134"/>
              <a:gd name="connsiteX1" fmla="*/ 270245 w 1319860"/>
              <a:gd name="connsiteY1" fmla="*/ 5376030 h 6281134"/>
              <a:gd name="connsiteX2" fmla="*/ 412580 w 1319860"/>
              <a:gd name="connsiteY2" fmla="*/ 5811874 h 6281134"/>
              <a:gd name="connsiteX3" fmla="*/ 739681 w 1319860"/>
              <a:gd name="connsiteY3" fmla="*/ 6280951 h 6281134"/>
              <a:gd name="connsiteX4" fmla="*/ 1313087 w 1319860"/>
              <a:gd name="connsiteY4" fmla="*/ 0 h 6281134"/>
              <a:gd name="connsiteX0" fmla="*/ 0 w 1322659"/>
              <a:gd name="connsiteY0" fmla="*/ 4611103 h 6280951"/>
              <a:gd name="connsiteX1" fmla="*/ 270245 w 1322659"/>
              <a:gd name="connsiteY1" fmla="*/ 5376030 h 6280951"/>
              <a:gd name="connsiteX2" fmla="*/ 412580 w 1322659"/>
              <a:gd name="connsiteY2" fmla="*/ 5811874 h 6280951"/>
              <a:gd name="connsiteX3" fmla="*/ 739681 w 1322659"/>
              <a:gd name="connsiteY3" fmla="*/ 6280951 h 6280951"/>
              <a:gd name="connsiteX4" fmla="*/ 1313087 w 1322659"/>
              <a:gd name="connsiteY4" fmla="*/ 0 h 6280951"/>
              <a:gd name="connsiteX0" fmla="*/ 0 w 1332753"/>
              <a:gd name="connsiteY0" fmla="*/ 10065452 h 11735300"/>
              <a:gd name="connsiteX1" fmla="*/ 270245 w 1332753"/>
              <a:gd name="connsiteY1" fmla="*/ 10830379 h 11735300"/>
              <a:gd name="connsiteX2" fmla="*/ 412580 w 1332753"/>
              <a:gd name="connsiteY2" fmla="*/ 11266223 h 11735300"/>
              <a:gd name="connsiteX3" fmla="*/ 739681 w 1332753"/>
              <a:gd name="connsiteY3" fmla="*/ 11735300 h 11735300"/>
              <a:gd name="connsiteX4" fmla="*/ 1323441 w 1332753"/>
              <a:gd name="connsiteY4" fmla="*/ 0 h 11735300"/>
              <a:gd name="connsiteX0" fmla="*/ 0 w 1332753"/>
              <a:gd name="connsiteY0" fmla="*/ 10065452 h 11735300"/>
              <a:gd name="connsiteX1" fmla="*/ 636102 w 1332753"/>
              <a:gd name="connsiteY1" fmla="*/ 11492319 h 11735300"/>
              <a:gd name="connsiteX2" fmla="*/ 412580 w 1332753"/>
              <a:gd name="connsiteY2" fmla="*/ 11266223 h 11735300"/>
              <a:gd name="connsiteX3" fmla="*/ 739681 w 1332753"/>
              <a:gd name="connsiteY3" fmla="*/ 11735300 h 11735300"/>
              <a:gd name="connsiteX4" fmla="*/ 1323441 w 1332753"/>
              <a:gd name="connsiteY4" fmla="*/ 0 h 11735300"/>
              <a:gd name="connsiteX0" fmla="*/ 0 w 1332753"/>
              <a:gd name="connsiteY0" fmla="*/ 10065452 h 12723579"/>
              <a:gd name="connsiteX1" fmla="*/ 636102 w 1332753"/>
              <a:gd name="connsiteY1" fmla="*/ 11492319 h 12723579"/>
              <a:gd name="connsiteX2" fmla="*/ 919948 w 1332753"/>
              <a:gd name="connsiteY2" fmla="*/ 12722478 h 12723579"/>
              <a:gd name="connsiteX3" fmla="*/ 739681 w 1332753"/>
              <a:gd name="connsiteY3" fmla="*/ 11735300 h 12723579"/>
              <a:gd name="connsiteX4" fmla="*/ 1323441 w 1332753"/>
              <a:gd name="connsiteY4" fmla="*/ 0 h 12723579"/>
              <a:gd name="connsiteX0" fmla="*/ 0 w 1465033"/>
              <a:gd name="connsiteY0" fmla="*/ 10065452 h 13069990"/>
              <a:gd name="connsiteX1" fmla="*/ 636102 w 1465033"/>
              <a:gd name="connsiteY1" fmla="*/ 11492319 h 13069990"/>
              <a:gd name="connsiteX2" fmla="*/ 919948 w 1465033"/>
              <a:gd name="connsiteY2" fmla="*/ 12722478 h 13069990"/>
              <a:gd name="connsiteX3" fmla="*/ 1285016 w 1465033"/>
              <a:gd name="connsiteY3" fmla="*/ 4771740 h 13069990"/>
              <a:gd name="connsiteX4" fmla="*/ 1323441 w 1465033"/>
              <a:gd name="connsiteY4" fmla="*/ 0 h 13069990"/>
              <a:gd name="connsiteX0" fmla="*/ 0 w 1465033"/>
              <a:gd name="connsiteY0" fmla="*/ 10065452 h 11510404"/>
              <a:gd name="connsiteX1" fmla="*/ 636102 w 1465033"/>
              <a:gd name="connsiteY1" fmla="*/ 11492319 h 11510404"/>
              <a:gd name="connsiteX2" fmla="*/ 1130488 w 1465033"/>
              <a:gd name="connsiteY2" fmla="*/ 8936204 h 11510404"/>
              <a:gd name="connsiteX3" fmla="*/ 1285016 w 1465033"/>
              <a:gd name="connsiteY3" fmla="*/ 4771740 h 11510404"/>
              <a:gd name="connsiteX4" fmla="*/ 1323441 w 1465033"/>
              <a:gd name="connsiteY4" fmla="*/ 0 h 11510404"/>
              <a:gd name="connsiteX0" fmla="*/ 0 w 1398875"/>
              <a:gd name="connsiteY0" fmla="*/ 11751873 h 13196825"/>
              <a:gd name="connsiteX1" fmla="*/ 636102 w 1398875"/>
              <a:gd name="connsiteY1" fmla="*/ 13178740 h 13196825"/>
              <a:gd name="connsiteX2" fmla="*/ 1130488 w 1398875"/>
              <a:gd name="connsiteY2" fmla="*/ 10622625 h 13196825"/>
              <a:gd name="connsiteX3" fmla="*/ 1167665 w 1398875"/>
              <a:gd name="connsiteY3" fmla="*/ 288925 h 13196825"/>
              <a:gd name="connsiteX4" fmla="*/ 1323441 w 1398875"/>
              <a:gd name="connsiteY4" fmla="*/ 1686421 h 13196825"/>
              <a:gd name="connsiteX0" fmla="*/ 0 w 1357457"/>
              <a:gd name="connsiteY0" fmla="*/ 12083484 h 13214778"/>
              <a:gd name="connsiteX1" fmla="*/ 594684 w 1357457"/>
              <a:gd name="connsiteY1" fmla="*/ 13178746 h 13214778"/>
              <a:gd name="connsiteX2" fmla="*/ 1089070 w 1357457"/>
              <a:gd name="connsiteY2" fmla="*/ 10622631 h 13214778"/>
              <a:gd name="connsiteX3" fmla="*/ 1126247 w 1357457"/>
              <a:gd name="connsiteY3" fmla="*/ 288931 h 13214778"/>
              <a:gd name="connsiteX4" fmla="*/ 1282023 w 1357457"/>
              <a:gd name="connsiteY4" fmla="*/ 1686427 h 13214778"/>
              <a:gd name="connsiteX0" fmla="*/ 0 w 1357457"/>
              <a:gd name="connsiteY0" fmla="*/ 12083484 h 13161182"/>
              <a:gd name="connsiteX1" fmla="*/ 708583 w 1357457"/>
              <a:gd name="connsiteY1" fmla="*/ 13123478 h 13161182"/>
              <a:gd name="connsiteX2" fmla="*/ 1089070 w 1357457"/>
              <a:gd name="connsiteY2" fmla="*/ 10622631 h 13161182"/>
              <a:gd name="connsiteX3" fmla="*/ 1126247 w 1357457"/>
              <a:gd name="connsiteY3" fmla="*/ 288931 h 13161182"/>
              <a:gd name="connsiteX4" fmla="*/ 1282023 w 1357457"/>
              <a:gd name="connsiteY4" fmla="*/ 1686427 h 13161182"/>
              <a:gd name="connsiteX0" fmla="*/ 0 w 1357457"/>
              <a:gd name="connsiteY0" fmla="*/ 12083484 h 13206475"/>
              <a:gd name="connsiteX1" fmla="*/ 708583 w 1357457"/>
              <a:gd name="connsiteY1" fmla="*/ 13123478 h 13206475"/>
              <a:gd name="connsiteX2" fmla="*/ 1130488 w 1357457"/>
              <a:gd name="connsiteY2" fmla="*/ 9683086 h 13206475"/>
              <a:gd name="connsiteX3" fmla="*/ 1126247 w 1357457"/>
              <a:gd name="connsiteY3" fmla="*/ 288931 h 13206475"/>
              <a:gd name="connsiteX4" fmla="*/ 1282023 w 1357457"/>
              <a:gd name="connsiteY4" fmla="*/ 1686427 h 13206475"/>
              <a:gd name="connsiteX0" fmla="*/ 0 w 1231277"/>
              <a:gd name="connsiteY0" fmla="*/ 13823643 h 14946634"/>
              <a:gd name="connsiteX1" fmla="*/ 708583 w 1231277"/>
              <a:gd name="connsiteY1" fmla="*/ 14863637 h 14946634"/>
              <a:gd name="connsiteX2" fmla="*/ 1130488 w 1231277"/>
              <a:gd name="connsiteY2" fmla="*/ 11423245 h 14946634"/>
              <a:gd name="connsiteX3" fmla="*/ 1126247 w 1231277"/>
              <a:gd name="connsiteY3" fmla="*/ 2029090 h 14946634"/>
              <a:gd name="connsiteX4" fmla="*/ 809169 w 1231277"/>
              <a:gd name="connsiteY4" fmla="*/ 0 h 14946634"/>
              <a:gd name="connsiteX0" fmla="*/ 0 w 1198279"/>
              <a:gd name="connsiteY0" fmla="*/ 13823643 h 14946634"/>
              <a:gd name="connsiteX1" fmla="*/ 708583 w 1198279"/>
              <a:gd name="connsiteY1" fmla="*/ 14863637 h 14946634"/>
              <a:gd name="connsiteX2" fmla="*/ 1130488 w 1198279"/>
              <a:gd name="connsiteY2" fmla="*/ 11423245 h 14946634"/>
              <a:gd name="connsiteX3" fmla="*/ 1088281 w 1198279"/>
              <a:gd name="connsiteY3" fmla="*/ 1808018 h 14946634"/>
              <a:gd name="connsiteX4" fmla="*/ 809169 w 1198279"/>
              <a:gd name="connsiteY4" fmla="*/ 0 h 14946634"/>
              <a:gd name="connsiteX0" fmla="*/ 0 w 1142254"/>
              <a:gd name="connsiteY0" fmla="*/ 13823643 h 14946634"/>
              <a:gd name="connsiteX1" fmla="*/ 708583 w 1142254"/>
              <a:gd name="connsiteY1" fmla="*/ 14863637 h 14946634"/>
              <a:gd name="connsiteX2" fmla="*/ 1130488 w 1142254"/>
              <a:gd name="connsiteY2" fmla="*/ 11423245 h 14946634"/>
              <a:gd name="connsiteX3" fmla="*/ 1088281 w 1142254"/>
              <a:gd name="connsiteY3" fmla="*/ 1808018 h 14946634"/>
              <a:gd name="connsiteX4" fmla="*/ 809169 w 1142254"/>
              <a:gd name="connsiteY4" fmla="*/ 0 h 14946634"/>
              <a:gd name="connsiteX0" fmla="*/ 0 w 1169246"/>
              <a:gd name="connsiteY0" fmla="*/ 13823643 h 14946634"/>
              <a:gd name="connsiteX1" fmla="*/ 708583 w 1169246"/>
              <a:gd name="connsiteY1" fmla="*/ 14863637 h 14946634"/>
              <a:gd name="connsiteX2" fmla="*/ 1130488 w 1169246"/>
              <a:gd name="connsiteY2" fmla="*/ 11423245 h 14946634"/>
              <a:gd name="connsiteX3" fmla="*/ 1088281 w 1169246"/>
              <a:gd name="connsiteY3" fmla="*/ 1808018 h 14946634"/>
              <a:gd name="connsiteX4" fmla="*/ 809169 w 1169246"/>
              <a:gd name="connsiteY4" fmla="*/ 0 h 14946634"/>
              <a:gd name="connsiteX0" fmla="*/ 0 w 1169246"/>
              <a:gd name="connsiteY0" fmla="*/ 13845907 h 14968898"/>
              <a:gd name="connsiteX1" fmla="*/ 708583 w 1169246"/>
              <a:gd name="connsiteY1" fmla="*/ 14885901 h 14968898"/>
              <a:gd name="connsiteX2" fmla="*/ 1130488 w 1169246"/>
              <a:gd name="connsiteY2" fmla="*/ 11445509 h 14968898"/>
              <a:gd name="connsiteX3" fmla="*/ 1088281 w 1169246"/>
              <a:gd name="connsiteY3" fmla="*/ 1830282 h 14968898"/>
              <a:gd name="connsiteX4" fmla="*/ 809169 w 1169246"/>
              <a:gd name="connsiteY4" fmla="*/ 22264 h 14968898"/>
              <a:gd name="connsiteX0" fmla="*/ 0 w 1169246"/>
              <a:gd name="connsiteY0" fmla="*/ 13823643 h 14946634"/>
              <a:gd name="connsiteX1" fmla="*/ 708583 w 1169246"/>
              <a:gd name="connsiteY1" fmla="*/ 14863637 h 14946634"/>
              <a:gd name="connsiteX2" fmla="*/ 1130488 w 1169246"/>
              <a:gd name="connsiteY2" fmla="*/ 11423245 h 14946634"/>
              <a:gd name="connsiteX3" fmla="*/ 1088281 w 1169246"/>
              <a:gd name="connsiteY3" fmla="*/ 1808018 h 14946634"/>
              <a:gd name="connsiteX4" fmla="*/ 809169 w 1169246"/>
              <a:gd name="connsiteY4" fmla="*/ 0 h 14946634"/>
              <a:gd name="connsiteX0" fmla="*/ 0 w 1169246"/>
              <a:gd name="connsiteY0" fmla="*/ 14348688 h 15471679"/>
              <a:gd name="connsiteX1" fmla="*/ 708583 w 1169246"/>
              <a:gd name="connsiteY1" fmla="*/ 15388682 h 15471679"/>
              <a:gd name="connsiteX2" fmla="*/ 1130488 w 1169246"/>
              <a:gd name="connsiteY2" fmla="*/ 11948290 h 15471679"/>
              <a:gd name="connsiteX3" fmla="*/ 1088281 w 1169246"/>
              <a:gd name="connsiteY3" fmla="*/ 2333063 h 15471679"/>
              <a:gd name="connsiteX4" fmla="*/ 394991 w 1169246"/>
              <a:gd name="connsiteY4" fmla="*/ 0 h 15471679"/>
              <a:gd name="connsiteX0" fmla="*/ 0 w 1155522"/>
              <a:gd name="connsiteY0" fmla="*/ 14348688 h 15471679"/>
              <a:gd name="connsiteX1" fmla="*/ 708583 w 1155522"/>
              <a:gd name="connsiteY1" fmla="*/ 15388682 h 15471679"/>
              <a:gd name="connsiteX2" fmla="*/ 1130488 w 1155522"/>
              <a:gd name="connsiteY2" fmla="*/ 11948290 h 15471679"/>
              <a:gd name="connsiteX3" fmla="*/ 1050314 w 1155522"/>
              <a:gd name="connsiteY3" fmla="*/ 2664668 h 15471679"/>
              <a:gd name="connsiteX4" fmla="*/ 394991 w 1155522"/>
              <a:gd name="connsiteY4" fmla="*/ 0 h 15471679"/>
              <a:gd name="connsiteX0" fmla="*/ 0 w 1155522"/>
              <a:gd name="connsiteY0" fmla="*/ 14348688 h 15471679"/>
              <a:gd name="connsiteX1" fmla="*/ 708583 w 1155522"/>
              <a:gd name="connsiteY1" fmla="*/ 15388682 h 15471679"/>
              <a:gd name="connsiteX2" fmla="*/ 1130488 w 1155522"/>
              <a:gd name="connsiteY2" fmla="*/ 11948290 h 15471679"/>
              <a:gd name="connsiteX3" fmla="*/ 1050314 w 1155522"/>
              <a:gd name="connsiteY3" fmla="*/ 2664668 h 15471679"/>
              <a:gd name="connsiteX4" fmla="*/ 394991 w 1155522"/>
              <a:gd name="connsiteY4" fmla="*/ 0 h 15471679"/>
              <a:gd name="connsiteX0" fmla="*/ 0 w 1150930"/>
              <a:gd name="connsiteY0" fmla="*/ 14348688 h 15471679"/>
              <a:gd name="connsiteX1" fmla="*/ 708583 w 1150930"/>
              <a:gd name="connsiteY1" fmla="*/ 15388682 h 15471679"/>
              <a:gd name="connsiteX2" fmla="*/ 1130488 w 1150930"/>
              <a:gd name="connsiteY2" fmla="*/ 11948290 h 15471679"/>
              <a:gd name="connsiteX3" fmla="*/ 1050314 w 1150930"/>
              <a:gd name="connsiteY3" fmla="*/ 2664668 h 15471679"/>
              <a:gd name="connsiteX4" fmla="*/ 394991 w 1150930"/>
              <a:gd name="connsiteY4" fmla="*/ 0 h 15471679"/>
              <a:gd name="connsiteX0" fmla="*/ 0 w 1150930"/>
              <a:gd name="connsiteY0" fmla="*/ 14099987 h 15222978"/>
              <a:gd name="connsiteX1" fmla="*/ 708583 w 1150930"/>
              <a:gd name="connsiteY1" fmla="*/ 15139981 h 15222978"/>
              <a:gd name="connsiteX2" fmla="*/ 1130488 w 1150930"/>
              <a:gd name="connsiteY2" fmla="*/ 11699589 h 15222978"/>
              <a:gd name="connsiteX3" fmla="*/ 1050314 w 1150930"/>
              <a:gd name="connsiteY3" fmla="*/ 2415967 h 15222978"/>
              <a:gd name="connsiteX4" fmla="*/ 457118 w 1150930"/>
              <a:gd name="connsiteY4" fmla="*/ 0 h 15222978"/>
              <a:gd name="connsiteX0" fmla="*/ 0 w 1180138"/>
              <a:gd name="connsiteY0" fmla="*/ 14099987 h 15222978"/>
              <a:gd name="connsiteX1" fmla="*/ 708583 w 1180138"/>
              <a:gd name="connsiteY1" fmla="*/ 15139981 h 15222978"/>
              <a:gd name="connsiteX2" fmla="*/ 1130488 w 1180138"/>
              <a:gd name="connsiteY2" fmla="*/ 11699589 h 15222978"/>
              <a:gd name="connsiteX3" fmla="*/ 1050314 w 1180138"/>
              <a:gd name="connsiteY3" fmla="*/ 2415967 h 15222978"/>
              <a:gd name="connsiteX4" fmla="*/ 457118 w 1180138"/>
              <a:gd name="connsiteY4" fmla="*/ 0 h 15222978"/>
              <a:gd name="connsiteX0" fmla="*/ 0 w 1209903"/>
              <a:gd name="connsiteY0" fmla="*/ 14099987 h 15222978"/>
              <a:gd name="connsiteX1" fmla="*/ 708583 w 1209903"/>
              <a:gd name="connsiteY1" fmla="*/ 15139981 h 15222978"/>
              <a:gd name="connsiteX2" fmla="*/ 1130488 w 1209903"/>
              <a:gd name="connsiteY2" fmla="*/ 11699589 h 15222978"/>
              <a:gd name="connsiteX3" fmla="*/ 1050314 w 1209903"/>
              <a:gd name="connsiteY3" fmla="*/ 2415967 h 15222978"/>
              <a:gd name="connsiteX4" fmla="*/ 457118 w 1209903"/>
              <a:gd name="connsiteY4" fmla="*/ 0 h 15222978"/>
              <a:gd name="connsiteX0" fmla="*/ 0 w 1146459"/>
              <a:gd name="connsiteY0" fmla="*/ 14099987 h 15222978"/>
              <a:gd name="connsiteX1" fmla="*/ 708583 w 1146459"/>
              <a:gd name="connsiteY1" fmla="*/ 15139981 h 15222978"/>
              <a:gd name="connsiteX2" fmla="*/ 1130488 w 1146459"/>
              <a:gd name="connsiteY2" fmla="*/ 11699589 h 15222978"/>
              <a:gd name="connsiteX3" fmla="*/ 1050314 w 1146459"/>
              <a:gd name="connsiteY3" fmla="*/ 2415967 h 15222978"/>
              <a:gd name="connsiteX4" fmla="*/ 978068 w 1146459"/>
              <a:gd name="connsiteY4" fmla="*/ 2003569 h 15222978"/>
              <a:gd name="connsiteX5" fmla="*/ 457118 w 1146459"/>
              <a:gd name="connsiteY5" fmla="*/ 0 h 15222978"/>
              <a:gd name="connsiteX0" fmla="*/ 0 w 1146459"/>
              <a:gd name="connsiteY0" fmla="*/ 14099987 h 15222978"/>
              <a:gd name="connsiteX1" fmla="*/ 708583 w 1146459"/>
              <a:gd name="connsiteY1" fmla="*/ 15139981 h 15222978"/>
              <a:gd name="connsiteX2" fmla="*/ 1130488 w 1146459"/>
              <a:gd name="connsiteY2" fmla="*/ 11699589 h 15222978"/>
              <a:gd name="connsiteX3" fmla="*/ 1050314 w 1146459"/>
              <a:gd name="connsiteY3" fmla="*/ 2415967 h 15222978"/>
              <a:gd name="connsiteX4" fmla="*/ 757173 w 1146459"/>
              <a:gd name="connsiteY4" fmla="*/ 1064021 h 15222978"/>
              <a:gd name="connsiteX5" fmla="*/ 457118 w 1146459"/>
              <a:gd name="connsiteY5" fmla="*/ 0 h 15222978"/>
              <a:gd name="connsiteX0" fmla="*/ 0 w 1146459"/>
              <a:gd name="connsiteY0" fmla="*/ 14099987 h 15222978"/>
              <a:gd name="connsiteX1" fmla="*/ 708583 w 1146459"/>
              <a:gd name="connsiteY1" fmla="*/ 15139981 h 15222978"/>
              <a:gd name="connsiteX2" fmla="*/ 1130488 w 1146459"/>
              <a:gd name="connsiteY2" fmla="*/ 11699589 h 15222978"/>
              <a:gd name="connsiteX3" fmla="*/ 1050314 w 1146459"/>
              <a:gd name="connsiteY3" fmla="*/ 2415967 h 15222978"/>
              <a:gd name="connsiteX4" fmla="*/ 639822 w 1146459"/>
              <a:gd name="connsiteY4" fmla="*/ 152109 h 15222978"/>
              <a:gd name="connsiteX5" fmla="*/ 457118 w 1146459"/>
              <a:gd name="connsiteY5" fmla="*/ 0 h 15222978"/>
              <a:gd name="connsiteX0" fmla="*/ 298758 w 1445217"/>
              <a:gd name="connsiteY0" fmla="*/ 14182891 h 15305882"/>
              <a:gd name="connsiteX1" fmla="*/ 1007341 w 1445217"/>
              <a:gd name="connsiteY1" fmla="*/ 15222885 h 15305882"/>
              <a:gd name="connsiteX2" fmla="*/ 1429246 w 1445217"/>
              <a:gd name="connsiteY2" fmla="*/ 11782493 h 15305882"/>
              <a:gd name="connsiteX3" fmla="*/ 1349072 w 1445217"/>
              <a:gd name="connsiteY3" fmla="*/ 2498871 h 15305882"/>
              <a:gd name="connsiteX4" fmla="*/ 938580 w 1445217"/>
              <a:gd name="connsiteY4" fmla="*/ 235013 h 15305882"/>
              <a:gd name="connsiteX5" fmla="*/ 0 w 1445217"/>
              <a:gd name="connsiteY5" fmla="*/ 0 h 15305882"/>
              <a:gd name="connsiteX0" fmla="*/ 298758 w 1445217"/>
              <a:gd name="connsiteY0" fmla="*/ 14182891 h 15305882"/>
              <a:gd name="connsiteX1" fmla="*/ 1007341 w 1445217"/>
              <a:gd name="connsiteY1" fmla="*/ 15222885 h 15305882"/>
              <a:gd name="connsiteX2" fmla="*/ 1429246 w 1445217"/>
              <a:gd name="connsiteY2" fmla="*/ 11782493 h 15305882"/>
              <a:gd name="connsiteX3" fmla="*/ 1349072 w 1445217"/>
              <a:gd name="connsiteY3" fmla="*/ 2498871 h 15305882"/>
              <a:gd name="connsiteX4" fmla="*/ 831583 w 1445217"/>
              <a:gd name="connsiteY4" fmla="*/ 179746 h 15305882"/>
              <a:gd name="connsiteX5" fmla="*/ 0 w 1445217"/>
              <a:gd name="connsiteY5" fmla="*/ 0 h 15305882"/>
              <a:gd name="connsiteX0" fmla="*/ 298758 w 1436956"/>
              <a:gd name="connsiteY0" fmla="*/ 14182891 h 15305882"/>
              <a:gd name="connsiteX1" fmla="*/ 1007341 w 1436956"/>
              <a:gd name="connsiteY1" fmla="*/ 15222885 h 15305882"/>
              <a:gd name="connsiteX2" fmla="*/ 1429246 w 1436956"/>
              <a:gd name="connsiteY2" fmla="*/ 11782493 h 15305882"/>
              <a:gd name="connsiteX3" fmla="*/ 1280042 w 1436956"/>
              <a:gd name="connsiteY3" fmla="*/ 2692311 h 15305882"/>
              <a:gd name="connsiteX4" fmla="*/ 831583 w 1436956"/>
              <a:gd name="connsiteY4" fmla="*/ 179746 h 15305882"/>
              <a:gd name="connsiteX5" fmla="*/ 0 w 1436956"/>
              <a:gd name="connsiteY5" fmla="*/ 0 h 15305882"/>
              <a:gd name="connsiteX0" fmla="*/ 298758 w 1436956"/>
              <a:gd name="connsiteY0" fmla="*/ 14182891 h 15305882"/>
              <a:gd name="connsiteX1" fmla="*/ 1007341 w 1436956"/>
              <a:gd name="connsiteY1" fmla="*/ 15222885 h 15305882"/>
              <a:gd name="connsiteX2" fmla="*/ 1429246 w 1436956"/>
              <a:gd name="connsiteY2" fmla="*/ 11782493 h 15305882"/>
              <a:gd name="connsiteX3" fmla="*/ 1280042 w 1436956"/>
              <a:gd name="connsiteY3" fmla="*/ 2692311 h 15305882"/>
              <a:gd name="connsiteX4" fmla="*/ 831583 w 1436956"/>
              <a:gd name="connsiteY4" fmla="*/ 179746 h 15305882"/>
              <a:gd name="connsiteX5" fmla="*/ 0 w 1436956"/>
              <a:gd name="connsiteY5" fmla="*/ 0 h 15305882"/>
              <a:gd name="connsiteX0" fmla="*/ 298758 w 1436956"/>
              <a:gd name="connsiteY0" fmla="*/ 14222475 h 15345466"/>
              <a:gd name="connsiteX1" fmla="*/ 1007341 w 1436956"/>
              <a:gd name="connsiteY1" fmla="*/ 15262469 h 15345466"/>
              <a:gd name="connsiteX2" fmla="*/ 1429246 w 1436956"/>
              <a:gd name="connsiteY2" fmla="*/ 11822077 h 15345466"/>
              <a:gd name="connsiteX3" fmla="*/ 1280042 w 1436956"/>
              <a:gd name="connsiteY3" fmla="*/ 2731895 h 15345466"/>
              <a:gd name="connsiteX4" fmla="*/ 831583 w 1436956"/>
              <a:gd name="connsiteY4" fmla="*/ 219330 h 15345466"/>
              <a:gd name="connsiteX5" fmla="*/ 300058 w 1436956"/>
              <a:gd name="connsiteY5" fmla="*/ 108795 h 15345466"/>
              <a:gd name="connsiteX6" fmla="*/ 0 w 1436956"/>
              <a:gd name="connsiteY6" fmla="*/ 39584 h 15345466"/>
              <a:gd name="connsiteX0" fmla="*/ 2245395 w 3383593"/>
              <a:gd name="connsiteY0" fmla="*/ 14222475 h 15345466"/>
              <a:gd name="connsiteX1" fmla="*/ 2953978 w 3383593"/>
              <a:gd name="connsiteY1" fmla="*/ 15262469 h 15345466"/>
              <a:gd name="connsiteX2" fmla="*/ 3375883 w 3383593"/>
              <a:gd name="connsiteY2" fmla="*/ 11822077 h 15345466"/>
              <a:gd name="connsiteX3" fmla="*/ 3226679 w 3383593"/>
              <a:gd name="connsiteY3" fmla="*/ 2731895 h 15345466"/>
              <a:gd name="connsiteX4" fmla="*/ 2778220 w 3383593"/>
              <a:gd name="connsiteY4" fmla="*/ 219330 h 15345466"/>
              <a:gd name="connsiteX5" fmla="*/ 2246695 w 3383593"/>
              <a:gd name="connsiteY5" fmla="*/ 108795 h 15345466"/>
              <a:gd name="connsiteX6" fmla="*/ 0 w 3383593"/>
              <a:gd name="connsiteY6" fmla="*/ 6865125 h 15345466"/>
              <a:gd name="connsiteX0" fmla="*/ 2245395 w 3383593"/>
              <a:gd name="connsiteY0" fmla="*/ 14153142 h 15276133"/>
              <a:gd name="connsiteX1" fmla="*/ 2953978 w 3383593"/>
              <a:gd name="connsiteY1" fmla="*/ 15193136 h 15276133"/>
              <a:gd name="connsiteX2" fmla="*/ 3375883 w 3383593"/>
              <a:gd name="connsiteY2" fmla="*/ 11752744 h 15276133"/>
              <a:gd name="connsiteX3" fmla="*/ 3226679 w 3383593"/>
              <a:gd name="connsiteY3" fmla="*/ 2662562 h 15276133"/>
              <a:gd name="connsiteX4" fmla="*/ 2778220 w 3383593"/>
              <a:gd name="connsiteY4" fmla="*/ 149997 h 15276133"/>
              <a:gd name="connsiteX5" fmla="*/ 2036154 w 3383593"/>
              <a:gd name="connsiteY5" fmla="*/ 343436 h 15276133"/>
              <a:gd name="connsiteX6" fmla="*/ 0 w 3383593"/>
              <a:gd name="connsiteY6" fmla="*/ 6795792 h 15276133"/>
              <a:gd name="connsiteX0" fmla="*/ 2245395 w 3383593"/>
              <a:gd name="connsiteY0" fmla="*/ 14208235 h 15331226"/>
              <a:gd name="connsiteX1" fmla="*/ 2953978 w 3383593"/>
              <a:gd name="connsiteY1" fmla="*/ 15248229 h 15331226"/>
              <a:gd name="connsiteX2" fmla="*/ 3375883 w 3383593"/>
              <a:gd name="connsiteY2" fmla="*/ 11807837 h 15331226"/>
              <a:gd name="connsiteX3" fmla="*/ 3226679 w 3383593"/>
              <a:gd name="connsiteY3" fmla="*/ 2717655 h 15331226"/>
              <a:gd name="connsiteX4" fmla="*/ 2778220 w 3383593"/>
              <a:gd name="connsiteY4" fmla="*/ 205090 h 15331226"/>
              <a:gd name="connsiteX5" fmla="*/ 2036154 w 3383593"/>
              <a:gd name="connsiteY5" fmla="*/ 398529 h 15331226"/>
              <a:gd name="connsiteX6" fmla="*/ 0 w 3383593"/>
              <a:gd name="connsiteY6" fmla="*/ 6850885 h 15331226"/>
              <a:gd name="connsiteX0" fmla="*/ 2245395 w 3383593"/>
              <a:gd name="connsiteY0" fmla="*/ 14208235 h 15331226"/>
              <a:gd name="connsiteX1" fmla="*/ 2953978 w 3383593"/>
              <a:gd name="connsiteY1" fmla="*/ 15248229 h 15331226"/>
              <a:gd name="connsiteX2" fmla="*/ 3375883 w 3383593"/>
              <a:gd name="connsiteY2" fmla="*/ 11807837 h 15331226"/>
              <a:gd name="connsiteX3" fmla="*/ 3226679 w 3383593"/>
              <a:gd name="connsiteY3" fmla="*/ 2717655 h 15331226"/>
              <a:gd name="connsiteX4" fmla="*/ 2778220 w 3383593"/>
              <a:gd name="connsiteY4" fmla="*/ 205090 h 15331226"/>
              <a:gd name="connsiteX5" fmla="*/ 2036154 w 3383593"/>
              <a:gd name="connsiteY5" fmla="*/ 398529 h 15331226"/>
              <a:gd name="connsiteX6" fmla="*/ 0 w 3383593"/>
              <a:gd name="connsiteY6" fmla="*/ 6850885 h 15331226"/>
              <a:gd name="connsiteX0" fmla="*/ 2245395 w 3388754"/>
              <a:gd name="connsiteY0" fmla="*/ 14208235 h 15331226"/>
              <a:gd name="connsiteX1" fmla="*/ 2953978 w 3388754"/>
              <a:gd name="connsiteY1" fmla="*/ 15248229 h 15331226"/>
              <a:gd name="connsiteX2" fmla="*/ 3375883 w 3388754"/>
              <a:gd name="connsiteY2" fmla="*/ 11807837 h 15331226"/>
              <a:gd name="connsiteX3" fmla="*/ 3275000 w 3388754"/>
              <a:gd name="connsiteY3" fmla="*/ 2717655 h 15331226"/>
              <a:gd name="connsiteX4" fmla="*/ 2778220 w 3388754"/>
              <a:gd name="connsiteY4" fmla="*/ 205090 h 15331226"/>
              <a:gd name="connsiteX5" fmla="*/ 2036154 w 3388754"/>
              <a:gd name="connsiteY5" fmla="*/ 398529 h 15331226"/>
              <a:gd name="connsiteX6" fmla="*/ 0 w 3388754"/>
              <a:gd name="connsiteY6" fmla="*/ 6850885 h 15331226"/>
              <a:gd name="connsiteX0" fmla="*/ 2245395 w 3388754"/>
              <a:gd name="connsiteY0" fmla="*/ 14382579 h 15505570"/>
              <a:gd name="connsiteX1" fmla="*/ 2953978 w 3388754"/>
              <a:gd name="connsiteY1" fmla="*/ 15422573 h 15505570"/>
              <a:gd name="connsiteX2" fmla="*/ 3375883 w 3388754"/>
              <a:gd name="connsiteY2" fmla="*/ 11982181 h 15505570"/>
              <a:gd name="connsiteX3" fmla="*/ 3275000 w 3388754"/>
              <a:gd name="connsiteY3" fmla="*/ 2891999 h 15505570"/>
              <a:gd name="connsiteX4" fmla="*/ 2802380 w 3388754"/>
              <a:gd name="connsiteY4" fmla="*/ 158364 h 15505570"/>
              <a:gd name="connsiteX5" fmla="*/ 2036154 w 3388754"/>
              <a:gd name="connsiteY5" fmla="*/ 572873 h 15505570"/>
              <a:gd name="connsiteX6" fmla="*/ 0 w 3388754"/>
              <a:gd name="connsiteY6" fmla="*/ 7025229 h 15505570"/>
              <a:gd name="connsiteX0" fmla="*/ 2245395 w 3388754"/>
              <a:gd name="connsiteY0" fmla="*/ 14324404 h 15447395"/>
              <a:gd name="connsiteX1" fmla="*/ 2953978 w 3388754"/>
              <a:gd name="connsiteY1" fmla="*/ 15364398 h 15447395"/>
              <a:gd name="connsiteX2" fmla="*/ 3375883 w 3388754"/>
              <a:gd name="connsiteY2" fmla="*/ 11924006 h 15447395"/>
              <a:gd name="connsiteX3" fmla="*/ 3275000 w 3388754"/>
              <a:gd name="connsiteY3" fmla="*/ 2833824 h 15447395"/>
              <a:gd name="connsiteX4" fmla="*/ 2802380 w 3388754"/>
              <a:gd name="connsiteY4" fmla="*/ 100189 h 15447395"/>
              <a:gd name="connsiteX5" fmla="*/ 2036154 w 3388754"/>
              <a:gd name="connsiteY5" fmla="*/ 514698 h 15447395"/>
              <a:gd name="connsiteX6" fmla="*/ 0 w 3388754"/>
              <a:gd name="connsiteY6" fmla="*/ 6967054 h 15447395"/>
              <a:gd name="connsiteX0" fmla="*/ 2635413 w 3778772"/>
              <a:gd name="connsiteY0" fmla="*/ 14324404 h 15447395"/>
              <a:gd name="connsiteX1" fmla="*/ 3343996 w 3778772"/>
              <a:gd name="connsiteY1" fmla="*/ 15364398 h 15447395"/>
              <a:gd name="connsiteX2" fmla="*/ 3765901 w 3778772"/>
              <a:gd name="connsiteY2" fmla="*/ 11924006 h 15447395"/>
              <a:gd name="connsiteX3" fmla="*/ 3665018 w 3778772"/>
              <a:gd name="connsiteY3" fmla="*/ 2833824 h 15447395"/>
              <a:gd name="connsiteX4" fmla="*/ 3192398 w 3778772"/>
              <a:gd name="connsiteY4" fmla="*/ 100189 h 15447395"/>
              <a:gd name="connsiteX5" fmla="*/ 2426172 w 3778772"/>
              <a:gd name="connsiteY5" fmla="*/ 514698 h 15447395"/>
              <a:gd name="connsiteX6" fmla="*/ 0 w 3778772"/>
              <a:gd name="connsiteY6" fmla="*/ 8404011 h 15447395"/>
              <a:gd name="connsiteX0" fmla="*/ 2705258 w 3848617"/>
              <a:gd name="connsiteY0" fmla="*/ 14324404 h 15447395"/>
              <a:gd name="connsiteX1" fmla="*/ 3413841 w 3848617"/>
              <a:gd name="connsiteY1" fmla="*/ 15364398 h 15447395"/>
              <a:gd name="connsiteX2" fmla="*/ 3835746 w 3848617"/>
              <a:gd name="connsiteY2" fmla="*/ 11924006 h 15447395"/>
              <a:gd name="connsiteX3" fmla="*/ 3734863 w 3848617"/>
              <a:gd name="connsiteY3" fmla="*/ 2833824 h 15447395"/>
              <a:gd name="connsiteX4" fmla="*/ 3262243 w 3848617"/>
              <a:gd name="connsiteY4" fmla="*/ 100189 h 15447395"/>
              <a:gd name="connsiteX5" fmla="*/ 2496017 w 3848617"/>
              <a:gd name="connsiteY5" fmla="*/ 514698 h 15447395"/>
              <a:gd name="connsiteX6" fmla="*/ 221489 w 3848617"/>
              <a:gd name="connsiteY6" fmla="*/ 7920546 h 15447395"/>
              <a:gd name="connsiteX7" fmla="*/ 69845 w 3848617"/>
              <a:gd name="connsiteY7" fmla="*/ 8404011 h 15447395"/>
              <a:gd name="connsiteX0" fmla="*/ 2835599 w 3978958"/>
              <a:gd name="connsiteY0" fmla="*/ 14324404 h 15447395"/>
              <a:gd name="connsiteX1" fmla="*/ 3544182 w 3978958"/>
              <a:gd name="connsiteY1" fmla="*/ 15364398 h 15447395"/>
              <a:gd name="connsiteX2" fmla="*/ 3966087 w 3978958"/>
              <a:gd name="connsiteY2" fmla="*/ 11924006 h 15447395"/>
              <a:gd name="connsiteX3" fmla="*/ 3865204 w 3978958"/>
              <a:gd name="connsiteY3" fmla="*/ 2833824 h 15447395"/>
              <a:gd name="connsiteX4" fmla="*/ 3392584 w 3978958"/>
              <a:gd name="connsiteY4" fmla="*/ 100189 h 15447395"/>
              <a:gd name="connsiteX5" fmla="*/ 2626358 w 3978958"/>
              <a:gd name="connsiteY5" fmla="*/ 514698 h 15447395"/>
              <a:gd name="connsiteX6" fmla="*/ 351830 w 3978958"/>
              <a:gd name="connsiteY6" fmla="*/ 7920546 h 15447395"/>
              <a:gd name="connsiteX7" fmla="*/ 0 w 3978958"/>
              <a:gd name="connsiteY7" fmla="*/ 11416090 h 15447395"/>
              <a:gd name="connsiteX0" fmla="*/ 2984013 w 4127372"/>
              <a:gd name="connsiteY0" fmla="*/ 14324404 h 16583603"/>
              <a:gd name="connsiteX1" fmla="*/ 3692596 w 4127372"/>
              <a:gd name="connsiteY1" fmla="*/ 15364398 h 16583603"/>
              <a:gd name="connsiteX2" fmla="*/ 4114501 w 4127372"/>
              <a:gd name="connsiteY2" fmla="*/ 11924006 h 16583603"/>
              <a:gd name="connsiteX3" fmla="*/ 4013618 w 4127372"/>
              <a:gd name="connsiteY3" fmla="*/ 2833824 h 16583603"/>
              <a:gd name="connsiteX4" fmla="*/ 3540998 w 4127372"/>
              <a:gd name="connsiteY4" fmla="*/ 100189 h 16583603"/>
              <a:gd name="connsiteX5" fmla="*/ 2774772 w 4127372"/>
              <a:gd name="connsiteY5" fmla="*/ 514698 h 16583603"/>
              <a:gd name="connsiteX6" fmla="*/ 500244 w 4127372"/>
              <a:gd name="connsiteY6" fmla="*/ 7920546 h 16583603"/>
              <a:gd name="connsiteX7" fmla="*/ 0 w 4127372"/>
              <a:gd name="connsiteY7" fmla="*/ 16583603 h 16583603"/>
              <a:gd name="connsiteX0" fmla="*/ 2998693 w 4142052"/>
              <a:gd name="connsiteY0" fmla="*/ 14324404 h 16583603"/>
              <a:gd name="connsiteX1" fmla="*/ 3707276 w 4142052"/>
              <a:gd name="connsiteY1" fmla="*/ 15364398 h 16583603"/>
              <a:gd name="connsiteX2" fmla="*/ 4129181 w 4142052"/>
              <a:gd name="connsiteY2" fmla="*/ 11924006 h 16583603"/>
              <a:gd name="connsiteX3" fmla="*/ 4028298 w 4142052"/>
              <a:gd name="connsiteY3" fmla="*/ 2833824 h 16583603"/>
              <a:gd name="connsiteX4" fmla="*/ 3555678 w 4142052"/>
              <a:gd name="connsiteY4" fmla="*/ 100189 h 16583603"/>
              <a:gd name="connsiteX5" fmla="*/ 2789452 w 4142052"/>
              <a:gd name="connsiteY5" fmla="*/ 514698 h 16583603"/>
              <a:gd name="connsiteX6" fmla="*/ 514924 w 4142052"/>
              <a:gd name="connsiteY6" fmla="*/ 7920546 h 16583603"/>
              <a:gd name="connsiteX7" fmla="*/ 45523 w 4142052"/>
              <a:gd name="connsiteY7" fmla="*/ 15464570 h 16583603"/>
              <a:gd name="connsiteX8" fmla="*/ 14680 w 4142052"/>
              <a:gd name="connsiteY8" fmla="*/ 16583603 h 16583603"/>
              <a:gd name="connsiteX0" fmla="*/ 2982200 w 4125559"/>
              <a:gd name="connsiteY0" fmla="*/ 14324404 h 21060275"/>
              <a:gd name="connsiteX1" fmla="*/ 3690783 w 4125559"/>
              <a:gd name="connsiteY1" fmla="*/ 15364398 h 21060275"/>
              <a:gd name="connsiteX2" fmla="*/ 4112688 w 4125559"/>
              <a:gd name="connsiteY2" fmla="*/ 11924006 h 21060275"/>
              <a:gd name="connsiteX3" fmla="*/ 4011805 w 4125559"/>
              <a:gd name="connsiteY3" fmla="*/ 2833824 h 21060275"/>
              <a:gd name="connsiteX4" fmla="*/ 3539185 w 4125559"/>
              <a:gd name="connsiteY4" fmla="*/ 100189 h 21060275"/>
              <a:gd name="connsiteX5" fmla="*/ 2772959 w 4125559"/>
              <a:gd name="connsiteY5" fmla="*/ 514698 h 21060275"/>
              <a:gd name="connsiteX6" fmla="*/ 498431 w 4125559"/>
              <a:gd name="connsiteY6" fmla="*/ 7920546 h 21060275"/>
              <a:gd name="connsiteX7" fmla="*/ 29030 w 4125559"/>
              <a:gd name="connsiteY7" fmla="*/ 15464570 h 21060275"/>
              <a:gd name="connsiteX8" fmla="*/ 63765 w 4125559"/>
              <a:gd name="connsiteY8" fmla="*/ 21060275 h 21060275"/>
              <a:gd name="connsiteX0" fmla="*/ 2999918 w 4143277"/>
              <a:gd name="connsiteY0" fmla="*/ 14324404 h 21060275"/>
              <a:gd name="connsiteX1" fmla="*/ 3708501 w 4143277"/>
              <a:gd name="connsiteY1" fmla="*/ 15364398 h 21060275"/>
              <a:gd name="connsiteX2" fmla="*/ 4130406 w 4143277"/>
              <a:gd name="connsiteY2" fmla="*/ 11924006 h 21060275"/>
              <a:gd name="connsiteX3" fmla="*/ 4029523 w 4143277"/>
              <a:gd name="connsiteY3" fmla="*/ 2833824 h 21060275"/>
              <a:gd name="connsiteX4" fmla="*/ 3556903 w 4143277"/>
              <a:gd name="connsiteY4" fmla="*/ 100189 h 21060275"/>
              <a:gd name="connsiteX5" fmla="*/ 2790677 w 4143277"/>
              <a:gd name="connsiteY5" fmla="*/ 514698 h 21060275"/>
              <a:gd name="connsiteX6" fmla="*/ 516149 w 4143277"/>
              <a:gd name="connsiteY6" fmla="*/ 7920546 h 21060275"/>
              <a:gd name="connsiteX7" fmla="*/ 26039 w 4143277"/>
              <a:gd name="connsiteY7" fmla="*/ 15492201 h 21060275"/>
              <a:gd name="connsiteX8" fmla="*/ 81483 w 4143277"/>
              <a:gd name="connsiteY8" fmla="*/ 21060275 h 21060275"/>
              <a:gd name="connsiteX0" fmla="*/ 2999918 w 4143277"/>
              <a:gd name="connsiteY0" fmla="*/ 14324404 h 21060275"/>
              <a:gd name="connsiteX1" fmla="*/ 3708501 w 4143277"/>
              <a:gd name="connsiteY1" fmla="*/ 15364398 h 21060275"/>
              <a:gd name="connsiteX2" fmla="*/ 4130406 w 4143277"/>
              <a:gd name="connsiteY2" fmla="*/ 11924006 h 21060275"/>
              <a:gd name="connsiteX3" fmla="*/ 4029523 w 4143277"/>
              <a:gd name="connsiteY3" fmla="*/ 2833824 h 21060275"/>
              <a:gd name="connsiteX4" fmla="*/ 3556903 w 4143277"/>
              <a:gd name="connsiteY4" fmla="*/ 100189 h 21060275"/>
              <a:gd name="connsiteX5" fmla="*/ 2790677 w 4143277"/>
              <a:gd name="connsiteY5" fmla="*/ 514698 h 21060275"/>
              <a:gd name="connsiteX6" fmla="*/ 516149 w 4143277"/>
              <a:gd name="connsiteY6" fmla="*/ 7920546 h 21060275"/>
              <a:gd name="connsiteX7" fmla="*/ 26039 w 4143277"/>
              <a:gd name="connsiteY7" fmla="*/ 15492201 h 21060275"/>
              <a:gd name="connsiteX8" fmla="*/ 81483 w 4143277"/>
              <a:gd name="connsiteY8" fmla="*/ 21060275 h 21060275"/>
              <a:gd name="connsiteX0" fmla="*/ 2978378 w 4121737"/>
              <a:gd name="connsiteY0" fmla="*/ 14324404 h 21060275"/>
              <a:gd name="connsiteX1" fmla="*/ 3686961 w 4121737"/>
              <a:gd name="connsiteY1" fmla="*/ 15364398 h 21060275"/>
              <a:gd name="connsiteX2" fmla="*/ 4108866 w 4121737"/>
              <a:gd name="connsiteY2" fmla="*/ 11924006 h 21060275"/>
              <a:gd name="connsiteX3" fmla="*/ 4007983 w 4121737"/>
              <a:gd name="connsiteY3" fmla="*/ 2833824 h 21060275"/>
              <a:gd name="connsiteX4" fmla="*/ 3535363 w 4121737"/>
              <a:gd name="connsiteY4" fmla="*/ 100189 h 21060275"/>
              <a:gd name="connsiteX5" fmla="*/ 2769137 w 4121737"/>
              <a:gd name="connsiteY5" fmla="*/ 514698 h 21060275"/>
              <a:gd name="connsiteX6" fmla="*/ 494609 w 4121737"/>
              <a:gd name="connsiteY6" fmla="*/ 7920546 h 21060275"/>
              <a:gd name="connsiteX7" fmla="*/ 4499 w 4121737"/>
              <a:gd name="connsiteY7" fmla="*/ 15492201 h 21060275"/>
              <a:gd name="connsiteX8" fmla="*/ 59943 w 4121737"/>
              <a:gd name="connsiteY8" fmla="*/ 21060275 h 21060275"/>
              <a:gd name="connsiteX0" fmla="*/ 3001941 w 4145300"/>
              <a:gd name="connsiteY0" fmla="*/ 14324404 h 21060275"/>
              <a:gd name="connsiteX1" fmla="*/ 3710524 w 4145300"/>
              <a:gd name="connsiteY1" fmla="*/ 15364398 h 21060275"/>
              <a:gd name="connsiteX2" fmla="*/ 4132429 w 4145300"/>
              <a:gd name="connsiteY2" fmla="*/ 11924006 h 21060275"/>
              <a:gd name="connsiteX3" fmla="*/ 4031546 w 4145300"/>
              <a:gd name="connsiteY3" fmla="*/ 2833824 h 21060275"/>
              <a:gd name="connsiteX4" fmla="*/ 3558926 w 4145300"/>
              <a:gd name="connsiteY4" fmla="*/ 100189 h 21060275"/>
              <a:gd name="connsiteX5" fmla="*/ 2792700 w 4145300"/>
              <a:gd name="connsiteY5" fmla="*/ 514698 h 21060275"/>
              <a:gd name="connsiteX6" fmla="*/ 518172 w 4145300"/>
              <a:gd name="connsiteY6" fmla="*/ 7920546 h 21060275"/>
              <a:gd name="connsiteX7" fmla="*/ 28062 w 4145300"/>
              <a:gd name="connsiteY7" fmla="*/ 15492201 h 21060275"/>
              <a:gd name="connsiteX8" fmla="*/ 62576 w 4145300"/>
              <a:gd name="connsiteY8" fmla="*/ 19471465 h 21060275"/>
              <a:gd name="connsiteX9" fmla="*/ 83506 w 4145300"/>
              <a:gd name="connsiteY9" fmla="*/ 21060275 h 21060275"/>
              <a:gd name="connsiteX0" fmla="*/ 3001941 w 4145300"/>
              <a:gd name="connsiteY0" fmla="*/ 14324404 h 21087906"/>
              <a:gd name="connsiteX1" fmla="*/ 3710524 w 4145300"/>
              <a:gd name="connsiteY1" fmla="*/ 15364398 h 21087906"/>
              <a:gd name="connsiteX2" fmla="*/ 4132429 w 4145300"/>
              <a:gd name="connsiteY2" fmla="*/ 11924006 h 21087906"/>
              <a:gd name="connsiteX3" fmla="*/ 4031546 w 4145300"/>
              <a:gd name="connsiteY3" fmla="*/ 2833824 h 21087906"/>
              <a:gd name="connsiteX4" fmla="*/ 3558926 w 4145300"/>
              <a:gd name="connsiteY4" fmla="*/ 100189 h 21087906"/>
              <a:gd name="connsiteX5" fmla="*/ 2792700 w 4145300"/>
              <a:gd name="connsiteY5" fmla="*/ 514698 h 21087906"/>
              <a:gd name="connsiteX6" fmla="*/ 518172 w 4145300"/>
              <a:gd name="connsiteY6" fmla="*/ 7920546 h 21087906"/>
              <a:gd name="connsiteX7" fmla="*/ 28062 w 4145300"/>
              <a:gd name="connsiteY7" fmla="*/ 15492201 h 21087906"/>
              <a:gd name="connsiteX8" fmla="*/ 62576 w 4145300"/>
              <a:gd name="connsiteY8" fmla="*/ 19471465 h 21087906"/>
              <a:gd name="connsiteX9" fmla="*/ 332013 w 4145300"/>
              <a:gd name="connsiteY9" fmla="*/ 21087906 h 21087906"/>
              <a:gd name="connsiteX0" fmla="*/ 3001941 w 4145300"/>
              <a:gd name="connsiteY0" fmla="*/ 14324404 h 21087906"/>
              <a:gd name="connsiteX1" fmla="*/ 3710524 w 4145300"/>
              <a:gd name="connsiteY1" fmla="*/ 15364398 h 21087906"/>
              <a:gd name="connsiteX2" fmla="*/ 4132429 w 4145300"/>
              <a:gd name="connsiteY2" fmla="*/ 11924006 h 21087906"/>
              <a:gd name="connsiteX3" fmla="*/ 4031546 w 4145300"/>
              <a:gd name="connsiteY3" fmla="*/ 2833824 h 21087906"/>
              <a:gd name="connsiteX4" fmla="*/ 3558926 w 4145300"/>
              <a:gd name="connsiteY4" fmla="*/ 100189 h 21087906"/>
              <a:gd name="connsiteX5" fmla="*/ 2792700 w 4145300"/>
              <a:gd name="connsiteY5" fmla="*/ 514698 h 21087906"/>
              <a:gd name="connsiteX6" fmla="*/ 518172 w 4145300"/>
              <a:gd name="connsiteY6" fmla="*/ 7920546 h 21087906"/>
              <a:gd name="connsiteX7" fmla="*/ 28062 w 4145300"/>
              <a:gd name="connsiteY7" fmla="*/ 15492201 h 21087906"/>
              <a:gd name="connsiteX8" fmla="*/ 62576 w 4145300"/>
              <a:gd name="connsiteY8" fmla="*/ 19471465 h 21087906"/>
              <a:gd name="connsiteX9" fmla="*/ 332013 w 4145300"/>
              <a:gd name="connsiteY9" fmla="*/ 21087906 h 21087906"/>
              <a:gd name="connsiteX0" fmla="*/ 3006947 w 4150306"/>
              <a:gd name="connsiteY0" fmla="*/ 14324404 h 21087906"/>
              <a:gd name="connsiteX1" fmla="*/ 3715530 w 4150306"/>
              <a:gd name="connsiteY1" fmla="*/ 15364398 h 21087906"/>
              <a:gd name="connsiteX2" fmla="*/ 4137435 w 4150306"/>
              <a:gd name="connsiteY2" fmla="*/ 11924006 h 21087906"/>
              <a:gd name="connsiteX3" fmla="*/ 4036552 w 4150306"/>
              <a:gd name="connsiteY3" fmla="*/ 2833824 h 21087906"/>
              <a:gd name="connsiteX4" fmla="*/ 3563932 w 4150306"/>
              <a:gd name="connsiteY4" fmla="*/ 100189 h 21087906"/>
              <a:gd name="connsiteX5" fmla="*/ 2797706 w 4150306"/>
              <a:gd name="connsiteY5" fmla="*/ 514698 h 21087906"/>
              <a:gd name="connsiteX6" fmla="*/ 523178 w 4150306"/>
              <a:gd name="connsiteY6" fmla="*/ 7920546 h 21087906"/>
              <a:gd name="connsiteX7" fmla="*/ 33068 w 4150306"/>
              <a:gd name="connsiteY7" fmla="*/ 15492201 h 21087906"/>
              <a:gd name="connsiteX8" fmla="*/ 67582 w 4150306"/>
              <a:gd name="connsiteY8" fmla="*/ 19471465 h 21087906"/>
              <a:gd name="connsiteX9" fmla="*/ 337019 w 4150306"/>
              <a:gd name="connsiteY9" fmla="*/ 21087906 h 21087906"/>
              <a:gd name="connsiteX0" fmla="*/ 3006947 w 4150306"/>
              <a:gd name="connsiteY0" fmla="*/ 14324404 h 21087906"/>
              <a:gd name="connsiteX1" fmla="*/ 3715530 w 4150306"/>
              <a:gd name="connsiteY1" fmla="*/ 15364398 h 21087906"/>
              <a:gd name="connsiteX2" fmla="*/ 4137435 w 4150306"/>
              <a:gd name="connsiteY2" fmla="*/ 11924006 h 21087906"/>
              <a:gd name="connsiteX3" fmla="*/ 4036552 w 4150306"/>
              <a:gd name="connsiteY3" fmla="*/ 2833824 h 21087906"/>
              <a:gd name="connsiteX4" fmla="*/ 3563932 w 4150306"/>
              <a:gd name="connsiteY4" fmla="*/ 100189 h 21087906"/>
              <a:gd name="connsiteX5" fmla="*/ 2797706 w 4150306"/>
              <a:gd name="connsiteY5" fmla="*/ 514698 h 21087906"/>
              <a:gd name="connsiteX6" fmla="*/ 523178 w 4150306"/>
              <a:gd name="connsiteY6" fmla="*/ 7920546 h 21087906"/>
              <a:gd name="connsiteX7" fmla="*/ 33068 w 4150306"/>
              <a:gd name="connsiteY7" fmla="*/ 15492201 h 21087906"/>
              <a:gd name="connsiteX8" fmla="*/ 67582 w 4150306"/>
              <a:gd name="connsiteY8" fmla="*/ 19471465 h 21087906"/>
              <a:gd name="connsiteX9" fmla="*/ 337019 w 4150306"/>
              <a:gd name="connsiteY9" fmla="*/ 21087906 h 21087906"/>
              <a:gd name="connsiteX0" fmla="*/ 2987089 w 4130448"/>
              <a:gd name="connsiteY0" fmla="*/ 14324404 h 21087906"/>
              <a:gd name="connsiteX1" fmla="*/ 3695672 w 4130448"/>
              <a:gd name="connsiteY1" fmla="*/ 15364398 h 21087906"/>
              <a:gd name="connsiteX2" fmla="*/ 4117577 w 4130448"/>
              <a:gd name="connsiteY2" fmla="*/ 11924006 h 21087906"/>
              <a:gd name="connsiteX3" fmla="*/ 4016694 w 4130448"/>
              <a:gd name="connsiteY3" fmla="*/ 2833824 h 21087906"/>
              <a:gd name="connsiteX4" fmla="*/ 3544074 w 4130448"/>
              <a:gd name="connsiteY4" fmla="*/ 100189 h 21087906"/>
              <a:gd name="connsiteX5" fmla="*/ 2777848 w 4130448"/>
              <a:gd name="connsiteY5" fmla="*/ 514698 h 21087906"/>
              <a:gd name="connsiteX6" fmla="*/ 503320 w 4130448"/>
              <a:gd name="connsiteY6" fmla="*/ 7920546 h 21087906"/>
              <a:gd name="connsiteX7" fmla="*/ 13210 w 4130448"/>
              <a:gd name="connsiteY7" fmla="*/ 15492201 h 21087906"/>
              <a:gd name="connsiteX8" fmla="*/ 47724 w 4130448"/>
              <a:gd name="connsiteY8" fmla="*/ 19471465 h 21087906"/>
              <a:gd name="connsiteX9" fmla="*/ 317161 w 4130448"/>
              <a:gd name="connsiteY9" fmla="*/ 21087906 h 21087906"/>
              <a:gd name="connsiteX0" fmla="*/ 2976582 w 4119941"/>
              <a:gd name="connsiteY0" fmla="*/ 14324404 h 21087906"/>
              <a:gd name="connsiteX1" fmla="*/ 3685165 w 4119941"/>
              <a:gd name="connsiteY1" fmla="*/ 15364398 h 21087906"/>
              <a:gd name="connsiteX2" fmla="*/ 4107070 w 4119941"/>
              <a:gd name="connsiteY2" fmla="*/ 11924006 h 21087906"/>
              <a:gd name="connsiteX3" fmla="*/ 4006187 w 4119941"/>
              <a:gd name="connsiteY3" fmla="*/ 2833824 h 21087906"/>
              <a:gd name="connsiteX4" fmla="*/ 3533567 w 4119941"/>
              <a:gd name="connsiteY4" fmla="*/ 100189 h 21087906"/>
              <a:gd name="connsiteX5" fmla="*/ 2767341 w 4119941"/>
              <a:gd name="connsiteY5" fmla="*/ 514698 h 21087906"/>
              <a:gd name="connsiteX6" fmla="*/ 492813 w 4119941"/>
              <a:gd name="connsiteY6" fmla="*/ 7920546 h 21087906"/>
              <a:gd name="connsiteX7" fmla="*/ 2703 w 4119941"/>
              <a:gd name="connsiteY7" fmla="*/ 15492201 h 21087906"/>
              <a:gd name="connsiteX8" fmla="*/ 37217 w 4119941"/>
              <a:gd name="connsiteY8" fmla="*/ 19471465 h 21087906"/>
              <a:gd name="connsiteX9" fmla="*/ 306654 w 4119941"/>
              <a:gd name="connsiteY9" fmla="*/ 21087906 h 21087906"/>
              <a:gd name="connsiteX0" fmla="*/ 2976582 w 4119941"/>
              <a:gd name="connsiteY0" fmla="*/ 14324404 h 20894472"/>
              <a:gd name="connsiteX1" fmla="*/ 3685165 w 4119941"/>
              <a:gd name="connsiteY1" fmla="*/ 15364398 h 20894472"/>
              <a:gd name="connsiteX2" fmla="*/ 4107070 w 4119941"/>
              <a:gd name="connsiteY2" fmla="*/ 11924006 h 20894472"/>
              <a:gd name="connsiteX3" fmla="*/ 4006187 w 4119941"/>
              <a:gd name="connsiteY3" fmla="*/ 2833824 h 20894472"/>
              <a:gd name="connsiteX4" fmla="*/ 3533567 w 4119941"/>
              <a:gd name="connsiteY4" fmla="*/ 100189 h 20894472"/>
              <a:gd name="connsiteX5" fmla="*/ 2767341 w 4119941"/>
              <a:gd name="connsiteY5" fmla="*/ 514698 h 20894472"/>
              <a:gd name="connsiteX6" fmla="*/ 492813 w 4119941"/>
              <a:gd name="connsiteY6" fmla="*/ 7920546 h 20894472"/>
              <a:gd name="connsiteX7" fmla="*/ 2703 w 4119941"/>
              <a:gd name="connsiteY7" fmla="*/ 15492201 h 20894472"/>
              <a:gd name="connsiteX8" fmla="*/ 37217 w 4119941"/>
              <a:gd name="connsiteY8" fmla="*/ 19471465 h 20894472"/>
              <a:gd name="connsiteX9" fmla="*/ 303203 w 4119941"/>
              <a:gd name="connsiteY9" fmla="*/ 20894472 h 20894472"/>
              <a:gd name="connsiteX0" fmla="*/ 2976582 w 4119941"/>
              <a:gd name="connsiteY0" fmla="*/ 14324404 h 20894472"/>
              <a:gd name="connsiteX1" fmla="*/ 3685165 w 4119941"/>
              <a:gd name="connsiteY1" fmla="*/ 15364398 h 20894472"/>
              <a:gd name="connsiteX2" fmla="*/ 4107070 w 4119941"/>
              <a:gd name="connsiteY2" fmla="*/ 11924006 h 20894472"/>
              <a:gd name="connsiteX3" fmla="*/ 4006187 w 4119941"/>
              <a:gd name="connsiteY3" fmla="*/ 2833824 h 20894472"/>
              <a:gd name="connsiteX4" fmla="*/ 3533567 w 4119941"/>
              <a:gd name="connsiteY4" fmla="*/ 100189 h 20894472"/>
              <a:gd name="connsiteX5" fmla="*/ 2767341 w 4119941"/>
              <a:gd name="connsiteY5" fmla="*/ 514698 h 20894472"/>
              <a:gd name="connsiteX6" fmla="*/ 492813 w 4119941"/>
              <a:gd name="connsiteY6" fmla="*/ 7920546 h 20894472"/>
              <a:gd name="connsiteX7" fmla="*/ 2703 w 4119941"/>
              <a:gd name="connsiteY7" fmla="*/ 15492201 h 20894472"/>
              <a:gd name="connsiteX8" fmla="*/ 37217 w 4119941"/>
              <a:gd name="connsiteY8" fmla="*/ 19471465 h 20894472"/>
              <a:gd name="connsiteX9" fmla="*/ 303203 w 4119941"/>
              <a:gd name="connsiteY9" fmla="*/ 20894472 h 20894472"/>
              <a:gd name="connsiteX0" fmla="*/ 2975351 w 4118710"/>
              <a:gd name="connsiteY0" fmla="*/ 14324404 h 20894472"/>
              <a:gd name="connsiteX1" fmla="*/ 3683934 w 4118710"/>
              <a:gd name="connsiteY1" fmla="*/ 15364398 h 20894472"/>
              <a:gd name="connsiteX2" fmla="*/ 4105839 w 4118710"/>
              <a:gd name="connsiteY2" fmla="*/ 11924006 h 20894472"/>
              <a:gd name="connsiteX3" fmla="*/ 4004956 w 4118710"/>
              <a:gd name="connsiteY3" fmla="*/ 2833824 h 20894472"/>
              <a:gd name="connsiteX4" fmla="*/ 3532336 w 4118710"/>
              <a:gd name="connsiteY4" fmla="*/ 100189 h 20894472"/>
              <a:gd name="connsiteX5" fmla="*/ 2766110 w 4118710"/>
              <a:gd name="connsiteY5" fmla="*/ 514698 h 20894472"/>
              <a:gd name="connsiteX6" fmla="*/ 491582 w 4118710"/>
              <a:gd name="connsiteY6" fmla="*/ 7920546 h 20894472"/>
              <a:gd name="connsiteX7" fmla="*/ 1472 w 4118710"/>
              <a:gd name="connsiteY7" fmla="*/ 15492201 h 20894472"/>
              <a:gd name="connsiteX8" fmla="*/ 35986 w 4118710"/>
              <a:gd name="connsiteY8" fmla="*/ 19471465 h 20894472"/>
              <a:gd name="connsiteX9" fmla="*/ 301972 w 4118710"/>
              <a:gd name="connsiteY9" fmla="*/ 20894472 h 20894472"/>
              <a:gd name="connsiteX0" fmla="*/ 3015660 w 4159019"/>
              <a:gd name="connsiteY0" fmla="*/ 14324404 h 20894472"/>
              <a:gd name="connsiteX1" fmla="*/ 3724243 w 4159019"/>
              <a:gd name="connsiteY1" fmla="*/ 15364398 h 20894472"/>
              <a:gd name="connsiteX2" fmla="*/ 4146148 w 4159019"/>
              <a:gd name="connsiteY2" fmla="*/ 11924006 h 20894472"/>
              <a:gd name="connsiteX3" fmla="*/ 4045265 w 4159019"/>
              <a:gd name="connsiteY3" fmla="*/ 2833824 h 20894472"/>
              <a:gd name="connsiteX4" fmla="*/ 3572645 w 4159019"/>
              <a:gd name="connsiteY4" fmla="*/ 100189 h 20894472"/>
              <a:gd name="connsiteX5" fmla="*/ 2806419 w 4159019"/>
              <a:gd name="connsiteY5" fmla="*/ 514698 h 20894472"/>
              <a:gd name="connsiteX6" fmla="*/ 531891 w 4159019"/>
              <a:gd name="connsiteY6" fmla="*/ 7920546 h 20894472"/>
              <a:gd name="connsiteX7" fmla="*/ 41781 w 4159019"/>
              <a:gd name="connsiteY7" fmla="*/ 15492201 h 20894472"/>
              <a:gd name="connsiteX8" fmla="*/ 76295 w 4159019"/>
              <a:gd name="connsiteY8" fmla="*/ 19471465 h 20894472"/>
              <a:gd name="connsiteX9" fmla="*/ 342281 w 4159019"/>
              <a:gd name="connsiteY9" fmla="*/ 20894472 h 20894472"/>
              <a:gd name="connsiteX0" fmla="*/ 3023136 w 4166495"/>
              <a:gd name="connsiteY0" fmla="*/ 14324404 h 20894472"/>
              <a:gd name="connsiteX1" fmla="*/ 3731719 w 4166495"/>
              <a:gd name="connsiteY1" fmla="*/ 15364398 h 20894472"/>
              <a:gd name="connsiteX2" fmla="*/ 4153624 w 4166495"/>
              <a:gd name="connsiteY2" fmla="*/ 11924006 h 20894472"/>
              <a:gd name="connsiteX3" fmla="*/ 4052741 w 4166495"/>
              <a:gd name="connsiteY3" fmla="*/ 2833824 h 20894472"/>
              <a:gd name="connsiteX4" fmla="*/ 3580121 w 4166495"/>
              <a:gd name="connsiteY4" fmla="*/ 100189 h 20894472"/>
              <a:gd name="connsiteX5" fmla="*/ 2813895 w 4166495"/>
              <a:gd name="connsiteY5" fmla="*/ 514698 h 20894472"/>
              <a:gd name="connsiteX6" fmla="*/ 539367 w 4166495"/>
              <a:gd name="connsiteY6" fmla="*/ 7920546 h 20894472"/>
              <a:gd name="connsiteX7" fmla="*/ 936 w 4166495"/>
              <a:gd name="connsiteY7" fmla="*/ 15575099 h 20894472"/>
              <a:gd name="connsiteX8" fmla="*/ 83771 w 4166495"/>
              <a:gd name="connsiteY8" fmla="*/ 19471465 h 20894472"/>
              <a:gd name="connsiteX9" fmla="*/ 349757 w 4166495"/>
              <a:gd name="connsiteY9" fmla="*/ 20894472 h 20894472"/>
              <a:gd name="connsiteX0" fmla="*/ 3023136 w 4166495"/>
              <a:gd name="connsiteY0" fmla="*/ 14337564 h 20907632"/>
              <a:gd name="connsiteX1" fmla="*/ 3731719 w 4166495"/>
              <a:gd name="connsiteY1" fmla="*/ 15377558 h 20907632"/>
              <a:gd name="connsiteX2" fmla="*/ 4153624 w 4166495"/>
              <a:gd name="connsiteY2" fmla="*/ 11937166 h 20907632"/>
              <a:gd name="connsiteX3" fmla="*/ 4052741 w 4166495"/>
              <a:gd name="connsiteY3" fmla="*/ 2846984 h 20907632"/>
              <a:gd name="connsiteX4" fmla="*/ 3580121 w 4166495"/>
              <a:gd name="connsiteY4" fmla="*/ 113349 h 20907632"/>
              <a:gd name="connsiteX5" fmla="*/ 2724156 w 4166495"/>
              <a:gd name="connsiteY5" fmla="*/ 444961 h 20907632"/>
              <a:gd name="connsiteX6" fmla="*/ 539367 w 4166495"/>
              <a:gd name="connsiteY6" fmla="*/ 7933706 h 20907632"/>
              <a:gd name="connsiteX7" fmla="*/ 936 w 4166495"/>
              <a:gd name="connsiteY7" fmla="*/ 15588259 h 20907632"/>
              <a:gd name="connsiteX8" fmla="*/ 83771 w 4166495"/>
              <a:gd name="connsiteY8" fmla="*/ 19484625 h 20907632"/>
              <a:gd name="connsiteX9" fmla="*/ 349757 w 4166495"/>
              <a:gd name="connsiteY9" fmla="*/ 20907632 h 20907632"/>
              <a:gd name="connsiteX0" fmla="*/ 3023136 w 4166495"/>
              <a:gd name="connsiteY0" fmla="*/ 14337564 h 20907632"/>
              <a:gd name="connsiteX1" fmla="*/ 3731719 w 4166495"/>
              <a:gd name="connsiteY1" fmla="*/ 15377558 h 20907632"/>
              <a:gd name="connsiteX2" fmla="*/ 4153624 w 4166495"/>
              <a:gd name="connsiteY2" fmla="*/ 11937166 h 20907632"/>
              <a:gd name="connsiteX3" fmla="*/ 4052741 w 4166495"/>
              <a:gd name="connsiteY3" fmla="*/ 2846984 h 20907632"/>
              <a:gd name="connsiteX4" fmla="*/ 3580121 w 4166495"/>
              <a:gd name="connsiteY4" fmla="*/ 113349 h 20907632"/>
              <a:gd name="connsiteX5" fmla="*/ 2724156 w 4166495"/>
              <a:gd name="connsiteY5" fmla="*/ 444961 h 20907632"/>
              <a:gd name="connsiteX6" fmla="*/ 1930315 w 4166495"/>
              <a:gd name="connsiteY6" fmla="*/ 2959625 h 20907632"/>
              <a:gd name="connsiteX7" fmla="*/ 539367 w 4166495"/>
              <a:gd name="connsiteY7" fmla="*/ 7933706 h 20907632"/>
              <a:gd name="connsiteX8" fmla="*/ 936 w 4166495"/>
              <a:gd name="connsiteY8" fmla="*/ 15588259 h 20907632"/>
              <a:gd name="connsiteX9" fmla="*/ 83771 w 4166495"/>
              <a:gd name="connsiteY9" fmla="*/ 19484625 h 20907632"/>
              <a:gd name="connsiteX10" fmla="*/ 349757 w 4166495"/>
              <a:gd name="connsiteY10" fmla="*/ 20907632 h 20907632"/>
              <a:gd name="connsiteX0" fmla="*/ 3023136 w 4166495"/>
              <a:gd name="connsiteY0" fmla="*/ 14337564 h 20907632"/>
              <a:gd name="connsiteX1" fmla="*/ 3731719 w 4166495"/>
              <a:gd name="connsiteY1" fmla="*/ 15377558 h 20907632"/>
              <a:gd name="connsiteX2" fmla="*/ 4153624 w 4166495"/>
              <a:gd name="connsiteY2" fmla="*/ 11937166 h 20907632"/>
              <a:gd name="connsiteX3" fmla="*/ 4052741 w 4166495"/>
              <a:gd name="connsiteY3" fmla="*/ 2846984 h 20907632"/>
              <a:gd name="connsiteX4" fmla="*/ 3580121 w 4166495"/>
              <a:gd name="connsiteY4" fmla="*/ 113349 h 20907632"/>
              <a:gd name="connsiteX5" fmla="*/ 2724156 w 4166495"/>
              <a:gd name="connsiteY5" fmla="*/ 444961 h 20907632"/>
              <a:gd name="connsiteX6" fmla="*/ 1737032 w 4166495"/>
              <a:gd name="connsiteY6" fmla="*/ 2600389 h 20907632"/>
              <a:gd name="connsiteX7" fmla="*/ 539367 w 4166495"/>
              <a:gd name="connsiteY7" fmla="*/ 7933706 h 20907632"/>
              <a:gd name="connsiteX8" fmla="*/ 936 w 4166495"/>
              <a:gd name="connsiteY8" fmla="*/ 15588259 h 20907632"/>
              <a:gd name="connsiteX9" fmla="*/ 83771 w 4166495"/>
              <a:gd name="connsiteY9" fmla="*/ 19484625 h 20907632"/>
              <a:gd name="connsiteX10" fmla="*/ 349757 w 4166495"/>
              <a:gd name="connsiteY10" fmla="*/ 20907632 h 20907632"/>
              <a:gd name="connsiteX0" fmla="*/ 3025522 w 4168881"/>
              <a:gd name="connsiteY0" fmla="*/ 14337564 h 20907632"/>
              <a:gd name="connsiteX1" fmla="*/ 3734105 w 4168881"/>
              <a:gd name="connsiteY1" fmla="*/ 15377558 h 20907632"/>
              <a:gd name="connsiteX2" fmla="*/ 4156010 w 4168881"/>
              <a:gd name="connsiteY2" fmla="*/ 11937166 h 20907632"/>
              <a:gd name="connsiteX3" fmla="*/ 4055127 w 4168881"/>
              <a:gd name="connsiteY3" fmla="*/ 2846984 h 20907632"/>
              <a:gd name="connsiteX4" fmla="*/ 3582507 w 4168881"/>
              <a:gd name="connsiteY4" fmla="*/ 113349 h 20907632"/>
              <a:gd name="connsiteX5" fmla="*/ 2726542 w 4168881"/>
              <a:gd name="connsiteY5" fmla="*/ 444961 h 20907632"/>
              <a:gd name="connsiteX6" fmla="*/ 1739418 w 4168881"/>
              <a:gd name="connsiteY6" fmla="*/ 2600389 h 20907632"/>
              <a:gd name="connsiteX7" fmla="*/ 358825 w 4168881"/>
              <a:gd name="connsiteY7" fmla="*/ 8099508 h 20907632"/>
              <a:gd name="connsiteX8" fmla="*/ 3322 w 4168881"/>
              <a:gd name="connsiteY8" fmla="*/ 15588259 h 20907632"/>
              <a:gd name="connsiteX9" fmla="*/ 86157 w 4168881"/>
              <a:gd name="connsiteY9" fmla="*/ 19484625 h 20907632"/>
              <a:gd name="connsiteX10" fmla="*/ 352143 w 4168881"/>
              <a:gd name="connsiteY10" fmla="*/ 20907632 h 20907632"/>
              <a:gd name="connsiteX0" fmla="*/ 3150154 w 4293513"/>
              <a:gd name="connsiteY0" fmla="*/ 14337564 h 20907632"/>
              <a:gd name="connsiteX1" fmla="*/ 3858737 w 4293513"/>
              <a:gd name="connsiteY1" fmla="*/ 15377558 h 20907632"/>
              <a:gd name="connsiteX2" fmla="*/ 4280642 w 4293513"/>
              <a:gd name="connsiteY2" fmla="*/ 11937166 h 20907632"/>
              <a:gd name="connsiteX3" fmla="*/ 4179759 w 4293513"/>
              <a:gd name="connsiteY3" fmla="*/ 2846984 h 20907632"/>
              <a:gd name="connsiteX4" fmla="*/ 3707139 w 4293513"/>
              <a:gd name="connsiteY4" fmla="*/ 113349 h 20907632"/>
              <a:gd name="connsiteX5" fmla="*/ 2851174 w 4293513"/>
              <a:gd name="connsiteY5" fmla="*/ 444961 h 20907632"/>
              <a:gd name="connsiteX6" fmla="*/ 1864050 w 4293513"/>
              <a:gd name="connsiteY6" fmla="*/ 2600389 h 20907632"/>
              <a:gd name="connsiteX7" fmla="*/ 483457 w 4293513"/>
              <a:gd name="connsiteY7" fmla="*/ 8099508 h 20907632"/>
              <a:gd name="connsiteX8" fmla="*/ 249 w 4293513"/>
              <a:gd name="connsiteY8" fmla="*/ 15781692 h 20907632"/>
              <a:gd name="connsiteX9" fmla="*/ 210789 w 4293513"/>
              <a:gd name="connsiteY9" fmla="*/ 19484625 h 20907632"/>
              <a:gd name="connsiteX10" fmla="*/ 476775 w 4293513"/>
              <a:gd name="connsiteY10" fmla="*/ 20907632 h 20907632"/>
              <a:gd name="connsiteX0" fmla="*/ 3150457 w 4293816"/>
              <a:gd name="connsiteY0" fmla="*/ 14337564 h 20907632"/>
              <a:gd name="connsiteX1" fmla="*/ 3859040 w 4293816"/>
              <a:gd name="connsiteY1" fmla="*/ 15377558 h 20907632"/>
              <a:gd name="connsiteX2" fmla="*/ 4280945 w 4293816"/>
              <a:gd name="connsiteY2" fmla="*/ 11937166 h 20907632"/>
              <a:gd name="connsiteX3" fmla="*/ 4180062 w 4293816"/>
              <a:gd name="connsiteY3" fmla="*/ 2846984 h 20907632"/>
              <a:gd name="connsiteX4" fmla="*/ 3707442 w 4293816"/>
              <a:gd name="connsiteY4" fmla="*/ 113349 h 20907632"/>
              <a:gd name="connsiteX5" fmla="*/ 2851477 w 4293816"/>
              <a:gd name="connsiteY5" fmla="*/ 444961 h 20907632"/>
              <a:gd name="connsiteX6" fmla="*/ 1864353 w 4293816"/>
              <a:gd name="connsiteY6" fmla="*/ 2600389 h 20907632"/>
              <a:gd name="connsiteX7" fmla="*/ 483760 w 4293816"/>
              <a:gd name="connsiteY7" fmla="*/ 8099508 h 20907632"/>
              <a:gd name="connsiteX8" fmla="*/ 552 w 4293816"/>
              <a:gd name="connsiteY8" fmla="*/ 15781692 h 20907632"/>
              <a:gd name="connsiteX9" fmla="*/ 131708 w 4293816"/>
              <a:gd name="connsiteY9" fmla="*/ 19954402 h 20907632"/>
              <a:gd name="connsiteX10" fmla="*/ 477078 w 4293816"/>
              <a:gd name="connsiteY10" fmla="*/ 20907632 h 20907632"/>
              <a:gd name="connsiteX0" fmla="*/ 3150457 w 4293816"/>
              <a:gd name="connsiteY0" fmla="*/ 14337564 h 21073435"/>
              <a:gd name="connsiteX1" fmla="*/ 3859040 w 4293816"/>
              <a:gd name="connsiteY1" fmla="*/ 15377558 h 21073435"/>
              <a:gd name="connsiteX2" fmla="*/ 4280945 w 4293816"/>
              <a:gd name="connsiteY2" fmla="*/ 11937166 h 21073435"/>
              <a:gd name="connsiteX3" fmla="*/ 4180062 w 4293816"/>
              <a:gd name="connsiteY3" fmla="*/ 2846984 h 21073435"/>
              <a:gd name="connsiteX4" fmla="*/ 3707442 w 4293816"/>
              <a:gd name="connsiteY4" fmla="*/ 113349 h 21073435"/>
              <a:gd name="connsiteX5" fmla="*/ 2851477 w 4293816"/>
              <a:gd name="connsiteY5" fmla="*/ 444961 h 21073435"/>
              <a:gd name="connsiteX6" fmla="*/ 1864353 w 4293816"/>
              <a:gd name="connsiteY6" fmla="*/ 2600389 h 21073435"/>
              <a:gd name="connsiteX7" fmla="*/ 483760 w 4293816"/>
              <a:gd name="connsiteY7" fmla="*/ 8099508 h 21073435"/>
              <a:gd name="connsiteX8" fmla="*/ 552 w 4293816"/>
              <a:gd name="connsiteY8" fmla="*/ 15781692 h 21073435"/>
              <a:gd name="connsiteX9" fmla="*/ 131708 w 4293816"/>
              <a:gd name="connsiteY9" fmla="*/ 19954402 h 21073435"/>
              <a:gd name="connsiteX10" fmla="*/ 477078 w 4293816"/>
              <a:gd name="connsiteY10" fmla="*/ 21073435 h 21073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93816" h="21073435">
                <a:moveTo>
                  <a:pt x="3150457" y="14337564"/>
                </a:moveTo>
                <a:cubicBezTo>
                  <a:pt x="3291213" y="14616329"/>
                  <a:pt x="3670625" y="15777624"/>
                  <a:pt x="3859040" y="15377558"/>
                </a:cubicBezTo>
                <a:cubicBezTo>
                  <a:pt x="4047455" y="14977492"/>
                  <a:pt x="4227441" y="14025595"/>
                  <a:pt x="4280945" y="11937166"/>
                </a:cubicBezTo>
                <a:cubicBezTo>
                  <a:pt x="4334449" y="9848737"/>
                  <a:pt x="4205465" y="4462987"/>
                  <a:pt x="4180062" y="2846984"/>
                </a:cubicBezTo>
                <a:cubicBezTo>
                  <a:pt x="4106339" y="1341518"/>
                  <a:pt x="3806308" y="516010"/>
                  <a:pt x="3707442" y="113349"/>
                </a:cubicBezTo>
                <a:cubicBezTo>
                  <a:pt x="3544111" y="-185664"/>
                  <a:pt x="3031492" y="170945"/>
                  <a:pt x="2851477" y="444961"/>
                </a:cubicBezTo>
                <a:cubicBezTo>
                  <a:pt x="2576509" y="919340"/>
                  <a:pt x="2228485" y="1352265"/>
                  <a:pt x="1864353" y="2600389"/>
                </a:cubicBezTo>
                <a:cubicBezTo>
                  <a:pt x="1500222" y="3848513"/>
                  <a:pt x="805323" y="5994736"/>
                  <a:pt x="483760" y="8099508"/>
                </a:cubicBezTo>
                <a:cubicBezTo>
                  <a:pt x="26439" y="10591153"/>
                  <a:pt x="14897" y="14337848"/>
                  <a:pt x="552" y="15781692"/>
                </a:cubicBezTo>
                <a:cubicBezTo>
                  <a:pt x="-6351" y="17817389"/>
                  <a:pt x="52287" y="19072445"/>
                  <a:pt x="131708" y="19954402"/>
                </a:cubicBezTo>
                <a:cubicBezTo>
                  <a:pt x="211129" y="20836359"/>
                  <a:pt x="473590" y="20808633"/>
                  <a:pt x="477078" y="21073435"/>
                </a:cubicBezTo>
              </a:path>
            </a:pathLst>
          </a:custGeom>
          <a:noFill/>
          <a:ln>
            <a:solidFill>
              <a:srgbClr val="C00000"/>
            </a:solidFill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068271-2561-63C8-807F-C5BB84D2C1B0}"/>
              </a:ext>
            </a:extLst>
          </p:cNvPr>
          <p:cNvSpPr txBox="1"/>
          <p:nvPr/>
        </p:nvSpPr>
        <p:spPr>
          <a:xfrm rot="1301184">
            <a:off x="5019574" y="5776060"/>
            <a:ext cx="4235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000" dirty="0"/>
              <a:t>ELSE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A9E71C-EE0C-4DC5-5A0D-AB53CCFED1BA}"/>
                  </a:ext>
                </a:extLst>
              </p:cNvPr>
              <p:cNvSpPr txBox="1"/>
              <p:nvPr/>
            </p:nvSpPr>
            <p:spPr>
              <a:xfrm rot="1346337">
                <a:off x="5369472" y="6062317"/>
                <a:ext cx="697242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𝑐𝑢𝑟𝑟</m:t>
                        </m:r>
                      </m:sup>
                    </m:sSup>
                    <m:r>
                      <a:rPr lang="ru-RU" sz="8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𝑐𝑢𝑟𝑟</m:t>
                        </m:r>
                      </m:sup>
                    </m:sSup>
                  </m:oMath>
                </a14:m>
                <a:r>
                  <a:rPr lang="ru-RU" sz="800" dirty="0">
                    <a:solidFill>
                      <a:schemeClr val="tx1"/>
                    </a:solidFill>
                  </a:rPr>
                  <a:t>+ 0</a:t>
                </a:r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A9E71C-EE0C-4DC5-5A0D-AB53CCFED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346337">
                <a:off x="5369472" y="6062317"/>
                <a:ext cx="697242" cy="123111"/>
              </a:xfrm>
              <a:prstGeom prst="rect">
                <a:avLst/>
              </a:prstGeom>
              <a:blipFill>
                <a:blip r:embed="rId28"/>
                <a:stretch>
                  <a:fillRect l="-4386" r="-9649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reeform 66">
            <a:extLst>
              <a:ext uri="{FF2B5EF4-FFF2-40B4-BE49-F238E27FC236}">
                <a16:creationId xmlns:a16="http://schemas.microsoft.com/office/drawing/2014/main" id="{D8B8AB34-171F-C72E-29B0-1B47508381C1}"/>
              </a:ext>
            </a:extLst>
          </p:cNvPr>
          <p:cNvSpPr/>
          <p:nvPr/>
        </p:nvSpPr>
        <p:spPr>
          <a:xfrm flipH="1" flipV="1">
            <a:off x="4190184" y="3277869"/>
            <a:ext cx="3897238" cy="3098838"/>
          </a:xfrm>
          <a:custGeom>
            <a:avLst/>
            <a:gdLst>
              <a:gd name="csX0" fmla="*/ 0 w 419100"/>
              <a:gd name="csY0" fmla="*/ 737 h 857987"/>
              <a:gd name="csX1" fmla="*/ 317500 w 419100"/>
              <a:gd name="csY1" fmla="*/ 64237 h 857987"/>
              <a:gd name="csX2" fmla="*/ 400050 w 419100"/>
              <a:gd name="csY2" fmla="*/ 407137 h 857987"/>
              <a:gd name="csX3" fmla="*/ 406400 w 419100"/>
              <a:gd name="csY3" fmla="*/ 616687 h 857987"/>
              <a:gd name="csX4" fmla="*/ 419100 w 419100"/>
              <a:gd name="csY4" fmla="*/ 857987 h 857987"/>
              <a:gd name="connsiteX0" fmla="*/ 0 w 419100"/>
              <a:gd name="connsiteY0" fmla="*/ 365 h 857615"/>
              <a:gd name="connsiteX1" fmla="*/ 317500 w 419100"/>
              <a:gd name="connsiteY1" fmla="*/ 63865 h 857615"/>
              <a:gd name="connsiteX2" fmla="*/ 407141 w 419100"/>
              <a:gd name="connsiteY2" fmla="*/ 361913 h 857615"/>
              <a:gd name="connsiteX3" fmla="*/ 406400 w 419100"/>
              <a:gd name="connsiteY3" fmla="*/ 616315 h 857615"/>
              <a:gd name="connsiteX4" fmla="*/ 419100 w 419100"/>
              <a:gd name="connsiteY4" fmla="*/ 857615 h 857615"/>
              <a:gd name="connsiteX0" fmla="*/ 0 w 422592"/>
              <a:gd name="connsiteY0" fmla="*/ 365 h 857615"/>
              <a:gd name="connsiteX1" fmla="*/ 317500 w 422592"/>
              <a:gd name="connsiteY1" fmla="*/ 63865 h 857615"/>
              <a:gd name="connsiteX2" fmla="*/ 407141 w 422592"/>
              <a:gd name="connsiteY2" fmla="*/ 361913 h 857615"/>
              <a:gd name="connsiteX3" fmla="*/ 422000 w 422592"/>
              <a:gd name="connsiteY3" fmla="*/ 649954 h 857615"/>
              <a:gd name="connsiteX4" fmla="*/ 419100 w 422592"/>
              <a:gd name="connsiteY4" fmla="*/ 857615 h 857615"/>
              <a:gd name="connsiteX0" fmla="*/ 0 w 429507"/>
              <a:gd name="connsiteY0" fmla="*/ 89148 h 946398"/>
              <a:gd name="connsiteX1" fmla="*/ 171734 w 429507"/>
              <a:gd name="connsiteY1" fmla="*/ 15788 h 946398"/>
              <a:gd name="connsiteX2" fmla="*/ 407141 w 429507"/>
              <a:gd name="connsiteY2" fmla="*/ 450696 h 946398"/>
              <a:gd name="connsiteX3" fmla="*/ 422000 w 429507"/>
              <a:gd name="connsiteY3" fmla="*/ 738737 h 946398"/>
              <a:gd name="connsiteX4" fmla="*/ 419100 w 429507"/>
              <a:gd name="connsiteY4" fmla="*/ 946398 h 946398"/>
              <a:gd name="connsiteX0" fmla="*/ 0 w 404201"/>
              <a:gd name="connsiteY0" fmla="*/ 115872 h 942328"/>
              <a:gd name="connsiteX1" fmla="*/ 146428 w 404201"/>
              <a:gd name="connsiteY1" fmla="*/ 11718 h 942328"/>
              <a:gd name="connsiteX2" fmla="*/ 381835 w 404201"/>
              <a:gd name="connsiteY2" fmla="*/ 446626 h 942328"/>
              <a:gd name="connsiteX3" fmla="*/ 396694 w 404201"/>
              <a:gd name="connsiteY3" fmla="*/ 734667 h 942328"/>
              <a:gd name="connsiteX4" fmla="*/ 393794 w 404201"/>
              <a:gd name="connsiteY4" fmla="*/ 942328 h 942328"/>
              <a:gd name="connsiteX0" fmla="*/ 0 w 404201"/>
              <a:gd name="connsiteY0" fmla="*/ 129001 h 955457"/>
              <a:gd name="connsiteX1" fmla="*/ 146428 w 404201"/>
              <a:gd name="connsiteY1" fmla="*/ 24847 h 955457"/>
              <a:gd name="connsiteX2" fmla="*/ 381835 w 404201"/>
              <a:gd name="connsiteY2" fmla="*/ 459755 h 955457"/>
              <a:gd name="connsiteX3" fmla="*/ 396694 w 404201"/>
              <a:gd name="connsiteY3" fmla="*/ 747796 h 955457"/>
              <a:gd name="connsiteX4" fmla="*/ 393794 w 404201"/>
              <a:gd name="connsiteY4" fmla="*/ 955457 h 955457"/>
              <a:gd name="connsiteX0" fmla="*/ 0 w 462912"/>
              <a:gd name="connsiteY0" fmla="*/ 126597 h 956474"/>
              <a:gd name="connsiteX1" fmla="*/ 205139 w 462912"/>
              <a:gd name="connsiteY1" fmla="*/ 25864 h 956474"/>
              <a:gd name="connsiteX2" fmla="*/ 440546 w 462912"/>
              <a:gd name="connsiteY2" fmla="*/ 460772 h 956474"/>
              <a:gd name="connsiteX3" fmla="*/ 455405 w 462912"/>
              <a:gd name="connsiteY3" fmla="*/ 748813 h 956474"/>
              <a:gd name="connsiteX4" fmla="*/ 452505 w 462912"/>
              <a:gd name="connsiteY4" fmla="*/ 956474 h 956474"/>
              <a:gd name="connsiteX0" fmla="*/ 0 w 472865"/>
              <a:gd name="connsiteY0" fmla="*/ 126597 h 956474"/>
              <a:gd name="connsiteX1" fmla="*/ 205139 w 472865"/>
              <a:gd name="connsiteY1" fmla="*/ 25864 h 956474"/>
              <a:gd name="connsiteX2" fmla="*/ 440546 w 472865"/>
              <a:gd name="connsiteY2" fmla="*/ 460772 h 956474"/>
              <a:gd name="connsiteX3" fmla="*/ 472614 w 472865"/>
              <a:gd name="connsiteY3" fmla="*/ 752234 h 956474"/>
              <a:gd name="connsiteX4" fmla="*/ 452505 w 472865"/>
              <a:gd name="connsiteY4" fmla="*/ 956474 h 956474"/>
              <a:gd name="connsiteX0" fmla="*/ 0 w 464336"/>
              <a:gd name="connsiteY0" fmla="*/ 126597 h 956474"/>
              <a:gd name="connsiteX1" fmla="*/ 205139 w 464336"/>
              <a:gd name="connsiteY1" fmla="*/ 25864 h 956474"/>
              <a:gd name="connsiteX2" fmla="*/ 440546 w 464336"/>
              <a:gd name="connsiteY2" fmla="*/ 460772 h 956474"/>
              <a:gd name="connsiteX3" fmla="*/ 458442 w 464336"/>
              <a:gd name="connsiteY3" fmla="*/ 694069 h 956474"/>
              <a:gd name="connsiteX4" fmla="*/ 452505 w 464336"/>
              <a:gd name="connsiteY4" fmla="*/ 956474 h 956474"/>
              <a:gd name="connsiteX0" fmla="*/ 0 w 467931"/>
              <a:gd name="connsiteY0" fmla="*/ 126597 h 956474"/>
              <a:gd name="connsiteX1" fmla="*/ 205139 w 467931"/>
              <a:gd name="connsiteY1" fmla="*/ 25864 h 956474"/>
              <a:gd name="connsiteX2" fmla="*/ 440546 w 467931"/>
              <a:gd name="connsiteY2" fmla="*/ 460772 h 956474"/>
              <a:gd name="connsiteX3" fmla="*/ 458442 w 467931"/>
              <a:gd name="connsiteY3" fmla="*/ 694069 h 956474"/>
              <a:gd name="connsiteX4" fmla="*/ 452505 w 467931"/>
              <a:gd name="connsiteY4" fmla="*/ 956474 h 956474"/>
              <a:gd name="connsiteX0" fmla="*/ 0 w 467931"/>
              <a:gd name="connsiteY0" fmla="*/ 126597 h 956474"/>
              <a:gd name="connsiteX1" fmla="*/ 205139 w 467931"/>
              <a:gd name="connsiteY1" fmla="*/ 25864 h 956474"/>
              <a:gd name="connsiteX2" fmla="*/ 440546 w 467931"/>
              <a:gd name="connsiteY2" fmla="*/ 460772 h 956474"/>
              <a:gd name="connsiteX3" fmla="*/ 458442 w 467931"/>
              <a:gd name="connsiteY3" fmla="*/ 694069 h 956474"/>
              <a:gd name="connsiteX4" fmla="*/ 452505 w 467931"/>
              <a:gd name="connsiteY4" fmla="*/ 956474 h 956474"/>
              <a:gd name="connsiteX0" fmla="*/ 0 w 473644"/>
              <a:gd name="connsiteY0" fmla="*/ 126597 h 956474"/>
              <a:gd name="connsiteX1" fmla="*/ 205139 w 473644"/>
              <a:gd name="connsiteY1" fmla="*/ 25864 h 956474"/>
              <a:gd name="connsiteX2" fmla="*/ 440546 w 473644"/>
              <a:gd name="connsiteY2" fmla="*/ 460772 h 956474"/>
              <a:gd name="connsiteX3" fmla="*/ 467552 w 473644"/>
              <a:gd name="connsiteY3" fmla="*/ 694069 h 956474"/>
              <a:gd name="connsiteX4" fmla="*/ 452505 w 473644"/>
              <a:gd name="connsiteY4" fmla="*/ 956474 h 956474"/>
              <a:gd name="connsiteX0" fmla="*/ 0 w 468215"/>
              <a:gd name="connsiteY0" fmla="*/ 119282 h 949159"/>
              <a:gd name="connsiteX1" fmla="*/ 205139 w 468215"/>
              <a:gd name="connsiteY1" fmla="*/ 18549 h 949159"/>
              <a:gd name="connsiteX2" fmla="*/ 381835 w 468215"/>
              <a:gd name="connsiteY2" fmla="*/ 354233 h 949159"/>
              <a:gd name="connsiteX3" fmla="*/ 467552 w 468215"/>
              <a:gd name="connsiteY3" fmla="*/ 686754 h 949159"/>
              <a:gd name="connsiteX4" fmla="*/ 452505 w 46821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01998"/>
              <a:gd name="connsiteY0" fmla="*/ 71669 h 993829"/>
              <a:gd name="connsiteX1" fmla="*/ 154632 w 401998"/>
              <a:gd name="connsiteY1" fmla="*/ 63219 h 993829"/>
              <a:gd name="connsiteX2" fmla="*/ 331328 w 401998"/>
              <a:gd name="connsiteY2" fmla="*/ 398903 h 993829"/>
              <a:gd name="connsiteX3" fmla="*/ 394775 w 401998"/>
              <a:gd name="connsiteY3" fmla="*/ 724581 h 993829"/>
              <a:gd name="connsiteX4" fmla="*/ 401998 w 401998"/>
              <a:gd name="connsiteY4" fmla="*/ 993829 h 993829"/>
              <a:gd name="connsiteX0" fmla="*/ 0 w 401998"/>
              <a:gd name="connsiteY0" fmla="*/ 81672 h 1003832"/>
              <a:gd name="connsiteX1" fmla="*/ 175020 w 401998"/>
              <a:gd name="connsiteY1" fmla="*/ 50664 h 1003832"/>
              <a:gd name="connsiteX2" fmla="*/ 331328 w 401998"/>
              <a:gd name="connsiteY2" fmla="*/ 408906 h 1003832"/>
              <a:gd name="connsiteX3" fmla="*/ 394775 w 401998"/>
              <a:gd name="connsiteY3" fmla="*/ 734584 h 1003832"/>
              <a:gd name="connsiteX4" fmla="*/ 401998 w 401998"/>
              <a:gd name="connsiteY4" fmla="*/ 1003832 h 1003832"/>
              <a:gd name="connsiteX0" fmla="*/ 0 w 413582"/>
              <a:gd name="connsiteY0" fmla="*/ 81672 h 1100217"/>
              <a:gd name="connsiteX1" fmla="*/ 175020 w 413582"/>
              <a:gd name="connsiteY1" fmla="*/ 50664 h 1100217"/>
              <a:gd name="connsiteX2" fmla="*/ 331328 w 413582"/>
              <a:gd name="connsiteY2" fmla="*/ 408906 h 1100217"/>
              <a:gd name="connsiteX3" fmla="*/ 394775 w 413582"/>
              <a:gd name="connsiteY3" fmla="*/ 734584 h 1100217"/>
              <a:gd name="connsiteX4" fmla="*/ 413582 w 413582"/>
              <a:gd name="connsiteY4" fmla="*/ 1100217 h 1100217"/>
              <a:gd name="connsiteX0" fmla="*/ 0 w 413582"/>
              <a:gd name="connsiteY0" fmla="*/ 81672 h 1100217"/>
              <a:gd name="connsiteX1" fmla="*/ 175020 w 413582"/>
              <a:gd name="connsiteY1" fmla="*/ 50664 h 1100217"/>
              <a:gd name="connsiteX2" fmla="*/ 331328 w 413582"/>
              <a:gd name="connsiteY2" fmla="*/ 408906 h 1100217"/>
              <a:gd name="connsiteX3" fmla="*/ 399872 w 413582"/>
              <a:gd name="connsiteY3" fmla="*/ 734584 h 1100217"/>
              <a:gd name="connsiteX4" fmla="*/ 413582 w 413582"/>
              <a:gd name="connsiteY4" fmla="*/ 1100217 h 1100217"/>
              <a:gd name="connsiteX0" fmla="*/ 0 w 410802"/>
              <a:gd name="connsiteY0" fmla="*/ 81672 h 1186348"/>
              <a:gd name="connsiteX1" fmla="*/ 175020 w 410802"/>
              <a:gd name="connsiteY1" fmla="*/ 50664 h 1186348"/>
              <a:gd name="connsiteX2" fmla="*/ 331328 w 410802"/>
              <a:gd name="connsiteY2" fmla="*/ 408906 h 1186348"/>
              <a:gd name="connsiteX3" fmla="*/ 399872 w 410802"/>
              <a:gd name="connsiteY3" fmla="*/ 734584 h 1186348"/>
              <a:gd name="connsiteX4" fmla="*/ 410802 w 410802"/>
              <a:gd name="connsiteY4" fmla="*/ 1186348 h 1186348"/>
              <a:gd name="connsiteX0" fmla="*/ 0 w 410951"/>
              <a:gd name="connsiteY0" fmla="*/ 81672 h 1186348"/>
              <a:gd name="connsiteX1" fmla="*/ 175020 w 410951"/>
              <a:gd name="connsiteY1" fmla="*/ 50664 h 1186348"/>
              <a:gd name="connsiteX2" fmla="*/ 331328 w 410951"/>
              <a:gd name="connsiteY2" fmla="*/ 408906 h 1186348"/>
              <a:gd name="connsiteX3" fmla="*/ 399872 w 410951"/>
              <a:gd name="connsiteY3" fmla="*/ 734584 h 1186348"/>
              <a:gd name="connsiteX4" fmla="*/ 410802 w 410951"/>
              <a:gd name="connsiteY4" fmla="*/ 1186348 h 1186348"/>
              <a:gd name="connsiteX0" fmla="*/ 0 w 410951"/>
              <a:gd name="connsiteY0" fmla="*/ 55716 h 1160392"/>
              <a:gd name="connsiteX1" fmla="*/ 173630 w 410951"/>
              <a:gd name="connsiteY1" fmla="*/ 96483 h 1160392"/>
              <a:gd name="connsiteX2" fmla="*/ 331328 w 410951"/>
              <a:gd name="connsiteY2" fmla="*/ 382950 h 1160392"/>
              <a:gd name="connsiteX3" fmla="*/ 399872 w 410951"/>
              <a:gd name="connsiteY3" fmla="*/ 708628 h 1160392"/>
              <a:gd name="connsiteX4" fmla="*/ 410802 w 410951"/>
              <a:gd name="connsiteY4" fmla="*/ 1160392 h 1160392"/>
              <a:gd name="connsiteX0" fmla="*/ 0 w 410951"/>
              <a:gd name="connsiteY0" fmla="*/ 56637 h 1161313"/>
              <a:gd name="connsiteX1" fmla="*/ 173630 w 410951"/>
              <a:gd name="connsiteY1" fmla="*/ 97404 h 1161313"/>
              <a:gd name="connsiteX2" fmla="*/ 327621 w 410951"/>
              <a:gd name="connsiteY2" fmla="*/ 408480 h 1161313"/>
              <a:gd name="connsiteX3" fmla="*/ 399872 w 410951"/>
              <a:gd name="connsiteY3" fmla="*/ 709549 h 1161313"/>
              <a:gd name="connsiteX4" fmla="*/ 410802 w 410951"/>
              <a:gd name="connsiteY4" fmla="*/ 1161313 h 1161313"/>
              <a:gd name="connsiteX0" fmla="*/ 0 w 410951"/>
              <a:gd name="connsiteY0" fmla="*/ 62607 h 1167283"/>
              <a:gd name="connsiteX1" fmla="*/ 177800 w 410951"/>
              <a:gd name="connsiteY1" fmla="*/ 82867 h 1167283"/>
              <a:gd name="connsiteX2" fmla="*/ 327621 w 410951"/>
              <a:gd name="connsiteY2" fmla="*/ 414450 h 1167283"/>
              <a:gd name="connsiteX3" fmla="*/ 399872 w 410951"/>
              <a:gd name="connsiteY3" fmla="*/ 715519 h 1167283"/>
              <a:gd name="connsiteX4" fmla="*/ 410802 w 410951"/>
              <a:gd name="connsiteY4" fmla="*/ 1167283 h 1167283"/>
              <a:gd name="connsiteX0" fmla="*/ 0 w 401098"/>
              <a:gd name="connsiteY0" fmla="*/ 62607 h 1187790"/>
              <a:gd name="connsiteX1" fmla="*/ 177800 w 401098"/>
              <a:gd name="connsiteY1" fmla="*/ 82867 h 1187790"/>
              <a:gd name="connsiteX2" fmla="*/ 327621 w 401098"/>
              <a:gd name="connsiteY2" fmla="*/ 414450 h 1187790"/>
              <a:gd name="connsiteX3" fmla="*/ 399872 w 401098"/>
              <a:gd name="connsiteY3" fmla="*/ 715519 h 1187790"/>
              <a:gd name="connsiteX4" fmla="*/ 390877 w 401098"/>
              <a:gd name="connsiteY4" fmla="*/ 1187790 h 1187790"/>
              <a:gd name="connsiteX0" fmla="*/ 0 w 390946"/>
              <a:gd name="connsiteY0" fmla="*/ 62607 h 1187790"/>
              <a:gd name="connsiteX1" fmla="*/ 177800 w 390946"/>
              <a:gd name="connsiteY1" fmla="*/ 82867 h 1187790"/>
              <a:gd name="connsiteX2" fmla="*/ 327621 w 390946"/>
              <a:gd name="connsiteY2" fmla="*/ 414450 h 1187790"/>
              <a:gd name="connsiteX3" fmla="*/ 370680 w 390946"/>
              <a:gd name="connsiteY3" fmla="*/ 766788 h 1187790"/>
              <a:gd name="connsiteX4" fmla="*/ 390877 w 390946"/>
              <a:gd name="connsiteY4" fmla="*/ 1187790 h 1187790"/>
              <a:gd name="connsiteX0" fmla="*/ 0 w 390946"/>
              <a:gd name="connsiteY0" fmla="*/ 64635 h 1189818"/>
              <a:gd name="connsiteX1" fmla="*/ 177800 w 390946"/>
              <a:gd name="connsiteY1" fmla="*/ 84895 h 1189818"/>
              <a:gd name="connsiteX2" fmla="*/ 309086 w 390946"/>
              <a:gd name="connsiteY2" fmla="*/ 461594 h 1189818"/>
              <a:gd name="connsiteX3" fmla="*/ 370680 w 390946"/>
              <a:gd name="connsiteY3" fmla="*/ 768816 h 1189818"/>
              <a:gd name="connsiteX4" fmla="*/ 390877 w 390946"/>
              <a:gd name="connsiteY4" fmla="*/ 1189818 h 1189818"/>
              <a:gd name="connsiteX0" fmla="*/ 0 w 390946"/>
              <a:gd name="connsiteY0" fmla="*/ 41863 h 1167046"/>
              <a:gd name="connsiteX1" fmla="*/ 164362 w 390946"/>
              <a:gd name="connsiteY1" fmla="*/ 162609 h 1167046"/>
              <a:gd name="connsiteX2" fmla="*/ 309086 w 390946"/>
              <a:gd name="connsiteY2" fmla="*/ 438822 h 1167046"/>
              <a:gd name="connsiteX3" fmla="*/ 370680 w 390946"/>
              <a:gd name="connsiteY3" fmla="*/ 746044 h 1167046"/>
              <a:gd name="connsiteX4" fmla="*/ 390877 w 390946"/>
              <a:gd name="connsiteY4" fmla="*/ 1167046 h 1167046"/>
              <a:gd name="connsiteX0" fmla="*/ 0 w 390946"/>
              <a:gd name="connsiteY0" fmla="*/ 43598 h 1168781"/>
              <a:gd name="connsiteX1" fmla="*/ 164362 w 390946"/>
              <a:gd name="connsiteY1" fmla="*/ 164344 h 1168781"/>
              <a:gd name="connsiteX2" fmla="*/ 309086 w 390946"/>
              <a:gd name="connsiteY2" fmla="*/ 440557 h 1168781"/>
              <a:gd name="connsiteX3" fmla="*/ 370680 w 390946"/>
              <a:gd name="connsiteY3" fmla="*/ 747779 h 1168781"/>
              <a:gd name="connsiteX4" fmla="*/ 390877 w 390946"/>
              <a:gd name="connsiteY4" fmla="*/ 1168781 h 1168781"/>
              <a:gd name="connsiteX0" fmla="*/ 0 w 390946"/>
              <a:gd name="connsiteY0" fmla="*/ 0 h 1125183"/>
              <a:gd name="connsiteX1" fmla="*/ 164362 w 390946"/>
              <a:gd name="connsiteY1" fmla="*/ 120746 h 1125183"/>
              <a:gd name="connsiteX2" fmla="*/ 309086 w 390946"/>
              <a:gd name="connsiteY2" fmla="*/ 396959 h 1125183"/>
              <a:gd name="connsiteX3" fmla="*/ 370680 w 390946"/>
              <a:gd name="connsiteY3" fmla="*/ 704181 h 1125183"/>
              <a:gd name="connsiteX4" fmla="*/ 390877 w 390946"/>
              <a:gd name="connsiteY4" fmla="*/ 1125183 h 1125183"/>
              <a:gd name="connsiteX0" fmla="*/ 0 w 398823"/>
              <a:gd name="connsiteY0" fmla="*/ 0 h 1147741"/>
              <a:gd name="connsiteX1" fmla="*/ 172239 w 398823"/>
              <a:gd name="connsiteY1" fmla="*/ 143304 h 1147741"/>
              <a:gd name="connsiteX2" fmla="*/ 316963 w 398823"/>
              <a:gd name="connsiteY2" fmla="*/ 419517 h 1147741"/>
              <a:gd name="connsiteX3" fmla="*/ 378557 w 398823"/>
              <a:gd name="connsiteY3" fmla="*/ 726739 h 1147741"/>
              <a:gd name="connsiteX4" fmla="*/ 398754 w 398823"/>
              <a:gd name="connsiteY4" fmla="*/ 1147741 h 1147741"/>
              <a:gd name="connsiteX0" fmla="*/ 0 w 382142"/>
              <a:gd name="connsiteY0" fmla="*/ 0 h 1096473"/>
              <a:gd name="connsiteX1" fmla="*/ 155558 w 382142"/>
              <a:gd name="connsiteY1" fmla="*/ 92036 h 1096473"/>
              <a:gd name="connsiteX2" fmla="*/ 300282 w 382142"/>
              <a:gd name="connsiteY2" fmla="*/ 368249 h 1096473"/>
              <a:gd name="connsiteX3" fmla="*/ 361876 w 382142"/>
              <a:gd name="connsiteY3" fmla="*/ 675471 h 1096473"/>
              <a:gd name="connsiteX4" fmla="*/ 382073 w 382142"/>
              <a:gd name="connsiteY4" fmla="*/ 1096473 h 1096473"/>
              <a:gd name="connsiteX0" fmla="*/ 0 w 377533"/>
              <a:gd name="connsiteY0" fmla="*/ 0 h 1207213"/>
              <a:gd name="connsiteX1" fmla="*/ 155558 w 377533"/>
              <a:gd name="connsiteY1" fmla="*/ 92036 h 1207213"/>
              <a:gd name="connsiteX2" fmla="*/ 300282 w 377533"/>
              <a:gd name="connsiteY2" fmla="*/ 368249 h 1207213"/>
              <a:gd name="connsiteX3" fmla="*/ 361876 w 377533"/>
              <a:gd name="connsiteY3" fmla="*/ 675471 h 1207213"/>
              <a:gd name="connsiteX4" fmla="*/ 377439 w 377533"/>
              <a:gd name="connsiteY4" fmla="*/ 1207213 h 1207213"/>
              <a:gd name="connsiteX0" fmla="*/ 0 w 377439"/>
              <a:gd name="connsiteY0" fmla="*/ 0 h 1207213"/>
              <a:gd name="connsiteX1" fmla="*/ 155558 w 377439"/>
              <a:gd name="connsiteY1" fmla="*/ 92036 h 1207213"/>
              <a:gd name="connsiteX2" fmla="*/ 300282 w 377439"/>
              <a:gd name="connsiteY2" fmla="*/ 368249 h 1207213"/>
              <a:gd name="connsiteX3" fmla="*/ 361876 w 377439"/>
              <a:gd name="connsiteY3" fmla="*/ 675471 h 1207213"/>
              <a:gd name="connsiteX4" fmla="*/ 374469 w 377439"/>
              <a:gd name="connsiteY4" fmla="*/ 1058057 h 1207213"/>
              <a:gd name="connsiteX5" fmla="*/ 377439 w 377439"/>
              <a:gd name="connsiteY5" fmla="*/ 1207213 h 1207213"/>
              <a:gd name="connsiteX0" fmla="*/ 0 w 374582"/>
              <a:gd name="connsiteY0" fmla="*/ 0 h 1346663"/>
              <a:gd name="connsiteX1" fmla="*/ 155558 w 374582"/>
              <a:gd name="connsiteY1" fmla="*/ 92036 h 1346663"/>
              <a:gd name="connsiteX2" fmla="*/ 300282 w 374582"/>
              <a:gd name="connsiteY2" fmla="*/ 368249 h 1346663"/>
              <a:gd name="connsiteX3" fmla="*/ 361876 w 374582"/>
              <a:gd name="connsiteY3" fmla="*/ 675471 h 1346663"/>
              <a:gd name="connsiteX4" fmla="*/ 374469 w 374582"/>
              <a:gd name="connsiteY4" fmla="*/ 1058057 h 1346663"/>
              <a:gd name="connsiteX5" fmla="*/ 334809 w 374582"/>
              <a:gd name="connsiteY5" fmla="*/ 1346663 h 1346663"/>
              <a:gd name="connsiteX0" fmla="*/ 0 w 377818"/>
              <a:gd name="connsiteY0" fmla="*/ 0 h 1346663"/>
              <a:gd name="connsiteX1" fmla="*/ 155558 w 377818"/>
              <a:gd name="connsiteY1" fmla="*/ 92036 h 1346663"/>
              <a:gd name="connsiteX2" fmla="*/ 300282 w 377818"/>
              <a:gd name="connsiteY2" fmla="*/ 368249 h 1346663"/>
              <a:gd name="connsiteX3" fmla="*/ 361876 w 377818"/>
              <a:gd name="connsiteY3" fmla="*/ 675471 h 1346663"/>
              <a:gd name="connsiteX4" fmla="*/ 377713 w 377818"/>
              <a:gd name="connsiteY4" fmla="*/ 1058057 h 1346663"/>
              <a:gd name="connsiteX5" fmla="*/ 334809 w 377818"/>
              <a:gd name="connsiteY5" fmla="*/ 1346663 h 1346663"/>
              <a:gd name="connsiteX0" fmla="*/ 0 w 377818"/>
              <a:gd name="connsiteY0" fmla="*/ 0 h 1342562"/>
              <a:gd name="connsiteX1" fmla="*/ 155558 w 377818"/>
              <a:gd name="connsiteY1" fmla="*/ 92036 h 1342562"/>
              <a:gd name="connsiteX2" fmla="*/ 300282 w 377818"/>
              <a:gd name="connsiteY2" fmla="*/ 368249 h 1342562"/>
              <a:gd name="connsiteX3" fmla="*/ 361876 w 377818"/>
              <a:gd name="connsiteY3" fmla="*/ 675471 h 1342562"/>
              <a:gd name="connsiteX4" fmla="*/ 377713 w 377818"/>
              <a:gd name="connsiteY4" fmla="*/ 1058057 h 1342562"/>
              <a:gd name="connsiteX5" fmla="*/ 334809 w 377818"/>
              <a:gd name="connsiteY5" fmla="*/ 1342562 h 1342562"/>
              <a:gd name="connsiteX0" fmla="*/ 0 w 377818"/>
              <a:gd name="connsiteY0" fmla="*/ 0 h 1342562"/>
              <a:gd name="connsiteX1" fmla="*/ 155558 w 377818"/>
              <a:gd name="connsiteY1" fmla="*/ 92036 h 1342562"/>
              <a:gd name="connsiteX2" fmla="*/ 300282 w 377818"/>
              <a:gd name="connsiteY2" fmla="*/ 368249 h 1342562"/>
              <a:gd name="connsiteX3" fmla="*/ 361876 w 377818"/>
              <a:gd name="connsiteY3" fmla="*/ 675471 h 1342562"/>
              <a:gd name="connsiteX4" fmla="*/ 377713 w 377818"/>
              <a:gd name="connsiteY4" fmla="*/ 1058057 h 1342562"/>
              <a:gd name="connsiteX5" fmla="*/ 334809 w 377818"/>
              <a:gd name="connsiteY5" fmla="*/ 1342562 h 1342562"/>
              <a:gd name="connsiteX0" fmla="*/ 0 w 378928"/>
              <a:gd name="connsiteY0" fmla="*/ 0 h 1342562"/>
              <a:gd name="connsiteX1" fmla="*/ 155558 w 378928"/>
              <a:gd name="connsiteY1" fmla="*/ 92036 h 1342562"/>
              <a:gd name="connsiteX2" fmla="*/ 300282 w 378928"/>
              <a:gd name="connsiteY2" fmla="*/ 368249 h 1342562"/>
              <a:gd name="connsiteX3" fmla="*/ 361876 w 378928"/>
              <a:gd name="connsiteY3" fmla="*/ 675471 h 1342562"/>
              <a:gd name="connsiteX4" fmla="*/ 377713 w 378928"/>
              <a:gd name="connsiteY4" fmla="*/ 1058057 h 1342562"/>
              <a:gd name="connsiteX5" fmla="*/ 334809 w 378928"/>
              <a:gd name="connsiteY5" fmla="*/ 1342562 h 1342562"/>
              <a:gd name="connsiteX0" fmla="*/ 0 w 379182"/>
              <a:gd name="connsiteY0" fmla="*/ 0 h 1334359"/>
              <a:gd name="connsiteX1" fmla="*/ 155558 w 379182"/>
              <a:gd name="connsiteY1" fmla="*/ 92036 h 1334359"/>
              <a:gd name="connsiteX2" fmla="*/ 300282 w 379182"/>
              <a:gd name="connsiteY2" fmla="*/ 368249 h 1334359"/>
              <a:gd name="connsiteX3" fmla="*/ 361876 w 379182"/>
              <a:gd name="connsiteY3" fmla="*/ 675471 h 1334359"/>
              <a:gd name="connsiteX4" fmla="*/ 377713 w 379182"/>
              <a:gd name="connsiteY4" fmla="*/ 1058057 h 1334359"/>
              <a:gd name="connsiteX5" fmla="*/ 331720 w 379182"/>
              <a:gd name="connsiteY5" fmla="*/ 1334359 h 1334359"/>
              <a:gd name="connsiteX0" fmla="*/ 0 w 379182"/>
              <a:gd name="connsiteY0" fmla="*/ 0 h 1334359"/>
              <a:gd name="connsiteX1" fmla="*/ 155558 w 379182"/>
              <a:gd name="connsiteY1" fmla="*/ 92036 h 1334359"/>
              <a:gd name="connsiteX2" fmla="*/ 300282 w 379182"/>
              <a:gd name="connsiteY2" fmla="*/ 368249 h 1334359"/>
              <a:gd name="connsiteX3" fmla="*/ 361876 w 379182"/>
              <a:gd name="connsiteY3" fmla="*/ 675471 h 1334359"/>
              <a:gd name="connsiteX4" fmla="*/ 377713 w 379182"/>
              <a:gd name="connsiteY4" fmla="*/ 1058057 h 1334359"/>
              <a:gd name="connsiteX5" fmla="*/ 331720 w 379182"/>
              <a:gd name="connsiteY5" fmla="*/ 1334359 h 1334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9182" h="1334359">
                <a:moveTo>
                  <a:pt x="0" y="0"/>
                </a:moveTo>
                <a:cubicBezTo>
                  <a:pt x="106350" y="5276"/>
                  <a:pt x="105511" y="30661"/>
                  <a:pt x="155558" y="92036"/>
                </a:cubicBezTo>
                <a:cubicBezTo>
                  <a:pt x="205605" y="153411"/>
                  <a:pt x="265896" y="271010"/>
                  <a:pt x="300282" y="368249"/>
                </a:cubicBezTo>
                <a:cubicBezTo>
                  <a:pt x="334668" y="465488"/>
                  <a:pt x="349512" y="560503"/>
                  <a:pt x="361876" y="675471"/>
                </a:cubicBezTo>
                <a:cubicBezTo>
                  <a:pt x="374240" y="790439"/>
                  <a:pt x="382739" y="948242"/>
                  <a:pt x="377713" y="1058057"/>
                </a:cubicBezTo>
                <a:cubicBezTo>
                  <a:pt x="372687" y="1167872"/>
                  <a:pt x="336168" y="1317703"/>
                  <a:pt x="331720" y="1334359"/>
                </a:cubicBezTo>
              </a:path>
            </a:pathLst>
          </a:custGeom>
          <a:noFill/>
          <a:ln>
            <a:solidFill>
              <a:srgbClr val="C00000"/>
            </a:solidFill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891163-C8E6-8B54-853F-6EF39F037683}"/>
                  </a:ext>
                </a:extLst>
              </p:cNvPr>
              <p:cNvSpPr txBox="1"/>
              <p:nvPr/>
            </p:nvSpPr>
            <p:spPr>
              <a:xfrm rot="510531">
                <a:off x="6710169" y="6153754"/>
                <a:ext cx="927305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  <m:r>
                        <a:rPr lang="ru-RU" sz="800" b="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  <m:r>
                        <a:rPr lang="en-US" sz="800" b="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</m:sSub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891163-C8E6-8B54-853F-6EF39F0376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10531">
                <a:off x="6710169" y="6153754"/>
                <a:ext cx="927305" cy="123111"/>
              </a:xfrm>
              <a:prstGeom prst="rect">
                <a:avLst/>
              </a:prstGeom>
              <a:blipFill>
                <a:blip r:embed="rId29"/>
                <a:stretch>
                  <a:fillRect l="-1948"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6052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F2A8C-7B47-4B2A-0BC9-C3E6E3E98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FF7687A2-2573-7D45-B2DF-13FDA52575EB}"/>
              </a:ext>
            </a:extLst>
          </p:cNvPr>
          <p:cNvSpPr/>
          <p:nvPr/>
        </p:nvSpPr>
        <p:spPr>
          <a:xfrm flipH="1">
            <a:off x="11502442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A9170AE8-DCB5-62C0-464F-C830ECC9368F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584DCA95-5514-5836-D965-E8E64DD84F25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69F0706-FB46-644B-4815-C306C7CC41D4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4FAB8A1-C730-1004-703E-ADE07425DC5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9A911F5-D21D-8E7F-21CC-0DE3FD9A2816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87E6E73E-CC19-B337-2768-F1F571F0665E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C50705E-8215-DAD0-22DD-C81CF184B6A1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DC8EA47-DCE3-E873-0DCB-A2A56A47B58B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DD572843-D5E9-7A9D-1023-57D2CA953CAC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DE5CDD2-D244-A825-1748-02413EDE846C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5241C92-C84F-9AAF-B581-97397B752A18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EF9515D1-7179-2ABB-9C39-438A0141AC28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AD57DE0C-07E9-0813-06A6-024F91F3467B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653FF0CF-6ED6-0734-1070-47C082082012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D754A168-F66E-B713-6DF1-638400DC27BC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E66EDA8-811E-6C9B-2F9B-18081BDD77AE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1D6ED0BF-A64B-FCCD-9D47-49D935A7C637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179AE8C-DC82-1D46-F723-EF39AF7AE880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93C1B85-59AE-2BCA-3005-9210004A62EE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58A71F6-1992-F8E2-4B01-B9B81342C523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DD8F7D2-70B9-DA5B-6A09-D6CB5A4506FB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18BC59-D347-3353-CEC2-F068B93F4BD6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18BC59-D347-3353-CEC2-F068B93F4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64D050-A4FA-60CE-CD5B-EEEDE7E9A973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EA776F-F872-A9D7-048C-39C6F9FFE334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FDE613-9FDF-C258-758A-4195D3BEA620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EB9A1FD-BB7C-A0D6-5FF3-436518E1AF54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103E626-6B44-3A7A-7580-54803379C31C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8EA6E04-1EA6-BCCE-FC1C-E86B642FFB39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8831E62-A21D-F929-7A94-B7EC315DD377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AC23A88D-0BA1-9E09-B5EB-BAD7906636D6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2E9A995E-CB2D-CB21-0C91-55BD3C6872B8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77A9042-B215-2FF8-ED3B-237FB83DBE35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47C03849-FC85-323D-1FD6-5058F01F6BE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8914361B-AE66-941E-1E40-466ECD654083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C2CBEC61-FB3F-DEFE-012C-121CD1EF081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CAFA51A1-9990-1F48-6247-F270F359420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D8F35ED9-C04C-2EA7-800A-BC80E72A705C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EF876835-5509-696E-3975-8D3E43034040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B198123A-582E-7935-6CD1-039601DD81EC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2B4ACFF-A1D4-566F-4047-5C735F0957DC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48EC1EB-D2B6-2185-C711-2787FFB5949A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CDB2573C-A87F-50E1-3996-B0BDD045F274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A18D5AD-D361-9D6D-5CF0-625A107D22A3}"/>
              </a:ext>
            </a:extLst>
          </p:cNvPr>
          <p:cNvCxnSpPr>
            <a:cxnSpLocks/>
          </p:cNvCxnSpPr>
          <p:nvPr/>
        </p:nvCxnSpPr>
        <p:spPr>
          <a:xfrm flipV="1">
            <a:off x="3028425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52602B71-CB21-7491-39FB-323E91F40218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A1F84F2-A01F-B8D4-BA7E-8659CE21D1F7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56EFE387-2939-5417-B9B4-04E948CEEA99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F3971C4-0AE3-3025-C9AE-B9EF250F859E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A97C0EA-B3CB-B1F2-C176-4E7A92097810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94CDEB6-BC4F-592C-036D-EA644E20812A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71BB47AC-0D3F-5630-CC42-545164A9502E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7D3DD825-1DCA-66E9-0E6B-9007044415A8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B644E55F-BDA2-DDA4-DEAF-A3CCD221A577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1880ECA9-B2CA-0519-E6FB-1264F3C2E1E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7BAA3A26-BA15-AF81-9B56-3092DC7ED901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832E2295-1F31-2776-F468-4F253BD919B7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B9BB7348-8D58-04A0-CA25-5B81B36A2A05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9AA7BACE-A963-566B-4BD2-68355AFEBA07}"/>
              </a:ext>
            </a:extLst>
          </p:cNvPr>
          <p:cNvCxnSpPr>
            <a:cxnSpLocks/>
          </p:cNvCxnSpPr>
          <p:nvPr/>
        </p:nvCxnSpPr>
        <p:spPr>
          <a:xfrm flipH="1" flipV="1">
            <a:off x="4196870" y="106611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BBF06E15-B701-433E-2EF2-E683DE6A2B9F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D9CA2DE-3CCA-EF78-CBA7-36F6FC5C6F77}"/>
              </a:ext>
            </a:extLst>
          </p:cNvPr>
          <p:cNvCxnSpPr>
            <a:cxnSpLocks/>
          </p:cNvCxnSpPr>
          <p:nvPr/>
        </p:nvCxnSpPr>
        <p:spPr>
          <a:xfrm flipH="1" flipV="1">
            <a:off x="5006014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76F7C83F-46CC-4834-0B80-4381CBFDF9BB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AA8E8FFE-683D-A9B8-9E78-08304A77A146}"/>
              </a:ext>
            </a:extLst>
          </p:cNvPr>
          <p:cNvCxnSpPr>
            <a:cxnSpLocks/>
          </p:cNvCxnSpPr>
          <p:nvPr/>
        </p:nvCxnSpPr>
        <p:spPr>
          <a:xfrm flipH="1" flipV="1">
            <a:off x="5748788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4A4F08AA-4D48-5494-FBA2-6641BD084379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945EB049-555D-D9BB-C087-D3534F7C101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0" y="10562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B6D688A6-68E1-1CB2-84FE-9864A956EA76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AFA1EC9D-A3E8-92D1-9DBA-6F13086B05C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E6564E1B-CC9F-C18E-98DD-396CF129B412}"/>
              </a:ext>
            </a:extLst>
          </p:cNvPr>
          <p:cNvCxnSpPr>
            <a:cxnSpLocks/>
          </p:cNvCxnSpPr>
          <p:nvPr/>
        </p:nvCxnSpPr>
        <p:spPr>
          <a:xfrm flipH="1" flipV="1">
            <a:off x="8445654" y="10578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01B16ABB-83A5-97ED-C109-87A0D1EE4592}"/>
              </a:ext>
            </a:extLst>
          </p:cNvPr>
          <p:cNvCxnSpPr>
            <a:cxnSpLocks/>
          </p:cNvCxnSpPr>
          <p:nvPr/>
        </p:nvCxnSpPr>
        <p:spPr>
          <a:xfrm flipH="1" flipV="1">
            <a:off x="8836171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1279DD0-3268-07D2-297B-D1151D07763C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087B8F15-F9ED-C0F0-312A-D1BF6821465F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A5E190D0-CCBF-EE73-F5DA-224C2A6F2AD9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2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D2D84A4E-2EBF-7F9D-4398-BFE24ACD65BA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B14AB786-47E0-EB93-4554-4D0701DF8189}"/>
              </a:ext>
            </a:extLst>
          </p:cNvPr>
          <p:cNvCxnSpPr>
            <a:cxnSpLocks/>
          </p:cNvCxnSpPr>
          <p:nvPr/>
        </p:nvCxnSpPr>
        <p:spPr>
          <a:xfrm flipH="1" flipV="1">
            <a:off x="9521907" y="10582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04DE1FF4-14FB-2D0F-FAE0-3194B53DA0A4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762247A3-804C-246A-EA1D-382FDAB6D531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A6A7E55E-518B-4707-71F2-88FF40629F44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146A3EEF-D027-EF80-866F-1F1D33A891C9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B22D2BB7-09F1-E38E-BF87-14DC03CF38DB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82DFBE3-A3B6-4F73-25F7-AB1B4F8DF03E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E08A6748-0F1D-E27D-4766-5CCD5053CA0B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63030577-39CD-D1DF-3326-CFC47D86CA16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DDE1BB14-E674-9EB9-1B21-99F8DB10BB9E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4E8806FC-B9A3-BC50-9182-1D6A85D695BD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29103D63-3FF6-72DD-F048-008D8C9533CA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BE3772E0-926D-E8B3-CF88-62060F235544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9430C7BD-EE17-BB64-A04E-F2A72DB6E026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C1370C71-BCC6-C5C7-C53B-016D5F0BD701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A930EF01-B290-51E1-90F8-0CFCCBBF25B9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657549B9-B54E-F807-5EE7-4CF6C6176744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A2C199BC-CF63-D7DB-AB1F-FD547C0B6AC9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0EB9B5E7-1329-7C65-BDC7-3A01F18FED70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87FFDF2B-E190-2FAF-9774-9EF0A5D87485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6F6BC50D-D0BD-AC20-8BDD-C51A2F82A638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E415E3B7-BC2A-A1D2-A9F1-8590B7F8C0EC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8CEF3F75-AAD0-A538-D575-AE8CC382E817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29424E0F-C330-5C39-9432-9D61B112E50D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29424E0F-C330-5C39-9432-9D61B112E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27A00F79-FCBB-E616-FF0F-2FCA8C8957BA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BA1D3543-EA69-A816-D940-6A8BE726C840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95847ED5-588A-98B4-11F2-2BAD0577116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8A37C2ED-E289-3FFC-A74E-0275CE272C60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432AC5B9-F2CF-81D7-D218-1C0DAA5EF147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7EEE693D-9A0A-A260-24AC-D7108B9259A0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D1E69EDF-5CC0-8E61-D391-AD8C7FC47E37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AF05D7FE-97D0-355E-6985-A757F3B98167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ECDABBB1-1E1D-8D63-4F9B-673B4A6529AF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8C8517C4-9307-CB51-94F3-1E781583884C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7A87783D-BB9A-1F4A-582B-B27DE7243C7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E9AE5063-1C6D-D920-BE8B-768B5587920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442ED938-497A-F59B-E4ED-0B4ED7993649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7E9DCA83-A7C8-1213-59D8-C624C72F101A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9E2FD408-5A0A-196A-BE65-8806DE5045BC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44E869B7-A3DB-7B7D-489E-70D0B3EFC237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F0F49D82-0C1D-0623-BE5E-FEBB47F16069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B2587B25-FB06-425F-BA13-334C8D7C7660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EBE6953C-1D30-45F5-1250-0247576537AB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8F0835C7-0394-4C19-0004-C421A1414A9F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B7FA430B-D612-F694-2138-F21EDDD7540C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DE722E30-8447-1E11-FF96-6B679A929CC7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A05E85EA-355B-E11B-468F-CA88D7A7E2F3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265895C5-2977-F723-8723-29B45BDCE13D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8E89326C-F64D-C5BF-2F70-BB1486D0A67C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CAD0D72F-7AC7-8249-A99A-7D946E09E8D6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8F3F19C6-4159-BE71-D7D4-F7D4D43BF909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4DBC8BA-C682-BEE2-5681-681FB3511D9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AB0A3D50-C0EA-FD03-51E4-AE7982CA83E4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665" name="Group 664">
            <a:extLst>
              <a:ext uri="{FF2B5EF4-FFF2-40B4-BE49-F238E27FC236}">
                <a16:creationId xmlns:a16="http://schemas.microsoft.com/office/drawing/2014/main" id="{727FDCF5-5C3B-C298-0E09-64B190F25306}"/>
              </a:ext>
            </a:extLst>
          </p:cNvPr>
          <p:cNvGrpSpPr/>
          <p:nvPr/>
        </p:nvGrpSpPr>
        <p:grpSpPr>
          <a:xfrm>
            <a:off x="166256" y="4370809"/>
            <a:ext cx="11594364" cy="2189611"/>
            <a:chOff x="193964" y="831603"/>
            <a:chExt cx="11594364" cy="2189611"/>
          </a:xfrm>
        </p:grpSpPr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1498B624-C97F-96F7-5901-E3BB0961D2BB}"/>
                </a:ext>
              </a:extLst>
            </p:cNvPr>
            <p:cNvSpPr/>
            <p:nvPr/>
          </p:nvSpPr>
          <p:spPr>
            <a:xfrm flipH="1">
              <a:off x="3054653" y="1747974"/>
              <a:ext cx="45719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E5D54C73-E57F-5A06-25A7-16D290F4ECA9}"/>
                </a:ext>
              </a:extLst>
            </p:cNvPr>
            <p:cNvSpPr/>
            <p:nvPr/>
          </p:nvSpPr>
          <p:spPr>
            <a:xfrm flipH="1">
              <a:off x="3048368" y="1444511"/>
              <a:ext cx="767178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8" name="Straight Connector 667">
              <a:extLst>
                <a:ext uri="{FF2B5EF4-FFF2-40B4-BE49-F238E27FC236}">
                  <a16:creationId xmlns:a16="http://schemas.microsoft.com/office/drawing/2014/main" id="{109A2C46-53B2-9D51-4A88-4223CFD7D872}"/>
                </a:ext>
              </a:extLst>
            </p:cNvPr>
            <p:cNvCxnSpPr>
              <a:cxnSpLocks/>
            </p:cNvCxnSpPr>
            <p:nvPr/>
          </p:nvCxnSpPr>
          <p:spPr>
            <a:xfrm>
              <a:off x="221673" y="2330560"/>
              <a:ext cx="9955188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9" name="Straight Connector 668">
              <a:extLst>
                <a:ext uri="{FF2B5EF4-FFF2-40B4-BE49-F238E27FC236}">
                  <a16:creationId xmlns:a16="http://schemas.microsoft.com/office/drawing/2014/main" id="{134C5B3A-AC10-C3C1-BE84-1348DFB80E23}"/>
                </a:ext>
              </a:extLst>
            </p:cNvPr>
            <p:cNvCxnSpPr>
              <a:cxnSpLocks/>
            </p:cNvCxnSpPr>
            <p:nvPr/>
          </p:nvCxnSpPr>
          <p:spPr>
            <a:xfrm>
              <a:off x="3048289" y="8532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0" name="Straight Connector 669">
              <a:extLst>
                <a:ext uri="{FF2B5EF4-FFF2-40B4-BE49-F238E27FC236}">
                  <a16:creationId xmlns:a16="http://schemas.microsoft.com/office/drawing/2014/main" id="{CF7BF001-A358-9822-AAEE-4EFC5F95CAA9}"/>
                </a:ext>
              </a:extLst>
            </p:cNvPr>
            <p:cNvCxnSpPr>
              <a:cxnSpLocks/>
            </p:cNvCxnSpPr>
            <p:nvPr/>
          </p:nvCxnSpPr>
          <p:spPr>
            <a:xfrm>
              <a:off x="2047674" y="2636473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1" name="Straight Connector 670">
              <a:extLst>
                <a:ext uri="{FF2B5EF4-FFF2-40B4-BE49-F238E27FC236}">
                  <a16:creationId xmlns:a16="http://schemas.microsoft.com/office/drawing/2014/main" id="{D35154F8-1378-82DD-6223-D22F6E421650}"/>
                </a:ext>
              </a:extLst>
            </p:cNvPr>
            <p:cNvCxnSpPr>
              <a:cxnSpLocks/>
            </p:cNvCxnSpPr>
            <p:nvPr/>
          </p:nvCxnSpPr>
          <p:spPr>
            <a:xfrm>
              <a:off x="2068328" y="1149796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2" name="Straight Connector 671">
              <a:extLst>
                <a:ext uri="{FF2B5EF4-FFF2-40B4-BE49-F238E27FC236}">
                  <a16:creationId xmlns:a16="http://schemas.microsoft.com/office/drawing/2014/main" id="{D82931D6-5076-0704-3AF7-4E9BEFA6AF11}"/>
                </a:ext>
              </a:extLst>
            </p:cNvPr>
            <p:cNvCxnSpPr>
              <a:cxnSpLocks/>
            </p:cNvCxnSpPr>
            <p:nvPr/>
          </p:nvCxnSpPr>
          <p:spPr>
            <a:xfrm>
              <a:off x="207818" y="1445290"/>
              <a:ext cx="11526982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3" name="Straight Connector 672">
              <a:extLst>
                <a:ext uri="{FF2B5EF4-FFF2-40B4-BE49-F238E27FC236}">
                  <a16:creationId xmlns:a16="http://schemas.microsoft.com/office/drawing/2014/main" id="{00EC9010-BEDE-C208-8457-B1210677905D}"/>
                </a:ext>
              </a:extLst>
            </p:cNvPr>
            <p:cNvCxnSpPr>
              <a:cxnSpLocks/>
            </p:cNvCxnSpPr>
            <p:nvPr/>
          </p:nvCxnSpPr>
          <p:spPr>
            <a:xfrm>
              <a:off x="193964" y="1738364"/>
              <a:ext cx="1152698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4" name="Straight Connector 673">
              <a:extLst>
                <a:ext uri="{FF2B5EF4-FFF2-40B4-BE49-F238E27FC236}">
                  <a16:creationId xmlns:a16="http://schemas.microsoft.com/office/drawing/2014/main" id="{56FEE031-76EF-ABC7-39A1-654E32BD0EC8}"/>
                </a:ext>
              </a:extLst>
            </p:cNvPr>
            <p:cNvCxnSpPr>
              <a:cxnSpLocks/>
            </p:cNvCxnSpPr>
            <p:nvPr/>
          </p:nvCxnSpPr>
          <p:spPr>
            <a:xfrm>
              <a:off x="235527" y="2041488"/>
              <a:ext cx="1140229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5" name="Straight Connector 674">
              <a:extLst>
                <a:ext uri="{FF2B5EF4-FFF2-40B4-BE49-F238E27FC236}">
                  <a16:creationId xmlns:a16="http://schemas.microsoft.com/office/drawing/2014/main" id="{DA5BCDCE-18EA-CD80-53A2-FFACEDAE30A7}"/>
                </a:ext>
              </a:extLst>
            </p:cNvPr>
            <p:cNvCxnSpPr>
              <a:cxnSpLocks/>
            </p:cNvCxnSpPr>
            <p:nvPr/>
          </p:nvCxnSpPr>
          <p:spPr>
            <a:xfrm>
              <a:off x="2406191" y="859315"/>
              <a:ext cx="3535" cy="2161899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6" name="Straight Connector 675">
              <a:extLst>
                <a:ext uri="{FF2B5EF4-FFF2-40B4-BE49-F238E27FC236}">
                  <a16:creationId xmlns:a16="http://schemas.microsoft.com/office/drawing/2014/main" id="{45F50346-4333-FB87-3D0F-2122974CBF44}"/>
                </a:ext>
              </a:extLst>
            </p:cNvPr>
            <p:cNvCxnSpPr>
              <a:cxnSpLocks/>
            </p:cNvCxnSpPr>
            <p:nvPr/>
          </p:nvCxnSpPr>
          <p:spPr>
            <a:xfrm>
              <a:off x="3828572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7" name="Straight Connector 676">
              <a:extLst>
                <a:ext uri="{FF2B5EF4-FFF2-40B4-BE49-F238E27FC236}">
                  <a16:creationId xmlns:a16="http://schemas.microsoft.com/office/drawing/2014/main" id="{7E372AF0-F23F-106D-EE55-C88C7E34A3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97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8" name="Straight Connector 677">
              <a:extLst>
                <a:ext uri="{FF2B5EF4-FFF2-40B4-BE49-F238E27FC236}">
                  <a16:creationId xmlns:a16="http://schemas.microsoft.com/office/drawing/2014/main" id="{EDEBA1E5-5D90-EE8D-72B9-1051DB3136C7}"/>
                </a:ext>
              </a:extLst>
            </p:cNvPr>
            <p:cNvCxnSpPr>
              <a:cxnSpLocks/>
            </p:cNvCxnSpPr>
            <p:nvPr/>
          </p:nvCxnSpPr>
          <p:spPr>
            <a:xfrm>
              <a:off x="5382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9" name="Straight Connector 678">
              <a:extLst>
                <a:ext uri="{FF2B5EF4-FFF2-40B4-BE49-F238E27FC236}">
                  <a16:creationId xmlns:a16="http://schemas.microsoft.com/office/drawing/2014/main" id="{FC196F98-F6B3-BE72-0040-34D75CF1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5313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0" name="Straight Connector 679">
              <a:extLst>
                <a:ext uri="{FF2B5EF4-FFF2-40B4-BE49-F238E27FC236}">
                  <a16:creationId xmlns:a16="http://schemas.microsoft.com/office/drawing/2014/main" id="{3913CC17-A7A1-5810-D260-91FBCC05B60C}"/>
                </a:ext>
              </a:extLst>
            </p:cNvPr>
            <p:cNvCxnSpPr>
              <a:cxnSpLocks/>
            </p:cNvCxnSpPr>
            <p:nvPr/>
          </p:nvCxnSpPr>
          <p:spPr>
            <a:xfrm>
              <a:off x="6915975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1" name="Straight Connector 680">
              <a:extLst>
                <a:ext uri="{FF2B5EF4-FFF2-40B4-BE49-F238E27FC236}">
                  <a16:creationId xmlns:a16="http://schemas.microsoft.com/office/drawing/2014/main" id="{75A57760-18A4-F15F-3391-8970F91149C5}"/>
                </a:ext>
              </a:extLst>
            </p:cNvPr>
            <p:cNvCxnSpPr/>
            <p:nvPr/>
          </p:nvCxnSpPr>
          <p:spPr>
            <a:xfrm>
              <a:off x="7687825" y="85931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2" name="Straight Connector 681">
              <a:extLst>
                <a:ext uri="{FF2B5EF4-FFF2-40B4-BE49-F238E27FC236}">
                  <a16:creationId xmlns:a16="http://schemas.microsoft.com/office/drawing/2014/main" id="{B163F547-FA78-C37A-040E-B5E8F7A9658D}"/>
                </a:ext>
              </a:extLst>
            </p:cNvPr>
            <p:cNvCxnSpPr/>
            <p:nvPr/>
          </p:nvCxnSpPr>
          <p:spPr>
            <a:xfrm flipV="1">
              <a:off x="383002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3" name="Straight Connector 682">
              <a:extLst>
                <a:ext uri="{FF2B5EF4-FFF2-40B4-BE49-F238E27FC236}">
                  <a16:creationId xmlns:a16="http://schemas.microsoft.com/office/drawing/2014/main" id="{AC8D46BE-F5A7-9671-9FC9-AF872F60DB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78090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4" name="Straight Connector 683">
              <a:extLst>
                <a:ext uri="{FF2B5EF4-FFF2-40B4-BE49-F238E27FC236}">
                  <a16:creationId xmlns:a16="http://schemas.microsoft.com/office/drawing/2014/main" id="{7C773D73-7598-2993-76AD-434501FC04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03559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5" name="Straight Connector 684">
              <a:extLst>
                <a:ext uri="{FF2B5EF4-FFF2-40B4-BE49-F238E27FC236}">
                  <a16:creationId xmlns:a16="http://schemas.microsoft.com/office/drawing/2014/main" id="{290C547D-F82F-8D98-35BF-F8462EDCDB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4947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6" name="Straight Connector 685">
              <a:extLst>
                <a:ext uri="{FF2B5EF4-FFF2-40B4-BE49-F238E27FC236}">
                  <a16:creationId xmlns:a16="http://schemas.microsoft.com/office/drawing/2014/main" id="{D7706188-AB39-6C90-1F5F-2AB1B965C1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1898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7" name="Straight Connector 686">
              <a:extLst>
                <a:ext uri="{FF2B5EF4-FFF2-40B4-BE49-F238E27FC236}">
                  <a16:creationId xmlns:a16="http://schemas.microsoft.com/office/drawing/2014/main" id="{F5602226-5DC5-E9F3-3C1E-763B851AEC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009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723A6EDF-A9A2-C49D-AE83-D56193D7A61D}"/>
                    </a:ext>
                  </a:extLst>
                </p:cNvPr>
                <p:cNvSpPr txBox="1"/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LIDAR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20,100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086D5918-6016-9AE7-E30D-38160198CE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blipFill>
                  <a:blip r:embed="rId32"/>
                  <a:stretch>
                    <a:fillRect l="-1439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31E83B33-54C5-41D2-29C1-C49C394DBA1B}"/>
                    </a:ext>
                  </a:extLst>
                </p:cNvPr>
                <p:cNvSpPr txBox="1"/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IMU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1,5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B50F334A-3973-0A91-5CED-C0F19486C0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blipFill>
                  <a:blip r:embed="rId33"/>
                  <a:stretch>
                    <a:fillRect l="-1020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65987AB9-793D-5E45-A9F1-37D154A8E54A}"/>
                    </a:ext>
                  </a:extLst>
                </p:cNvPr>
                <p:cNvSpPr txBox="1"/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40,200</m:t>
                            </m:r>
                          </m:e>
                        </m:d>
                      </m:oMath>
                    </m:oMathPara>
                  </a14:m>
                  <a:endParaRPr lang="en-RU" sz="1600" dirty="0"/>
                </a:p>
              </p:txBody>
            </p:sp>
          </mc:Choice>
          <mc:Fallback xmlns="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95875834-A3B7-B059-D50D-257C27537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blipFill>
                  <a:blip r:embed="rId34"/>
                  <a:stretch>
                    <a:fillRect l="-1274" b="-2857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B4E6029C-5DC8-114E-8A35-4BF7040D3A7F}"/>
                    </a:ext>
                  </a:extLst>
                </p:cNvPr>
                <p:cNvSpPr txBox="1"/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1BABAAA4-49C4-48BF-89C9-6F6BCAD6D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blipFill>
                  <a:blip r:embed="rId35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C522DD25-2C8B-3E37-E0FF-F0710F7BDB73}"/>
                    </a:ext>
                  </a:extLst>
                </p:cNvPr>
                <p:cNvSpPr txBox="1"/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33EF5C54-8611-76C9-AAF4-707B4D890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blipFill>
                  <a:blip r:embed="rId36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6EA10A03-C080-1149-BD3D-F4CBCDEDFE3A}"/>
                    </a:ext>
                  </a:extLst>
                </p:cNvPr>
                <p:cNvSpPr txBox="1"/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7020DBB1-5713-B67B-42C5-46A9FB14BB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blipFill>
                  <a:blip r:embed="rId37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2A950C8-69C8-C0C7-CC34-8435B48C002D}"/>
                    </a:ext>
                  </a:extLst>
                </p:cNvPr>
                <p:cNvSpPr txBox="1"/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41CDFA7-25D0-F002-00E0-791503F863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blipFill>
                  <a:blip r:embed="rId38"/>
                  <a:stretch>
                    <a:fillRect l="-14286" r="-1428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F55D80CB-F1BC-2B25-FFC6-1C49D96035FF}"/>
                    </a:ext>
                  </a:extLst>
                </p:cNvPr>
                <p:cNvSpPr txBox="1"/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75123DFD-EE32-17B0-DC3C-737809AD8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blipFill>
                  <a:blip r:embed="rId39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3DC47CA1-EB8D-5175-E3E4-0610DBF0984E}"/>
                    </a:ext>
                  </a:extLst>
                </p:cNvPr>
                <p:cNvSpPr txBox="1"/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267BAF05-6749-12C3-E1E5-E404B7B4EA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blipFill>
                  <a:blip r:embed="rId40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7C2247DC-07D5-4C1A-600C-E5B6A67F25CE}"/>
                </a:ext>
              </a:extLst>
            </p:cNvPr>
            <p:cNvCxnSpPr>
              <a:cxnSpLocks/>
            </p:cNvCxnSpPr>
            <p:nvPr/>
          </p:nvCxnSpPr>
          <p:spPr>
            <a:xfrm>
              <a:off x="2045999" y="849984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01B9EA57-65F4-C0AF-DC9D-04DE47233C7C}"/>
                    </a:ext>
                  </a:extLst>
                </p:cNvPr>
                <p:cNvSpPr txBox="1"/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852C2C59-7164-5445-0777-EBA8CD4DB3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blipFill>
                  <a:blip r:embed="rId41"/>
                  <a:stretch>
                    <a:fillRect l="-23529" r="-29412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1E3C51A7-AF86-86D4-AC0F-9B0DFD0E42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6896" y="145454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6FF93EB0-CBE7-C75F-C3B4-A931A85977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47080" y="2026821"/>
              <a:ext cx="0" cy="308495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01" name="Group 700">
              <a:extLst>
                <a:ext uri="{FF2B5EF4-FFF2-40B4-BE49-F238E27FC236}">
                  <a16:creationId xmlns:a16="http://schemas.microsoft.com/office/drawing/2014/main" id="{C189B33B-99AD-04CF-37EC-670EFC73CE72}"/>
                </a:ext>
              </a:extLst>
            </p:cNvPr>
            <p:cNvGrpSpPr/>
            <p:nvPr/>
          </p:nvGrpSpPr>
          <p:grpSpPr>
            <a:xfrm>
              <a:off x="4567846" y="1440264"/>
              <a:ext cx="45719" cy="296189"/>
              <a:chOff x="3509152" y="253612"/>
              <a:chExt cx="45719" cy="296189"/>
            </a:xfrm>
          </p:grpSpPr>
          <p:sp>
            <p:nvSpPr>
              <p:cNvPr id="754" name="Rectangle 753">
                <a:extLst>
                  <a:ext uri="{FF2B5EF4-FFF2-40B4-BE49-F238E27FC236}">
                    <a16:creationId xmlns:a16="http://schemas.microsoft.com/office/drawing/2014/main" id="{559B5E79-40A0-36E2-CB6F-E96B02C8E55C}"/>
                  </a:ext>
                </a:extLst>
              </p:cNvPr>
              <p:cNvSpPr/>
              <p:nvPr/>
            </p:nvSpPr>
            <p:spPr>
              <a:xfrm flipH="1">
                <a:off x="3509152" y="253612"/>
                <a:ext cx="45719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755" name="Straight Connector 754">
                <a:extLst>
                  <a:ext uri="{FF2B5EF4-FFF2-40B4-BE49-F238E27FC236}">
                    <a16:creationId xmlns:a16="http://schemas.microsoft.com/office/drawing/2014/main" id="{78516AD1-3439-FCDC-3898-FD28A17C23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2011" y="253612"/>
                <a:ext cx="0" cy="296189"/>
              </a:xfrm>
              <a:prstGeom prst="line">
                <a:avLst/>
              </a:prstGeom>
              <a:ln w="22225" cmpd="sng">
                <a:solidFill>
                  <a:schemeClr val="tx1"/>
                </a:solidFill>
                <a:prstDash val="sysDot"/>
                <a:headEnd type="none" w="med" len="lg"/>
                <a:tailEnd type="none" w="med" len="sm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56110170-7532-D9D0-8C1E-F303D1C312E4}"/>
                </a:ext>
              </a:extLst>
            </p:cNvPr>
            <p:cNvCxnSpPr>
              <a:cxnSpLocks/>
            </p:cNvCxnSpPr>
            <p:nvPr/>
          </p:nvCxnSpPr>
          <p:spPr>
            <a:xfrm>
              <a:off x="8459677" y="84998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55BD08E5-6319-71F7-1B8C-B29D5017BD78}"/>
                </a:ext>
              </a:extLst>
            </p:cNvPr>
            <p:cNvCxnSpPr/>
            <p:nvPr/>
          </p:nvCxnSpPr>
          <p:spPr>
            <a:xfrm>
              <a:off x="9231527" y="84998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4B256060-80B5-4D39-2233-EC914D7FBA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6255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AF515FB5-6043-D49B-6F4C-D8E502036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3366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666C2767-B45E-952C-C951-03EA8F0EFFAF}"/>
                    </a:ext>
                  </a:extLst>
                </p:cNvPr>
                <p:cNvSpPr txBox="1"/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D29D3899-B34A-DC03-BC2E-A6253F25BA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blipFill>
                  <a:blip r:embed="rId42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BF101B2D-6851-87CD-67AB-C28E3EF728BD}"/>
                    </a:ext>
                  </a:extLst>
                </p:cNvPr>
                <p:cNvSpPr txBox="1"/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1FEA6ED4-EBB7-74C1-1050-AE98BD932F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blipFill>
                  <a:blip r:embed="rId43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8" name="Straight Arrow Connector 707">
              <a:extLst>
                <a:ext uri="{FF2B5EF4-FFF2-40B4-BE49-F238E27FC236}">
                  <a16:creationId xmlns:a16="http://schemas.microsoft.com/office/drawing/2014/main" id="{6831BE96-D397-CC05-A470-708EAA311C34}"/>
                </a:ext>
              </a:extLst>
            </p:cNvPr>
            <p:cNvCxnSpPr>
              <a:cxnSpLocks/>
            </p:cNvCxnSpPr>
            <p:nvPr/>
          </p:nvCxnSpPr>
          <p:spPr>
            <a:xfrm>
              <a:off x="3056134" y="2330560"/>
              <a:ext cx="85124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9" name="Straight Connector 708">
              <a:extLst>
                <a:ext uri="{FF2B5EF4-FFF2-40B4-BE49-F238E27FC236}">
                  <a16:creationId xmlns:a16="http://schemas.microsoft.com/office/drawing/2014/main" id="{A719F9F6-B5B3-0F90-A54C-5717C9CDA10C}"/>
                </a:ext>
              </a:extLst>
            </p:cNvPr>
            <p:cNvCxnSpPr/>
            <p:nvPr/>
          </p:nvCxnSpPr>
          <p:spPr>
            <a:xfrm>
              <a:off x="9841453" y="859315"/>
              <a:ext cx="0" cy="216000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1" name="Straight Connector 710">
              <a:extLst>
                <a:ext uri="{FF2B5EF4-FFF2-40B4-BE49-F238E27FC236}">
                  <a16:creationId xmlns:a16="http://schemas.microsoft.com/office/drawing/2014/main" id="{29A3FFC7-19B1-D7A6-2A43-2C0A25ABBA99}"/>
                </a:ext>
              </a:extLst>
            </p:cNvPr>
            <p:cNvCxnSpPr>
              <a:cxnSpLocks/>
            </p:cNvCxnSpPr>
            <p:nvPr/>
          </p:nvCxnSpPr>
          <p:spPr>
            <a:xfrm>
              <a:off x="9841986" y="84093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2" name="Straight Connector 711">
              <a:extLst>
                <a:ext uri="{FF2B5EF4-FFF2-40B4-BE49-F238E27FC236}">
                  <a16:creationId xmlns:a16="http://schemas.microsoft.com/office/drawing/2014/main" id="{09DAABA3-9FF1-4AA0-0FF1-16710349A2E3}"/>
                </a:ext>
              </a:extLst>
            </p:cNvPr>
            <p:cNvCxnSpPr/>
            <p:nvPr/>
          </p:nvCxnSpPr>
          <p:spPr>
            <a:xfrm>
              <a:off x="10624988" y="84093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3" name="Straight Connector 712">
              <a:extLst>
                <a:ext uri="{FF2B5EF4-FFF2-40B4-BE49-F238E27FC236}">
                  <a16:creationId xmlns:a16="http://schemas.microsoft.com/office/drawing/2014/main" id="{81D879ED-13D2-154D-F933-F1D7CC2AA33E}"/>
                </a:ext>
              </a:extLst>
            </p:cNvPr>
            <p:cNvCxnSpPr>
              <a:cxnSpLocks/>
            </p:cNvCxnSpPr>
            <p:nvPr/>
          </p:nvCxnSpPr>
          <p:spPr>
            <a:xfrm>
              <a:off x="11396840" y="83160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11CBD5C7-ADA0-D2C9-0856-1AD44D7DBEEA}"/>
                    </a:ext>
                  </a:extLst>
                </p:cNvPr>
                <p:cNvSpPr txBox="1"/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RU" sz="2800" dirty="0"/>
                </a:p>
              </p:txBody>
            </p:sp>
          </mc:Choice>
          <mc:Fallback xmlns="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B4D596F5-B7E5-8773-BB92-D00037AE0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blipFill>
                  <a:blip r:embed="rId44"/>
                  <a:stretch>
                    <a:fillRect l="-26316" r="-21053" b="-294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D9B6B971-7EDA-3F48-B60C-10DF00D6A02E}"/>
                    </a:ext>
                  </a:extLst>
                </p:cNvPr>
                <p:cNvSpPr txBox="1"/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FD367932-4E7A-C38B-C09B-45C081673F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blipFill>
                  <a:blip r:embed="rId45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48CA5424-D151-6807-677D-5C0A426BCBE6}"/>
                    </a:ext>
                  </a:extLst>
                </p:cNvPr>
                <p:cNvSpPr txBox="1"/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8E7B075B-EBF8-2C4E-10A0-9FCAD1789B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blipFill>
                  <a:blip r:embed="rId46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7" name="Straight Connector 716">
              <a:extLst>
                <a:ext uri="{FF2B5EF4-FFF2-40B4-BE49-F238E27FC236}">
                  <a16:creationId xmlns:a16="http://schemas.microsoft.com/office/drawing/2014/main" id="{AC6ECA0D-E3AC-473A-9304-4CCC3925BFB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9118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8" name="Straight Connector 717">
              <a:extLst>
                <a:ext uri="{FF2B5EF4-FFF2-40B4-BE49-F238E27FC236}">
                  <a16:creationId xmlns:a16="http://schemas.microsoft.com/office/drawing/2014/main" id="{BB40379D-31C0-BE5F-D53D-3683674A037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5396" y="144646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9" name="Straight Connector 718">
              <a:extLst>
                <a:ext uri="{FF2B5EF4-FFF2-40B4-BE49-F238E27FC236}">
                  <a16:creationId xmlns:a16="http://schemas.microsoft.com/office/drawing/2014/main" id="{9D45B567-D1E5-94C3-6677-0EA642310A0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4455" y="145267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0" name="Straight Connector 719">
              <a:extLst>
                <a:ext uri="{FF2B5EF4-FFF2-40B4-BE49-F238E27FC236}">
                  <a16:creationId xmlns:a16="http://schemas.microsoft.com/office/drawing/2014/main" id="{DB1C88FF-CF9C-9ABB-9DD4-75B3B26C375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31407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1" name="Straight Connector 720">
              <a:extLst>
                <a:ext uri="{FF2B5EF4-FFF2-40B4-BE49-F238E27FC236}">
                  <a16:creationId xmlns:a16="http://schemas.microsoft.com/office/drawing/2014/main" id="{24F3C8EF-2A90-9DE6-6A75-695E57EB1C1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09881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2" name="Straight Connector 721">
              <a:extLst>
                <a:ext uri="{FF2B5EF4-FFF2-40B4-BE49-F238E27FC236}">
                  <a16:creationId xmlns:a16="http://schemas.microsoft.com/office/drawing/2014/main" id="{51C9E6E0-47C6-6C36-D38D-620C1EC428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70644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Straight Connector 722">
              <a:extLst>
                <a:ext uri="{FF2B5EF4-FFF2-40B4-BE49-F238E27FC236}">
                  <a16:creationId xmlns:a16="http://schemas.microsoft.com/office/drawing/2014/main" id="{8696C6FB-3A51-8F09-281F-AEB8C24563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96358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4" name="Straight Connector 723">
              <a:extLst>
                <a:ext uri="{FF2B5EF4-FFF2-40B4-BE49-F238E27FC236}">
                  <a16:creationId xmlns:a16="http://schemas.microsoft.com/office/drawing/2014/main" id="{959741FF-A6F9-52AE-D9DB-25422BF83C5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74832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5" name="Straight Connector 724">
              <a:extLst>
                <a:ext uri="{FF2B5EF4-FFF2-40B4-BE49-F238E27FC236}">
                  <a16:creationId xmlns:a16="http://schemas.microsoft.com/office/drawing/2014/main" id="{10D5FF1F-D301-116F-2412-6754A0CE6D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35595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6" name="Straight Connector 725">
              <a:extLst>
                <a:ext uri="{FF2B5EF4-FFF2-40B4-BE49-F238E27FC236}">
                  <a16:creationId xmlns:a16="http://schemas.microsoft.com/office/drawing/2014/main" id="{B6F6A26E-85E3-8FF7-11D4-3AED9B4421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383181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7" name="Straight Connector 726">
              <a:extLst>
                <a:ext uri="{FF2B5EF4-FFF2-40B4-BE49-F238E27FC236}">
                  <a16:creationId xmlns:a16="http://schemas.microsoft.com/office/drawing/2014/main" id="{861D453E-7671-CE34-951E-59FB3B01E8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61655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8" name="Straight Connector 727">
              <a:extLst>
                <a:ext uri="{FF2B5EF4-FFF2-40B4-BE49-F238E27FC236}">
                  <a16:creationId xmlns:a16="http://schemas.microsoft.com/office/drawing/2014/main" id="{8AEFCF10-E80B-807B-065C-048584F5398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22418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9" name="Straight Connector 728">
              <a:extLst>
                <a:ext uri="{FF2B5EF4-FFF2-40B4-BE49-F238E27FC236}">
                  <a16:creationId xmlns:a16="http://schemas.microsoft.com/office/drawing/2014/main" id="{44386EB1-8031-1BDC-DABC-7C5EC952683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36980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0" name="Straight Connector 729">
              <a:extLst>
                <a:ext uri="{FF2B5EF4-FFF2-40B4-BE49-F238E27FC236}">
                  <a16:creationId xmlns:a16="http://schemas.microsoft.com/office/drawing/2014/main" id="{1E0B3650-C633-E8AA-7730-C1BB1AD426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26606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1" name="Straight Connector 730">
              <a:extLst>
                <a:ext uri="{FF2B5EF4-FFF2-40B4-BE49-F238E27FC236}">
                  <a16:creationId xmlns:a16="http://schemas.microsoft.com/office/drawing/2014/main" id="{12D6D645-0823-F9DA-6057-E627CE1CC7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87369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2" name="Straight Connector 731">
              <a:extLst>
                <a:ext uri="{FF2B5EF4-FFF2-40B4-BE49-F238E27FC236}">
                  <a16:creationId xmlns:a16="http://schemas.microsoft.com/office/drawing/2014/main" id="{B0E3DB92-A270-7798-E64F-E3D12B0ED1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94582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3" name="Straight Connector 732">
              <a:extLst>
                <a:ext uri="{FF2B5EF4-FFF2-40B4-BE49-F238E27FC236}">
                  <a16:creationId xmlns:a16="http://schemas.microsoft.com/office/drawing/2014/main" id="{920EC948-DF21-2BA3-237A-9DC6AF6F9F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176871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4" name="Straight Connector 733">
              <a:extLst>
                <a:ext uri="{FF2B5EF4-FFF2-40B4-BE49-F238E27FC236}">
                  <a16:creationId xmlns:a16="http://schemas.microsoft.com/office/drawing/2014/main" id="{84C7BB2E-84B9-896D-98A6-ADBEDF8735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55345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5" name="Straight Connector 734">
              <a:extLst>
                <a:ext uri="{FF2B5EF4-FFF2-40B4-BE49-F238E27FC236}">
                  <a16:creationId xmlns:a16="http://schemas.microsoft.com/office/drawing/2014/main" id="{851EFC5A-13EE-8BE5-6422-412F9A085D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6108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6" name="Straight Connector 735">
              <a:extLst>
                <a:ext uri="{FF2B5EF4-FFF2-40B4-BE49-F238E27FC236}">
                  <a16:creationId xmlns:a16="http://schemas.microsoft.com/office/drawing/2014/main" id="{B53FA6F6-2819-7986-24F8-9836F7C39A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41822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7" name="Straight Connector 736">
              <a:extLst>
                <a:ext uri="{FF2B5EF4-FFF2-40B4-BE49-F238E27FC236}">
                  <a16:creationId xmlns:a16="http://schemas.microsoft.com/office/drawing/2014/main" id="{1509345B-2E08-CB5A-D055-5D60607D1C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420296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8" name="Straight Connector 737">
              <a:extLst>
                <a:ext uri="{FF2B5EF4-FFF2-40B4-BE49-F238E27FC236}">
                  <a16:creationId xmlns:a16="http://schemas.microsoft.com/office/drawing/2014/main" id="{3BA537FF-F5B4-92BF-1F88-B562C3FDE1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81059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9" name="Straight Connector 738">
              <a:extLst>
                <a:ext uri="{FF2B5EF4-FFF2-40B4-BE49-F238E27FC236}">
                  <a16:creationId xmlns:a16="http://schemas.microsoft.com/office/drawing/2014/main" id="{379336B4-D568-AD3A-1839-17073BBC4FA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728645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0" name="Straight Connector 739">
              <a:extLst>
                <a:ext uri="{FF2B5EF4-FFF2-40B4-BE49-F238E27FC236}">
                  <a16:creationId xmlns:a16="http://schemas.microsoft.com/office/drawing/2014/main" id="{06A50A97-42B7-FB63-7584-95369D044D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07119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1" name="Straight Connector 740">
              <a:extLst>
                <a:ext uri="{FF2B5EF4-FFF2-40B4-BE49-F238E27FC236}">
                  <a16:creationId xmlns:a16="http://schemas.microsoft.com/office/drawing/2014/main" id="{058A73A8-4318-2E77-21DB-A24626E607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67882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2" name="Straight Connector 741">
              <a:extLst>
                <a:ext uri="{FF2B5EF4-FFF2-40B4-BE49-F238E27FC236}">
                  <a16:creationId xmlns:a16="http://schemas.microsoft.com/office/drawing/2014/main" id="{283E0252-4BF5-B0AE-16DB-422FD2AC92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437836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3" name="Straight Connector 742">
              <a:extLst>
                <a:ext uri="{FF2B5EF4-FFF2-40B4-BE49-F238E27FC236}">
                  <a16:creationId xmlns:a16="http://schemas.microsoft.com/office/drawing/2014/main" id="{5495C447-B33A-49CA-E37C-0E05F85ABA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72070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24F673ED-B82C-0374-2219-A19BF02F34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2833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2E972681-FF08-91E9-2A00-5ECB5ECEAC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00465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462FFBE6-8C2E-1064-E7F9-3EBAF594BA8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39702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F508695B-6354-E668-3A03-B882D0F2E0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7288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8" name="Straight Connector 747">
              <a:extLst>
                <a:ext uri="{FF2B5EF4-FFF2-40B4-BE49-F238E27FC236}">
                  <a16:creationId xmlns:a16="http://schemas.microsoft.com/office/drawing/2014/main" id="{49884789-12DD-061F-E5EA-F0B51BCFB2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65762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9" name="Straight Connector 748">
              <a:extLst>
                <a:ext uri="{FF2B5EF4-FFF2-40B4-BE49-F238E27FC236}">
                  <a16:creationId xmlns:a16="http://schemas.microsoft.com/office/drawing/2014/main" id="{F59AE3AA-3CBD-C6A7-9A5D-184561C90C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6525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0" name="Straight Connector 749">
              <a:extLst>
                <a:ext uri="{FF2B5EF4-FFF2-40B4-BE49-F238E27FC236}">
                  <a16:creationId xmlns:a16="http://schemas.microsoft.com/office/drawing/2014/main" id="{C974FF24-3CBE-F246-4B4B-5354C79E93C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642747" y="175089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7C1DE0A8-52DF-4B7A-13AC-18119C25353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175838" y="20404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2" name="Freeform 751">
              <a:extLst>
                <a:ext uri="{FF2B5EF4-FFF2-40B4-BE49-F238E27FC236}">
                  <a16:creationId xmlns:a16="http://schemas.microsoft.com/office/drawing/2014/main" id="{17C3704B-5D52-3E2A-2336-ED6B50ABEBFB}"/>
                </a:ext>
              </a:extLst>
            </p:cNvPr>
            <p:cNvSpPr/>
            <p:nvPr/>
          </p:nvSpPr>
          <p:spPr>
            <a:xfrm>
              <a:off x="2783697" y="1384499"/>
              <a:ext cx="153745" cy="1062020"/>
            </a:xfrm>
            <a:custGeom>
              <a:avLst/>
              <a:gdLst>
                <a:gd name="csX0" fmla="*/ 61951 w 195766"/>
                <a:gd name="csY0" fmla="*/ 178 h 936906"/>
                <a:gd name="csX1" fmla="*/ 156736 w 195766"/>
                <a:gd name="csY1" fmla="*/ 11330 h 936906"/>
                <a:gd name="csX2" fmla="*/ 179039 w 195766"/>
                <a:gd name="csY2" fmla="*/ 72661 h 936906"/>
                <a:gd name="csX3" fmla="*/ 195766 w 195766"/>
                <a:gd name="csY3" fmla="*/ 290110 h 936906"/>
                <a:gd name="csX4" fmla="*/ 179039 w 195766"/>
                <a:gd name="csY4" fmla="*/ 591193 h 936906"/>
                <a:gd name="csX5" fmla="*/ 156736 w 195766"/>
                <a:gd name="csY5" fmla="*/ 853247 h 936906"/>
                <a:gd name="csX6" fmla="*/ 45224 w 195766"/>
                <a:gd name="csY6" fmla="*/ 931305 h 936906"/>
                <a:gd name="csX7" fmla="*/ 6195 w 195766"/>
                <a:gd name="csY7" fmla="*/ 725008 h 936906"/>
                <a:gd name="csX8" fmla="*/ 619 w 195766"/>
                <a:gd name="csY8" fmla="*/ 462954 h 936906"/>
                <a:gd name="csX0" fmla="*/ 61951 w 201083"/>
                <a:gd name="csY0" fmla="*/ 178 h 936626"/>
                <a:gd name="csX1" fmla="*/ 156736 w 201083"/>
                <a:gd name="csY1" fmla="*/ 11330 h 936626"/>
                <a:gd name="csX2" fmla="*/ 179039 w 201083"/>
                <a:gd name="csY2" fmla="*/ 72661 h 936626"/>
                <a:gd name="csX3" fmla="*/ 195766 w 201083"/>
                <a:gd name="csY3" fmla="*/ 290110 h 936626"/>
                <a:gd name="csX4" fmla="*/ 198089 w 201083"/>
                <a:gd name="csY4" fmla="*/ 613418 h 936626"/>
                <a:gd name="csX5" fmla="*/ 156736 w 201083"/>
                <a:gd name="csY5" fmla="*/ 853247 h 936626"/>
                <a:gd name="csX6" fmla="*/ 45224 w 201083"/>
                <a:gd name="csY6" fmla="*/ 931305 h 936626"/>
                <a:gd name="csX7" fmla="*/ 6195 w 201083"/>
                <a:gd name="csY7" fmla="*/ 725008 h 936626"/>
                <a:gd name="csX8" fmla="*/ 619 w 201083"/>
                <a:gd name="csY8" fmla="*/ 462954 h 936626"/>
                <a:gd name="csX0" fmla="*/ 61951 w 199907"/>
                <a:gd name="csY0" fmla="*/ 178 h 939906"/>
                <a:gd name="csX1" fmla="*/ 156736 w 199907"/>
                <a:gd name="csY1" fmla="*/ 11330 h 939906"/>
                <a:gd name="csX2" fmla="*/ 179039 w 199907"/>
                <a:gd name="csY2" fmla="*/ 72661 h 939906"/>
                <a:gd name="csX3" fmla="*/ 195766 w 199907"/>
                <a:gd name="csY3" fmla="*/ 290110 h 939906"/>
                <a:gd name="csX4" fmla="*/ 198089 w 199907"/>
                <a:gd name="csY4" fmla="*/ 613418 h 939906"/>
                <a:gd name="csX5" fmla="*/ 172611 w 199907"/>
                <a:gd name="csY5" fmla="*/ 872297 h 939906"/>
                <a:gd name="csX6" fmla="*/ 45224 w 199907"/>
                <a:gd name="csY6" fmla="*/ 931305 h 939906"/>
                <a:gd name="csX7" fmla="*/ 6195 w 199907"/>
                <a:gd name="csY7" fmla="*/ 725008 h 939906"/>
                <a:gd name="csX8" fmla="*/ 619 w 199907"/>
                <a:gd name="csY8" fmla="*/ 462954 h 939906"/>
                <a:gd name="csX0" fmla="*/ 61951 w 199907"/>
                <a:gd name="csY0" fmla="*/ 178 h 936876"/>
                <a:gd name="csX1" fmla="*/ 156736 w 199907"/>
                <a:gd name="csY1" fmla="*/ 11330 h 936876"/>
                <a:gd name="csX2" fmla="*/ 179039 w 199907"/>
                <a:gd name="csY2" fmla="*/ 72661 h 936876"/>
                <a:gd name="csX3" fmla="*/ 195766 w 199907"/>
                <a:gd name="csY3" fmla="*/ 290110 h 936876"/>
                <a:gd name="csX4" fmla="*/ 198089 w 199907"/>
                <a:gd name="csY4" fmla="*/ 613418 h 936876"/>
                <a:gd name="csX5" fmla="*/ 172611 w 199907"/>
                <a:gd name="csY5" fmla="*/ 872297 h 936876"/>
                <a:gd name="csX6" fmla="*/ 45224 w 199907"/>
                <a:gd name="csY6" fmla="*/ 931305 h 936876"/>
                <a:gd name="csX7" fmla="*/ 6195 w 199907"/>
                <a:gd name="csY7" fmla="*/ 769458 h 936876"/>
                <a:gd name="csX8" fmla="*/ 619 w 199907"/>
                <a:gd name="csY8" fmla="*/ 462954 h 936876"/>
                <a:gd name="csX0" fmla="*/ 61951 w 199907"/>
                <a:gd name="csY0" fmla="*/ 178 h 931261"/>
                <a:gd name="csX1" fmla="*/ 156736 w 199907"/>
                <a:gd name="csY1" fmla="*/ 11330 h 931261"/>
                <a:gd name="csX2" fmla="*/ 179039 w 199907"/>
                <a:gd name="csY2" fmla="*/ 72661 h 931261"/>
                <a:gd name="csX3" fmla="*/ 195766 w 199907"/>
                <a:gd name="csY3" fmla="*/ 290110 h 931261"/>
                <a:gd name="csX4" fmla="*/ 198089 w 199907"/>
                <a:gd name="csY4" fmla="*/ 613418 h 931261"/>
                <a:gd name="csX5" fmla="*/ 172611 w 199907"/>
                <a:gd name="csY5" fmla="*/ 872297 h 931261"/>
                <a:gd name="csX6" fmla="*/ 67449 w 199907"/>
                <a:gd name="csY6" fmla="*/ 924955 h 931261"/>
                <a:gd name="csX7" fmla="*/ 6195 w 199907"/>
                <a:gd name="csY7" fmla="*/ 769458 h 931261"/>
                <a:gd name="csX8" fmla="*/ 619 w 199907"/>
                <a:gd name="csY8" fmla="*/ 462954 h 931261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2901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3663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793"/>
                <a:gd name="csY0" fmla="*/ 4951 h 937373"/>
                <a:gd name="csX1" fmla="*/ 156736 w 199793"/>
                <a:gd name="csY1" fmla="*/ 16103 h 937373"/>
                <a:gd name="csX2" fmla="*/ 182214 w 199793"/>
                <a:gd name="csY2" fmla="*/ 169509 h 937373"/>
                <a:gd name="csX3" fmla="*/ 195766 w 199793"/>
                <a:gd name="csY3" fmla="*/ 371083 h 937373"/>
                <a:gd name="csX4" fmla="*/ 198089 w 199793"/>
                <a:gd name="csY4" fmla="*/ 618191 h 937373"/>
                <a:gd name="csX5" fmla="*/ 172611 w 199793"/>
                <a:gd name="csY5" fmla="*/ 877070 h 937373"/>
                <a:gd name="csX6" fmla="*/ 67449 w 199793"/>
                <a:gd name="csY6" fmla="*/ 929728 h 937373"/>
                <a:gd name="csX7" fmla="*/ 6195 w 199793"/>
                <a:gd name="csY7" fmla="*/ 774231 h 937373"/>
                <a:gd name="csX8" fmla="*/ 619 w 199793"/>
                <a:gd name="csY8" fmla="*/ 467727 h 937373"/>
                <a:gd name="csX0" fmla="*/ 61951 w 199793"/>
                <a:gd name="csY0" fmla="*/ 10 h 932432"/>
                <a:gd name="csX1" fmla="*/ 156736 w 199793"/>
                <a:gd name="csY1" fmla="*/ 42912 h 932432"/>
                <a:gd name="csX2" fmla="*/ 182214 w 199793"/>
                <a:gd name="csY2" fmla="*/ 164568 h 932432"/>
                <a:gd name="csX3" fmla="*/ 195766 w 199793"/>
                <a:gd name="csY3" fmla="*/ 366142 h 932432"/>
                <a:gd name="csX4" fmla="*/ 198089 w 199793"/>
                <a:gd name="csY4" fmla="*/ 613250 h 932432"/>
                <a:gd name="csX5" fmla="*/ 172611 w 199793"/>
                <a:gd name="csY5" fmla="*/ 872129 h 932432"/>
                <a:gd name="csX6" fmla="*/ 67449 w 199793"/>
                <a:gd name="csY6" fmla="*/ 924787 h 932432"/>
                <a:gd name="csX7" fmla="*/ 6195 w 199793"/>
                <a:gd name="csY7" fmla="*/ 769290 h 932432"/>
                <a:gd name="csX8" fmla="*/ 619 w 199793"/>
                <a:gd name="csY8" fmla="*/ 462786 h 932432"/>
                <a:gd name="csX0" fmla="*/ 14326 w 199793"/>
                <a:gd name="csY0" fmla="*/ 15 h 926087"/>
                <a:gd name="csX1" fmla="*/ 156736 w 199793"/>
                <a:gd name="csY1" fmla="*/ 36567 h 926087"/>
                <a:gd name="csX2" fmla="*/ 182214 w 199793"/>
                <a:gd name="csY2" fmla="*/ 158223 h 926087"/>
                <a:gd name="csX3" fmla="*/ 195766 w 199793"/>
                <a:gd name="csY3" fmla="*/ 359797 h 926087"/>
                <a:gd name="csX4" fmla="*/ 198089 w 199793"/>
                <a:gd name="csY4" fmla="*/ 606905 h 926087"/>
                <a:gd name="csX5" fmla="*/ 172611 w 199793"/>
                <a:gd name="csY5" fmla="*/ 865784 h 926087"/>
                <a:gd name="csX6" fmla="*/ 67449 w 199793"/>
                <a:gd name="csY6" fmla="*/ 918442 h 926087"/>
                <a:gd name="csX7" fmla="*/ 6195 w 199793"/>
                <a:gd name="csY7" fmla="*/ 762945 h 926087"/>
                <a:gd name="csX8" fmla="*/ 619 w 199793"/>
                <a:gd name="csY8" fmla="*/ 456441 h 926087"/>
                <a:gd name="csX0" fmla="*/ 14326 w 201152"/>
                <a:gd name="csY0" fmla="*/ 15 h 926087"/>
                <a:gd name="csX1" fmla="*/ 156736 w 201152"/>
                <a:gd name="csY1" fmla="*/ 36567 h 926087"/>
                <a:gd name="csX2" fmla="*/ 182214 w 201152"/>
                <a:gd name="csY2" fmla="*/ 158223 h 926087"/>
                <a:gd name="csX3" fmla="*/ 198941 w 201152"/>
                <a:gd name="csY3" fmla="*/ 423297 h 926087"/>
                <a:gd name="csX4" fmla="*/ 198089 w 201152"/>
                <a:gd name="csY4" fmla="*/ 606905 h 926087"/>
                <a:gd name="csX5" fmla="*/ 172611 w 201152"/>
                <a:gd name="csY5" fmla="*/ 865784 h 926087"/>
                <a:gd name="csX6" fmla="*/ 67449 w 201152"/>
                <a:gd name="csY6" fmla="*/ 918442 h 926087"/>
                <a:gd name="csX7" fmla="*/ 6195 w 201152"/>
                <a:gd name="csY7" fmla="*/ 762945 h 926087"/>
                <a:gd name="csX8" fmla="*/ 619 w 201152"/>
                <a:gd name="csY8" fmla="*/ 456441 h 926087"/>
                <a:gd name="csX0" fmla="*/ 14326 w 200437"/>
                <a:gd name="csY0" fmla="*/ 38 h 926110"/>
                <a:gd name="csX1" fmla="*/ 156736 w 200437"/>
                <a:gd name="csY1" fmla="*/ 36590 h 926110"/>
                <a:gd name="csX2" fmla="*/ 194914 w 200437"/>
                <a:gd name="csY2" fmla="*/ 202696 h 926110"/>
                <a:gd name="csX3" fmla="*/ 198941 w 200437"/>
                <a:gd name="csY3" fmla="*/ 423320 h 926110"/>
                <a:gd name="csX4" fmla="*/ 198089 w 200437"/>
                <a:gd name="csY4" fmla="*/ 606928 h 926110"/>
                <a:gd name="csX5" fmla="*/ 172611 w 200437"/>
                <a:gd name="csY5" fmla="*/ 865807 h 926110"/>
                <a:gd name="csX6" fmla="*/ 67449 w 200437"/>
                <a:gd name="csY6" fmla="*/ 918465 h 926110"/>
                <a:gd name="csX7" fmla="*/ 6195 w 200437"/>
                <a:gd name="csY7" fmla="*/ 762968 h 926110"/>
                <a:gd name="csX8" fmla="*/ 619 w 200437"/>
                <a:gd name="csY8" fmla="*/ 456464 h 926110"/>
                <a:gd name="csX0" fmla="*/ 14326 w 200437"/>
                <a:gd name="csY0" fmla="*/ 280 h 926352"/>
                <a:gd name="csX1" fmla="*/ 140861 w 200437"/>
                <a:gd name="csY1" fmla="*/ 30482 h 926352"/>
                <a:gd name="csX2" fmla="*/ 194914 w 200437"/>
                <a:gd name="csY2" fmla="*/ 202938 h 926352"/>
                <a:gd name="csX3" fmla="*/ 198941 w 200437"/>
                <a:gd name="csY3" fmla="*/ 423562 h 926352"/>
                <a:gd name="csX4" fmla="*/ 198089 w 200437"/>
                <a:gd name="csY4" fmla="*/ 607170 h 926352"/>
                <a:gd name="csX5" fmla="*/ 172611 w 200437"/>
                <a:gd name="csY5" fmla="*/ 866049 h 926352"/>
                <a:gd name="csX6" fmla="*/ 67449 w 200437"/>
                <a:gd name="csY6" fmla="*/ 918707 h 926352"/>
                <a:gd name="csX7" fmla="*/ 6195 w 200437"/>
                <a:gd name="csY7" fmla="*/ 763210 h 926352"/>
                <a:gd name="csX8" fmla="*/ 619 w 200437"/>
                <a:gd name="csY8" fmla="*/ 456706 h 926352"/>
                <a:gd name="csX0" fmla="*/ 14326 w 200437"/>
                <a:gd name="csY0" fmla="*/ 2065 h 928137"/>
                <a:gd name="csX1" fmla="*/ 140861 w 200437"/>
                <a:gd name="csY1" fmla="*/ 32267 h 928137"/>
                <a:gd name="csX2" fmla="*/ 194914 w 200437"/>
                <a:gd name="csY2" fmla="*/ 204723 h 928137"/>
                <a:gd name="csX3" fmla="*/ 198941 w 200437"/>
                <a:gd name="csY3" fmla="*/ 425347 h 928137"/>
                <a:gd name="csX4" fmla="*/ 198089 w 200437"/>
                <a:gd name="csY4" fmla="*/ 608955 h 928137"/>
                <a:gd name="csX5" fmla="*/ 172611 w 200437"/>
                <a:gd name="csY5" fmla="*/ 867834 h 928137"/>
                <a:gd name="csX6" fmla="*/ 67449 w 200437"/>
                <a:gd name="csY6" fmla="*/ 920492 h 928137"/>
                <a:gd name="csX7" fmla="*/ 6195 w 200437"/>
                <a:gd name="csY7" fmla="*/ 764995 h 928137"/>
                <a:gd name="csX8" fmla="*/ 619 w 200437"/>
                <a:gd name="csY8" fmla="*/ 458491 h 928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437" h="928137">
                  <a:moveTo>
                    <a:pt x="14326" y="2065"/>
                  </a:moveTo>
                  <a:cubicBezTo>
                    <a:pt x="51961" y="1601"/>
                    <a:pt x="85363" y="-11034"/>
                    <a:pt x="140861" y="32267"/>
                  </a:cubicBezTo>
                  <a:cubicBezTo>
                    <a:pt x="196359" y="75568"/>
                    <a:pt x="185234" y="139210"/>
                    <a:pt x="194914" y="204723"/>
                  </a:cubicBezTo>
                  <a:cubicBezTo>
                    <a:pt x="204594" y="270236"/>
                    <a:pt x="198412" y="357975"/>
                    <a:pt x="198941" y="425347"/>
                  </a:cubicBezTo>
                  <a:cubicBezTo>
                    <a:pt x="199470" y="492719"/>
                    <a:pt x="202477" y="535207"/>
                    <a:pt x="198089" y="608955"/>
                  </a:cubicBezTo>
                  <a:cubicBezTo>
                    <a:pt x="193701" y="682703"/>
                    <a:pt x="194384" y="815911"/>
                    <a:pt x="172611" y="867834"/>
                  </a:cubicBezTo>
                  <a:cubicBezTo>
                    <a:pt x="150838" y="919757"/>
                    <a:pt x="114235" y="940807"/>
                    <a:pt x="67449" y="920492"/>
                  </a:cubicBezTo>
                  <a:cubicBezTo>
                    <a:pt x="20663" y="900177"/>
                    <a:pt x="13629" y="843054"/>
                    <a:pt x="6195" y="764995"/>
                  </a:cubicBezTo>
                  <a:cubicBezTo>
                    <a:pt x="-1239" y="686937"/>
                    <a:pt x="-310" y="550489"/>
                    <a:pt x="619" y="458491"/>
                  </a:cubicBezTo>
                </a:path>
              </a:pathLst>
            </a:custGeom>
            <a:noFill/>
            <a:ln w="9525">
              <a:solidFill>
                <a:srgbClr val="C00000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79BCACA1-4932-D927-0314-B8EEEA6A20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19832" y="14510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6" name="TextBox 755">
            <a:extLst>
              <a:ext uri="{FF2B5EF4-FFF2-40B4-BE49-F238E27FC236}">
                <a16:creationId xmlns:a16="http://schemas.microsoft.com/office/drawing/2014/main" id="{25B591B5-F81B-707D-0A9F-328B68981239}"/>
              </a:ext>
            </a:extLst>
          </p:cNvPr>
          <p:cNvSpPr txBox="1"/>
          <p:nvPr/>
        </p:nvSpPr>
        <p:spPr>
          <a:xfrm>
            <a:off x="2242933" y="4643093"/>
            <a:ext cx="23382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B: With Opt.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D77373A-E1E8-C0F5-FA23-24457614A193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BF38631D-4C68-16B7-1BE0-B4115F75FB1E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47C38D94-124E-A5BD-5F03-50E70AB5DE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2453B76F-EB6F-2F32-AB88-23563AC37DFB}"/>
                  </a:ext>
                </a:extLst>
              </p:cNvPr>
              <p:cNvSpPr txBox="1"/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E3E03E63-32AD-3ACD-F949-E907A5171F55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C0B6803-5BD3-3AC2-502A-D8CD56046A9D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1D0B38CE-97CF-9D44-8FF9-E7CD444C1773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2A01F9D1-B5B0-1743-89C9-24F5B8567549}"/>
              </a:ext>
            </a:extLst>
          </p:cNvPr>
          <p:cNvSpPr/>
          <p:nvPr/>
        </p:nvSpPr>
        <p:spPr>
          <a:xfrm flipH="1">
            <a:off x="3896983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C098B0A1-D8AC-6971-49CB-BD9B5C2B4329}"/>
                  </a:ext>
                </a:extLst>
              </p:cNvPr>
              <p:cNvSpPr txBox="1"/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blipFill>
                <a:blip r:embed="rId60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1AD2EDD0-69DB-0F3E-06EC-64113233636F}"/>
                  </a:ext>
                </a:extLst>
              </p:cNvPr>
              <p:cNvSpPr txBox="1"/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6F555BC6-9C6B-57D9-3289-F90448998782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blipFill>
                <a:blip r:embed="rId62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41E582-3C3A-F444-8EA3-A44A156F564B}"/>
                  </a:ext>
                </a:extLst>
              </p:cNvPr>
              <p:cNvSpPr txBox="1"/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blipFill>
                <a:blip r:embed="rId63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CDC430BE-358B-BC1F-7835-578645139C53}"/>
                  </a:ext>
                </a:extLst>
              </p:cNvPr>
              <p:cNvSpPr txBox="1"/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blipFill>
                <a:blip r:embed="rId64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BF48042-2B92-A892-B89D-DBEAA8054AF6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blipFill>
                <a:blip r:embed="rId65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D3DF4F23-24CD-D043-6F84-D534BFD301DA}"/>
                  </a:ext>
                </a:extLst>
              </p:cNvPr>
              <p:cNvSpPr txBox="1"/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blipFill>
                <a:blip r:embed="rId66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4E6FA51-2077-251A-EE6B-7240BD7566BB}"/>
                  </a:ext>
                </a:extLst>
              </p:cNvPr>
              <p:cNvSpPr txBox="1"/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blipFill>
                <a:blip r:embed="rId67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43694DAD-894C-FC3C-0B29-7BBE831BD997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blipFill>
                <a:blip r:embed="rId68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41CB6078-2F76-6F6C-3E07-D08E5E8E3DAA}"/>
                  </a:ext>
                </a:extLst>
              </p:cNvPr>
              <p:cNvSpPr txBox="1"/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blipFill>
                <a:blip r:embed="rId69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D6A7E3CD-399C-7B22-2037-E554F21FA7F5}"/>
                  </a:ext>
                </a:extLst>
              </p:cNvPr>
              <p:cNvSpPr txBox="1"/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blipFill>
                <a:blip r:embed="rId70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518207C3-181B-B01C-3BB3-53EFDF89FD7D}"/>
                  </a:ext>
                </a:extLst>
              </p:cNvPr>
              <p:cNvSpPr txBox="1"/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blipFill>
                <a:blip r:embed="rId7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1B4393F4-1277-C51D-68EA-99A0E32F8C5D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blipFill>
                <a:blip r:embed="rId72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BE71EB8B-1E87-5FC8-4A2B-9ADDF580C4EE}"/>
                  </a:ext>
                </a:extLst>
              </p:cNvPr>
              <p:cNvSpPr txBox="1"/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blipFill>
                <a:blip r:embed="rId73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939BC12C-4D2A-6F21-8BB1-3EF2B1380CA5}"/>
                  </a:ext>
                </a:extLst>
              </p:cNvPr>
              <p:cNvSpPr txBox="1"/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blipFill>
                <a:blip r:embed="rId74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1D62429A-64AF-317E-D956-696D811B412F}"/>
                  </a:ext>
                </a:extLst>
              </p:cNvPr>
              <p:cNvSpPr txBox="1"/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blipFill>
                <a:blip r:embed="rId7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53BB5583-622C-9551-6EDA-DC717A3440DC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blipFill>
                <a:blip r:embed="rId76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942913AF-B46D-635F-D883-A65F629A4CAD}"/>
                  </a:ext>
                </a:extLst>
              </p:cNvPr>
              <p:cNvSpPr txBox="1"/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blipFill>
                <a:blip r:embed="rId77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852AC1F9-6771-B1FC-4E80-914DF581F59E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535705C7-CA5D-13F2-0054-6BFD8593C50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78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1FD400F1-BB35-258C-E242-3604AD2BA627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B6F67B7A-8E80-2CD4-30C1-C08B63791807}"/>
                  </a:ext>
                </a:extLst>
              </p:cNvPr>
              <p:cNvSpPr txBox="1"/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blipFill>
                <a:blip r:embed="rId79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5B777C7D-DBA0-23D4-7751-5F2B0A88C457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blipFill>
                <a:blip r:embed="rId80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C41591F9-AE60-D2D2-D060-ED1B895BF595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81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42453BA4-E1D0-6D32-1AA8-087F21AE8A21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D3CC48B2-52FB-FBB2-9FD1-1465117B1885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9764E92E-3305-2649-599B-CC80D32EBB59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E2B47DA2-E257-8ED7-AABB-7931DB3C3A5A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92A2E24-9BC2-1B8E-B402-55CCAEBCB97A}"/>
              </a:ext>
            </a:extLst>
          </p:cNvPr>
          <p:cNvCxnSpPr>
            <a:cxnSpLocks/>
          </p:cNvCxnSpPr>
          <p:nvPr/>
        </p:nvCxnSpPr>
        <p:spPr>
          <a:xfrm flipH="1" flipV="1">
            <a:off x="6484469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3B301D50-1F02-AC6D-7CD3-BE6C48A0395F}"/>
              </a:ext>
            </a:extLst>
          </p:cNvPr>
          <p:cNvSpPr/>
          <p:nvPr/>
        </p:nvSpPr>
        <p:spPr>
          <a:xfrm flipH="1">
            <a:off x="6891848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C1FAA664-3BBA-3123-D700-FD11814BD2AC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DC038E0C-EACC-1D03-090D-8BE85A561FA0}"/>
              </a:ext>
            </a:extLst>
          </p:cNvPr>
          <p:cNvSpPr/>
          <p:nvPr/>
        </p:nvSpPr>
        <p:spPr>
          <a:xfrm flipH="1">
            <a:off x="8837764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9454763A-31B0-84E0-306C-F67348BEC228}"/>
              </a:ext>
            </a:extLst>
          </p:cNvPr>
          <p:cNvSpPr/>
          <p:nvPr/>
        </p:nvSpPr>
        <p:spPr>
          <a:xfrm flipH="1">
            <a:off x="10026597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7050ED34-85C8-3091-A278-520901468FEA}"/>
              </a:ext>
            </a:extLst>
          </p:cNvPr>
          <p:cNvSpPr/>
          <p:nvPr/>
        </p:nvSpPr>
        <p:spPr>
          <a:xfrm flipH="1">
            <a:off x="10596855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7506A867-11CD-BBE3-4D78-32FCCEE0E8CA}"/>
              </a:ext>
            </a:extLst>
          </p:cNvPr>
          <p:cNvSpPr/>
          <p:nvPr/>
        </p:nvSpPr>
        <p:spPr>
          <a:xfrm flipH="1">
            <a:off x="6207601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1FE6A76B-84EF-680A-B42D-2AD3F1124855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C0A04971-6460-32F9-A80D-FA6D203739F6}"/>
              </a:ext>
            </a:extLst>
          </p:cNvPr>
          <p:cNvSpPr/>
          <p:nvPr/>
        </p:nvSpPr>
        <p:spPr>
          <a:xfrm flipH="1">
            <a:off x="7664599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85D65EE8-77DC-90D4-40D4-EBD0C44C59F9}"/>
              </a:ext>
            </a:extLst>
          </p:cNvPr>
          <p:cNvSpPr/>
          <p:nvPr/>
        </p:nvSpPr>
        <p:spPr>
          <a:xfrm flipH="1">
            <a:off x="8433965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62A1E072-6560-5942-EDA7-7B10A2167B02}"/>
              </a:ext>
            </a:extLst>
          </p:cNvPr>
          <p:cNvSpPr/>
          <p:nvPr/>
        </p:nvSpPr>
        <p:spPr>
          <a:xfrm flipH="1">
            <a:off x="9606260" y="3152325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6157DFE8-FC4B-F0A8-076F-D850A6B001E1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09228239-EC9F-3E8D-E09D-7E55D71A424D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0331451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11AA-B0F8-A44E-7DC3-B7877EE6C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Rectangle 343">
            <a:extLst>
              <a:ext uri="{FF2B5EF4-FFF2-40B4-BE49-F238E27FC236}">
                <a16:creationId xmlns:a16="http://schemas.microsoft.com/office/drawing/2014/main" id="{FFE75B8B-52BA-B1CF-2D61-84E60267BDCD}"/>
              </a:ext>
            </a:extLst>
          </p:cNvPr>
          <p:cNvSpPr/>
          <p:nvPr/>
        </p:nvSpPr>
        <p:spPr>
          <a:xfrm flipH="1">
            <a:off x="3054653" y="1747974"/>
            <a:ext cx="457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5FE988A9-F440-06A4-BC77-3F558FBB8BB5}"/>
              </a:ext>
            </a:extLst>
          </p:cNvPr>
          <p:cNvSpPr/>
          <p:nvPr/>
        </p:nvSpPr>
        <p:spPr>
          <a:xfrm flipH="1">
            <a:off x="3048368" y="1444511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E385C0A3-9FAA-92A7-1873-8B930C6B8FD8}"/>
              </a:ext>
            </a:extLst>
          </p:cNvPr>
          <p:cNvCxnSpPr>
            <a:cxnSpLocks/>
          </p:cNvCxnSpPr>
          <p:nvPr/>
        </p:nvCxnSpPr>
        <p:spPr>
          <a:xfrm>
            <a:off x="221673" y="2330560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C7BFB3EE-9734-4657-1930-27A533A06A77}"/>
              </a:ext>
            </a:extLst>
          </p:cNvPr>
          <p:cNvCxnSpPr>
            <a:cxnSpLocks/>
          </p:cNvCxnSpPr>
          <p:nvPr/>
        </p:nvCxnSpPr>
        <p:spPr>
          <a:xfrm>
            <a:off x="3048289" y="8532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458F6AC-48F4-D76D-E441-57D2F0BDC259}"/>
              </a:ext>
            </a:extLst>
          </p:cNvPr>
          <p:cNvCxnSpPr>
            <a:cxnSpLocks/>
          </p:cNvCxnSpPr>
          <p:nvPr/>
        </p:nvCxnSpPr>
        <p:spPr>
          <a:xfrm>
            <a:off x="2047674" y="2636473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DCFA379-640A-744A-C15A-849FC49F042E}"/>
              </a:ext>
            </a:extLst>
          </p:cNvPr>
          <p:cNvCxnSpPr>
            <a:cxnSpLocks/>
          </p:cNvCxnSpPr>
          <p:nvPr/>
        </p:nvCxnSpPr>
        <p:spPr>
          <a:xfrm>
            <a:off x="2068328" y="114979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E220541-9085-DD6E-78A4-1B097FDF8733}"/>
              </a:ext>
            </a:extLst>
          </p:cNvPr>
          <p:cNvCxnSpPr>
            <a:cxnSpLocks/>
          </p:cNvCxnSpPr>
          <p:nvPr/>
        </p:nvCxnSpPr>
        <p:spPr>
          <a:xfrm>
            <a:off x="207818" y="1445290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132256E-A230-F8E0-CBBC-8B46A943387A}"/>
              </a:ext>
            </a:extLst>
          </p:cNvPr>
          <p:cNvCxnSpPr>
            <a:cxnSpLocks/>
          </p:cNvCxnSpPr>
          <p:nvPr/>
        </p:nvCxnSpPr>
        <p:spPr>
          <a:xfrm>
            <a:off x="193964" y="1738364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C4214EFC-D492-2179-48DB-37F61FDAA438}"/>
              </a:ext>
            </a:extLst>
          </p:cNvPr>
          <p:cNvCxnSpPr>
            <a:cxnSpLocks/>
          </p:cNvCxnSpPr>
          <p:nvPr/>
        </p:nvCxnSpPr>
        <p:spPr>
          <a:xfrm>
            <a:off x="235527" y="2041488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24EB062-4E6A-0256-4E40-147F4F94FFCC}"/>
              </a:ext>
            </a:extLst>
          </p:cNvPr>
          <p:cNvCxnSpPr>
            <a:cxnSpLocks/>
          </p:cNvCxnSpPr>
          <p:nvPr/>
        </p:nvCxnSpPr>
        <p:spPr>
          <a:xfrm>
            <a:off x="2406191" y="859315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868D80C-8DC3-5FEE-B350-F4DA6D85EB9D}"/>
              </a:ext>
            </a:extLst>
          </p:cNvPr>
          <p:cNvCxnSpPr>
            <a:cxnSpLocks/>
          </p:cNvCxnSpPr>
          <p:nvPr/>
        </p:nvCxnSpPr>
        <p:spPr>
          <a:xfrm>
            <a:off x="3828572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F5245FF-ACE7-6E2A-0ED9-52B2AC72AD46}"/>
              </a:ext>
            </a:extLst>
          </p:cNvPr>
          <p:cNvCxnSpPr>
            <a:cxnSpLocks/>
          </p:cNvCxnSpPr>
          <p:nvPr/>
        </p:nvCxnSpPr>
        <p:spPr>
          <a:xfrm flipH="1">
            <a:off x="4597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61F0A3D-411B-ABE1-DB29-CD76147FAD93}"/>
              </a:ext>
            </a:extLst>
          </p:cNvPr>
          <p:cNvCxnSpPr>
            <a:cxnSpLocks/>
          </p:cNvCxnSpPr>
          <p:nvPr/>
        </p:nvCxnSpPr>
        <p:spPr>
          <a:xfrm>
            <a:off x="5382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2E3D827-ED13-2433-365C-7CE931852449}"/>
              </a:ext>
            </a:extLst>
          </p:cNvPr>
          <p:cNvCxnSpPr>
            <a:cxnSpLocks/>
          </p:cNvCxnSpPr>
          <p:nvPr/>
        </p:nvCxnSpPr>
        <p:spPr>
          <a:xfrm flipH="1">
            <a:off x="6135313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02B019B7-2B63-B222-546F-D29735F7F978}"/>
              </a:ext>
            </a:extLst>
          </p:cNvPr>
          <p:cNvCxnSpPr>
            <a:cxnSpLocks/>
          </p:cNvCxnSpPr>
          <p:nvPr/>
        </p:nvCxnSpPr>
        <p:spPr>
          <a:xfrm>
            <a:off x="6915975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1B7A5EC-9283-C554-621C-0C36E0E46C22}"/>
              </a:ext>
            </a:extLst>
          </p:cNvPr>
          <p:cNvCxnSpPr/>
          <p:nvPr/>
        </p:nvCxnSpPr>
        <p:spPr>
          <a:xfrm>
            <a:off x="7687825" y="85931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7209DF1C-EF31-AC18-E1E2-8E0283A3A725}"/>
              </a:ext>
            </a:extLst>
          </p:cNvPr>
          <p:cNvCxnSpPr/>
          <p:nvPr/>
        </p:nvCxnSpPr>
        <p:spPr>
          <a:xfrm flipV="1">
            <a:off x="383002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24E9D0CE-E81D-FFC8-9186-05773540B1E3}"/>
              </a:ext>
            </a:extLst>
          </p:cNvPr>
          <p:cNvCxnSpPr>
            <a:cxnSpLocks/>
          </p:cNvCxnSpPr>
          <p:nvPr/>
        </p:nvCxnSpPr>
        <p:spPr>
          <a:xfrm flipV="1">
            <a:off x="5378090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D0598722-9A54-93A9-6292-BC2F6783E486}"/>
              </a:ext>
            </a:extLst>
          </p:cNvPr>
          <p:cNvCxnSpPr>
            <a:cxnSpLocks/>
          </p:cNvCxnSpPr>
          <p:nvPr/>
        </p:nvCxnSpPr>
        <p:spPr>
          <a:xfrm flipV="1">
            <a:off x="4603559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F019F6AF-45FF-8087-2139-1527217BE635}"/>
              </a:ext>
            </a:extLst>
          </p:cNvPr>
          <p:cNvCxnSpPr>
            <a:cxnSpLocks/>
          </p:cNvCxnSpPr>
          <p:nvPr/>
        </p:nvCxnSpPr>
        <p:spPr>
          <a:xfrm flipV="1">
            <a:off x="614947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DAF1D77E-CAFB-1271-E624-0E5631236191}"/>
              </a:ext>
            </a:extLst>
          </p:cNvPr>
          <p:cNvCxnSpPr>
            <a:cxnSpLocks/>
          </p:cNvCxnSpPr>
          <p:nvPr/>
        </p:nvCxnSpPr>
        <p:spPr>
          <a:xfrm flipV="1">
            <a:off x="691898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5DB4C4B6-FCD5-5BC7-E740-00189B8B09D5}"/>
              </a:ext>
            </a:extLst>
          </p:cNvPr>
          <p:cNvCxnSpPr>
            <a:cxnSpLocks/>
          </p:cNvCxnSpPr>
          <p:nvPr/>
        </p:nvCxnSpPr>
        <p:spPr>
          <a:xfrm flipV="1">
            <a:off x="769009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/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blipFill>
                <a:blip r:embed="rId2"/>
                <a:stretch>
                  <a:fillRect l="-719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/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blipFill>
                <a:blip r:embed="rId3"/>
                <a:stretch>
                  <a:fillRect l="-2062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/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637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/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/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/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/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/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/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000" r="-1000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024C82C-9508-63F8-B315-3FAE330F9FAC}"/>
              </a:ext>
            </a:extLst>
          </p:cNvPr>
          <p:cNvCxnSpPr>
            <a:cxnSpLocks/>
          </p:cNvCxnSpPr>
          <p:nvPr/>
        </p:nvCxnSpPr>
        <p:spPr>
          <a:xfrm>
            <a:off x="2045999" y="84998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/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B545F66-9894-5660-2188-16D6451E3AFE}"/>
              </a:ext>
            </a:extLst>
          </p:cNvPr>
          <p:cNvCxnSpPr>
            <a:cxnSpLocks/>
          </p:cNvCxnSpPr>
          <p:nvPr/>
        </p:nvCxnSpPr>
        <p:spPr>
          <a:xfrm flipH="1" flipV="1">
            <a:off x="3046896" y="145454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991162E1-5D7F-2B2B-1CA4-257F667111FB}"/>
              </a:ext>
            </a:extLst>
          </p:cNvPr>
          <p:cNvCxnSpPr>
            <a:cxnSpLocks/>
          </p:cNvCxnSpPr>
          <p:nvPr/>
        </p:nvCxnSpPr>
        <p:spPr>
          <a:xfrm flipV="1">
            <a:off x="3047080" y="2026821"/>
            <a:ext cx="0" cy="308495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855FF6E1-2187-3717-17A8-4503F0EB0A2D}"/>
              </a:ext>
            </a:extLst>
          </p:cNvPr>
          <p:cNvGrpSpPr/>
          <p:nvPr/>
        </p:nvGrpSpPr>
        <p:grpSpPr>
          <a:xfrm>
            <a:off x="4567846" y="1440264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F1F46139-8905-431D-2AE4-52597DDB9E6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1FA8E03D-1AFA-4D8A-214F-ABD49FA7812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A82FE98-6FFE-36C7-7471-EFA841CF94BC}"/>
              </a:ext>
            </a:extLst>
          </p:cNvPr>
          <p:cNvCxnSpPr>
            <a:cxnSpLocks/>
          </p:cNvCxnSpPr>
          <p:nvPr/>
        </p:nvCxnSpPr>
        <p:spPr>
          <a:xfrm>
            <a:off x="8459677" y="84998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D539DFAF-CC50-85D2-E29F-27E5D2C7CB67}"/>
              </a:ext>
            </a:extLst>
          </p:cNvPr>
          <p:cNvCxnSpPr/>
          <p:nvPr/>
        </p:nvCxnSpPr>
        <p:spPr>
          <a:xfrm>
            <a:off x="9231527" y="84998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20C54825-ED91-0B14-091F-BCDB62FBC4BD}"/>
              </a:ext>
            </a:extLst>
          </p:cNvPr>
          <p:cNvCxnSpPr>
            <a:cxnSpLocks/>
          </p:cNvCxnSpPr>
          <p:nvPr/>
        </p:nvCxnSpPr>
        <p:spPr>
          <a:xfrm flipV="1">
            <a:off x="846255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E9D8EF5-C62A-9A23-66AD-2DA5C562771D}"/>
              </a:ext>
            </a:extLst>
          </p:cNvPr>
          <p:cNvCxnSpPr>
            <a:cxnSpLocks/>
          </p:cNvCxnSpPr>
          <p:nvPr/>
        </p:nvCxnSpPr>
        <p:spPr>
          <a:xfrm flipV="1">
            <a:off x="923366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/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/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11E17828-42E3-7139-6F9F-5AD6C614F0FD}"/>
              </a:ext>
            </a:extLst>
          </p:cNvPr>
          <p:cNvCxnSpPr>
            <a:cxnSpLocks/>
          </p:cNvCxnSpPr>
          <p:nvPr/>
        </p:nvCxnSpPr>
        <p:spPr>
          <a:xfrm>
            <a:off x="3056134" y="2330560"/>
            <a:ext cx="8512411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D25796F5-1A4F-8BE3-0804-F7EC50DB0BDB}"/>
              </a:ext>
            </a:extLst>
          </p:cNvPr>
          <p:cNvCxnSpPr/>
          <p:nvPr/>
        </p:nvCxnSpPr>
        <p:spPr>
          <a:xfrm>
            <a:off x="9841453" y="859315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BB77B2-990D-8CC4-4769-7C93B8887E78}"/>
              </a:ext>
            </a:extLst>
          </p:cNvPr>
          <p:cNvSpPr txBox="1"/>
          <p:nvPr/>
        </p:nvSpPr>
        <p:spPr>
          <a:xfrm>
            <a:off x="2312205" y="494286"/>
            <a:ext cx="296921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No optimizations 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EA29733-3E07-507C-A533-D05308A653A9}"/>
              </a:ext>
            </a:extLst>
          </p:cNvPr>
          <p:cNvCxnSpPr>
            <a:cxnSpLocks/>
          </p:cNvCxnSpPr>
          <p:nvPr/>
        </p:nvCxnSpPr>
        <p:spPr>
          <a:xfrm>
            <a:off x="256448" y="5455339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CBBE4B0-8B22-70DE-C9E2-7DD2FE0AA054}"/>
              </a:ext>
            </a:extLst>
          </p:cNvPr>
          <p:cNvCxnSpPr>
            <a:cxnSpLocks/>
          </p:cNvCxnSpPr>
          <p:nvPr/>
        </p:nvCxnSpPr>
        <p:spPr>
          <a:xfrm>
            <a:off x="3083064" y="39779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/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31579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01D3DF3-9A8F-ED0F-0688-9A736EBAD31E}"/>
              </a:ext>
            </a:extLst>
          </p:cNvPr>
          <p:cNvCxnSpPr>
            <a:cxnSpLocks/>
          </p:cNvCxnSpPr>
          <p:nvPr/>
        </p:nvCxnSpPr>
        <p:spPr>
          <a:xfrm>
            <a:off x="2082449" y="57612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D713B53-914C-0107-8AFB-AF7E9103DF48}"/>
              </a:ext>
            </a:extLst>
          </p:cNvPr>
          <p:cNvCxnSpPr>
            <a:cxnSpLocks/>
          </p:cNvCxnSpPr>
          <p:nvPr/>
        </p:nvCxnSpPr>
        <p:spPr>
          <a:xfrm>
            <a:off x="2103103" y="42745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DEFD216-8A1F-E96A-F464-363757C103F7}"/>
              </a:ext>
            </a:extLst>
          </p:cNvPr>
          <p:cNvCxnSpPr>
            <a:cxnSpLocks/>
          </p:cNvCxnSpPr>
          <p:nvPr/>
        </p:nvCxnSpPr>
        <p:spPr>
          <a:xfrm>
            <a:off x="242593" y="4570069"/>
            <a:ext cx="996051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78DE68A-FA14-2907-2915-6A7D8E20C50B}"/>
              </a:ext>
            </a:extLst>
          </p:cNvPr>
          <p:cNvCxnSpPr>
            <a:cxnSpLocks/>
          </p:cNvCxnSpPr>
          <p:nvPr/>
        </p:nvCxnSpPr>
        <p:spPr>
          <a:xfrm>
            <a:off x="228739" y="4863143"/>
            <a:ext cx="997604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00C2EDC-8C97-ECAA-952C-DBF316B76490}"/>
              </a:ext>
            </a:extLst>
          </p:cNvPr>
          <p:cNvCxnSpPr>
            <a:cxnSpLocks/>
          </p:cNvCxnSpPr>
          <p:nvPr/>
        </p:nvCxnSpPr>
        <p:spPr>
          <a:xfrm>
            <a:off x="270302" y="5166267"/>
            <a:ext cx="9936156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05D390B-3575-B7FE-96D7-C663FBA8A12B}"/>
              </a:ext>
            </a:extLst>
          </p:cNvPr>
          <p:cNvCxnSpPr>
            <a:cxnSpLocks/>
          </p:cNvCxnSpPr>
          <p:nvPr/>
        </p:nvCxnSpPr>
        <p:spPr>
          <a:xfrm>
            <a:off x="2440966" y="3984094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70A1D1B-6E11-A3B1-56ED-77FB7D602A49}"/>
              </a:ext>
            </a:extLst>
          </p:cNvPr>
          <p:cNvCxnSpPr>
            <a:cxnSpLocks/>
          </p:cNvCxnSpPr>
          <p:nvPr/>
        </p:nvCxnSpPr>
        <p:spPr>
          <a:xfrm>
            <a:off x="3863347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23FEC61-33CD-644C-86AC-FAAF0FE81777}"/>
              </a:ext>
            </a:extLst>
          </p:cNvPr>
          <p:cNvCxnSpPr>
            <a:cxnSpLocks/>
          </p:cNvCxnSpPr>
          <p:nvPr/>
        </p:nvCxnSpPr>
        <p:spPr>
          <a:xfrm flipH="1">
            <a:off x="4632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277A9AF-DDE1-D7B6-86A3-AEDCF7126658}"/>
              </a:ext>
            </a:extLst>
          </p:cNvPr>
          <p:cNvCxnSpPr>
            <a:cxnSpLocks/>
          </p:cNvCxnSpPr>
          <p:nvPr/>
        </p:nvCxnSpPr>
        <p:spPr>
          <a:xfrm>
            <a:off x="5417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CBE5B13-FB26-4F05-96C6-83A0B1CF4E6C}"/>
              </a:ext>
            </a:extLst>
          </p:cNvPr>
          <p:cNvCxnSpPr>
            <a:cxnSpLocks/>
          </p:cNvCxnSpPr>
          <p:nvPr/>
        </p:nvCxnSpPr>
        <p:spPr>
          <a:xfrm flipH="1">
            <a:off x="6170088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9318DF5-59EE-EFC7-0117-36B9361A74FA}"/>
              </a:ext>
            </a:extLst>
          </p:cNvPr>
          <p:cNvCxnSpPr>
            <a:cxnSpLocks/>
          </p:cNvCxnSpPr>
          <p:nvPr/>
        </p:nvCxnSpPr>
        <p:spPr>
          <a:xfrm>
            <a:off x="6950750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2951BB5-3E40-A51B-9758-5736F8180007}"/>
              </a:ext>
            </a:extLst>
          </p:cNvPr>
          <p:cNvCxnSpPr/>
          <p:nvPr/>
        </p:nvCxnSpPr>
        <p:spPr>
          <a:xfrm>
            <a:off x="7722600" y="398409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E7C025-5317-ED66-9340-9EB5E7FFB26B}"/>
              </a:ext>
            </a:extLst>
          </p:cNvPr>
          <p:cNvCxnSpPr/>
          <p:nvPr/>
        </p:nvCxnSpPr>
        <p:spPr>
          <a:xfrm flipV="1">
            <a:off x="386480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FFE258D-FD5F-AD42-3E88-C0733CFF4011}"/>
              </a:ext>
            </a:extLst>
          </p:cNvPr>
          <p:cNvCxnSpPr>
            <a:cxnSpLocks/>
          </p:cNvCxnSpPr>
          <p:nvPr/>
        </p:nvCxnSpPr>
        <p:spPr>
          <a:xfrm flipV="1">
            <a:off x="5412865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9816927-87AA-DD20-F153-821DAA32BFCB}"/>
              </a:ext>
            </a:extLst>
          </p:cNvPr>
          <p:cNvCxnSpPr>
            <a:cxnSpLocks/>
          </p:cNvCxnSpPr>
          <p:nvPr/>
        </p:nvCxnSpPr>
        <p:spPr>
          <a:xfrm flipV="1">
            <a:off x="4638334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FE00C07-1621-CADA-F947-0375B623CA24}"/>
              </a:ext>
            </a:extLst>
          </p:cNvPr>
          <p:cNvCxnSpPr>
            <a:cxnSpLocks/>
          </p:cNvCxnSpPr>
          <p:nvPr/>
        </p:nvCxnSpPr>
        <p:spPr>
          <a:xfrm flipV="1">
            <a:off x="618425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F9B118B-AEEE-937F-E2F1-7F283D925F39}"/>
              </a:ext>
            </a:extLst>
          </p:cNvPr>
          <p:cNvCxnSpPr>
            <a:cxnSpLocks/>
          </p:cNvCxnSpPr>
          <p:nvPr/>
        </p:nvCxnSpPr>
        <p:spPr>
          <a:xfrm flipV="1">
            <a:off x="695376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FC5DC12-FE1D-926E-76C2-583E55AFCA47}"/>
              </a:ext>
            </a:extLst>
          </p:cNvPr>
          <p:cNvCxnSpPr>
            <a:cxnSpLocks/>
          </p:cNvCxnSpPr>
          <p:nvPr/>
        </p:nvCxnSpPr>
        <p:spPr>
          <a:xfrm flipV="1">
            <a:off x="772487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/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blipFill>
                <a:blip r:embed="rId15"/>
                <a:stretch>
                  <a:fillRect l="-71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/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blipFill>
                <a:blip r:embed="rId16"/>
                <a:stretch>
                  <a:fillRect l="-2062" b="-190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/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blipFill>
                <a:blip r:embed="rId17"/>
                <a:stretch>
                  <a:fillRect l="-637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/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blipFill>
                <a:blip r:embed="rId1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/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blipFill>
                <a:blip r:embed="rId1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/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blipFill>
                <a:blip r:embed="rId20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/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/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blipFill>
                <a:blip r:embed="rId22"/>
                <a:stretch>
                  <a:fillRect l="-31250" r="-31250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/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6191E3AD-45B7-2A07-B2EA-7AA7AFF5231C}"/>
              </a:ext>
            </a:extLst>
          </p:cNvPr>
          <p:cNvCxnSpPr>
            <a:cxnSpLocks/>
          </p:cNvCxnSpPr>
          <p:nvPr/>
        </p:nvCxnSpPr>
        <p:spPr>
          <a:xfrm>
            <a:off x="2080774" y="397476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/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blipFill>
                <a:blip r:embed="rId2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ectangle 68">
            <a:extLst>
              <a:ext uri="{FF2B5EF4-FFF2-40B4-BE49-F238E27FC236}">
                <a16:creationId xmlns:a16="http://schemas.microsoft.com/office/drawing/2014/main" id="{184A314D-01CA-8CEA-0068-03F7813D4883}"/>
              </a:ext>
            </a:extLst>
          </p:cNvPr>
          <p:cNvSpPr/>
          <p:nvPr/>
        </p:nvSpPr>
        <p:spPr>
          <a:xfrm flipH="1">
            <a:off x="3096154" y="4575807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EF8CE7A-A814-32A8-4AF1-66443F03CDBB}"/>
              </a:ext>
            </a:extLst>
          </p:cNvPr>
          <p:cNvCxnSpPr>
            <a:cxnSpLocks/>
          </p:cNvCxnSpPr>
          <p:nvPr/>
        </p:nvCxnSpPr>
        <p:spPr>
          <a:xfrm flipH="1" flipV="1">
            <a:off x="3087146" y="457932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6CBD5A5-82F1-981F-FC18-3284C7E56759}"/>
              </a:ext>
            </a:extLst>
          </p:cNvPr>
          <p:cNvCxnSpPr>
            <a:cxnSpLocks/>
          </p:cNvCxnSpPr>
          <p:nvPr/>
        </p:nvCxnSpPr>
        <p:spPr>
          <a:xfrm>
            <a:off x="3866812" y="45662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2AC9C4-E056-BCE6-CCA6-C72BAA141AA6}"/>
              </a:ext>
            </a:extLst>
          </p:cNvPr>
          <p:cNvCxnSpPr>
            <a:cxnSpLocks/>
          </p:cNvCxnSpPr>
          <p:nvPr/>
        </p:nvCxnSpPr>
        <p:spPr>
          <a:xfrm>
            <a:off x="3085141" y="457496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7EC73978-D0FE-747E-8933-7C8F8D81E3FF}"/>
              </a:ext>
            </a:extLst>
          </p:cNvPr>
          <p:cNvSpPr/>
          <p:nvPr/>
        </p:nvSpPr>
        <p:spPr>
          <a:xfrm flipH="1">
            <a:off x="3844445" y="4866202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C7B2998-FDD6-ADFA-4E78-19599BBA423D}"/>
              </a:ext>
            </a:extLst>
          </p:cNvPr>
          <p:cNvCxnSpPr>
            <a:cxnSpLocks/>
          </p:cNvCxnSpPr>
          <p:nvPr/>
        </p:nvCxnSpPr>
        <p:spPr>
          <a:xfrm flipV="1">
            <a:off x="3862861" y="487101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E953D81-6F30-FE06-FA55-71520A548837}"/>
              </a:ext>
            </a:extLst>
          </p:cNvPr>
          <p:cNvCxnSpPr>
            <a:cxnSpLocks/>
          </p:cNvCxnSpPr>
          <p:nvPr/>
        </p:nvCxnSpPr>
        <p:spPr>
          <a:xfrm>
            <a:off x="5412864" y="486486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6DBD4AAE-BE76-1F63-B956-E3C56DD24E79}"/>
              </a:ext>
            </a:extLst>
          </p:cNvPr>
          <p:cNvSpPr/>
          <p:nvPr/>
        </p:nvSpPr>
        <p:spPr>
          <a:xfrm flipH="1">
            <a:off x="3090908" y="5156193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AE1BD9E-ED2C-2962-5844-FF1B7DEAE99F}"/>
              </a:ext>
            </a:extLst>
          </p:cNvPr>
          <p:cNvCxnSpPr>
            <a:cxnSpLocks/>
          </p:cNvCxnSpPr>
          <p:nvPr/>
        </p:nvCxnSpPr>
        <p:spPr>
          <a:xfrm flipV="1">
            <a:off x="3087330" y="5151600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795B806-9C89-6555-16EC-AC8207B073AE}"/>
              </a:ext>
            </a:extLst>
          </p:cNvPr>
          <p:cNvCxnSpPr>
            <a:cxnSpLocks/>
          </p:cNvCxnSpPr>
          <p:nvPr/>
        </p:nvCxnSpPr>
        <p:spPr>
          <a:xfrm>
            <a:off x="5412928" y="5158386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F565700-F6BF-B9CF-9E1A-895C9CA29C2F}"/>
              </a:ext>
            </a:extLst>
          </p:cNvPr>
          <p:cNvCxnSpPr>
            <a:cxnSpLocks/>
          </p:cNvCxnSpPr>
          <p:nvPr/>
        </p:nvCxnSpPr>
        <p:spPr>
          <a:xfrm>
            <a:off x="3087143" y="5158386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3C565FB7-8594-54EA-1886-75663C91EA3D}"/>
              </a:ext>
            </a:extLst>
          </p:cNvPr>
          <p:cNvSpPr/>
          <p:nvPr/>
        </p:nvSpPr>
        <p:spPr>
          <a:xfrm flipH="1">
            <a:off x="5423976" y="4574560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6B47107-EC1D-6C6C-C6CF-D533B656AE1F}"/>
              </a:ext>
            </a:extLst>
          </p:cNvPr>
          <p:cNvCxnSpPr>
            <a:cxnSpLocks/>
          </p:cNvCxnSpPr>
          <p:nvPr/>
        </p:nvCxnSpPr>
        <p:spPr>
          <a:xfrm flipH="1" flipV="1">
            <a:off x="5414968" y="457807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9E608CF-407B-CA41-C8B2-98038C5D2B35}"/>
              </a:ext>
            </a:extLst>
          </p:cNvPr>
          <p:cNvCxnSpPr>
            <a:cxnSpLocks/>
          </p:cNvCxnSpPr>
          <p:nvPr/>
        </p:nvCxnSpPr>
        <p:spPr>
          <a:xfrm>
            <a:off x="6181572" y="456504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7498F4F-F6E4-A442-0FD7-D3B0D1F3AF51}"/>
              </a:ext>
            </a:extLst>
          </p:cNvPr>
          <p:cNvCxnSpPr>
            <a:cxnSpLocks/>
          </p:cNvCxnSpPr>
          <p:nvPr/>
        </p:nvCxnSpPr>
        <p:spPr>
          <a:xfrm>
            <a:off x="5412963" y="457371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535D8EF-F4E1-2646-8A91-C0A4C38FB1F6}"/>
              </a:ext>
            </a:extLst>
          </p:cNvPr>
          <p:cNvCxnSpPr>
            <a:cxnSpLocks/>
          </p:cNvCxnSpPr>
          <p:nvPr/>
        </p:nvCxnSpPr>
        <p:spPr>
          <a:xfrm>
            <a:off x="3085141" y="4862378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F0E1158-A695-5E5D-D630-89C4F0945B83}"/>
              </a:ext>
            </a:extLst>
          </p:cNvPr>
          <p:cNvGrpSpPr/>
          <p:nvPr/>
        </p:nvGrpSpPr>
        <p:grpSpPr>
          <a:xfrm>
            <a:off x="4602621" y="4565043"/>
            <a:ext cx="45719" cy="296189"/>
            <a:chOff x="3509152" y="253612"/>
            <a:chExt cx="45719" cy="296189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4CDAB6C-F71A-EFC0-C834-78FB3346365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6D7E793-0F5E-F97F-2DF4-D96872E2434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877D363A-1699-0251-E4EB-BA3E3BB87F31}"/>
              </a:ext>
            </a:extLst>
          </p:cNvPr>
          <p:cNvSpPr/>
          <p:nvPr/>
        </p:nvSpPr>
        <p:spPr>
          <a:xfrm flipH="1">
            <a:off x="6952783" y="4568854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E51BF81-FD43-D8F5-726D-022D827B7D19}"/>
              </a:ext>
            </a:extLst>
          </p:cNvPr>
          <p:cNvCxnSpPr>
            <a:cxnSpLocks/>
          </p:cNvCxnSpPr>
          <p:nvPr/>
        </p:nvCxnSpPr>
        <p:spPr>
          <a:xfrm>
            <a:off x="7722721" y="456528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1E49B03-7FD7-AE3A-7902-F3A8BC03A107}"/>
              </a:ext>
            </a:extLst>
          </p:cNvPr>
          <p:cNvCxnSpPr>
            <a:cxnSpLocks/>
          </p:cNvCxnSpPr>
          <p:nvPr/>
        </p:nvCxnSpPr>
        <p:spPr>
          <a:xfrm>
            <a:off x="6953760" y="4569850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2B7EDBFA-E6A9-B910-CFDE-1F8927240E49}"/>
              </a:ext>
            </a:extLst>
          </p:cNvPr>
          <p:cNvCxnSpPr>
            <a:cxnSpLocks/>
          </p:cNvCxnSpPr>
          <p:nvPr/>
        </p:nvCxnSpPr>
        <p:spPr>
          <a:xfrm>
            <a:off x="8494452" y="3974762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3F235C6-8059-D973-8D49-454A7F6BE4EB}"/>
              </a:ext>
            </a:extLst>
          </p:cNvPr>
          <p:cNvCxnSpPr/>
          <p:nvPr/>
        </p:nvCxnSpPr>
        <p:spPr>
          <a:xfrm>
            <a:off x="9266302" y="397476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380CB85-32D1-5123-8BDD-2831184F094E}"/>
              </a:ext>
            </a:extLst>
          </p:cNvPr>
          <p:cNvCxnSpPr>
            <a:cxnSpLocks/>
          </p:cNvCxnSpPr>
          <p:nvPr/>
        </p:nvCxnSpPr>
        <p:spPr>
          <a:xfrm flipV="1">
            <a:off x="849733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84FC6B1-ABBB-94B4-BC1C-A6310E13F1FD}"/>
              </a:ext>
            </a:extLst>
          </p:cNvPr>
          <p:cNvCxnSpPr>
            <a:cxnSpLocks/>
          </p:cNvCxnSpPr>
          <p:nvPr/>
        </p:nvCxnSpPr>
        <p:spPr>
          <a:xfrm flipV="1">
            <a:off x="926844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/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blipFill>
                <a:blip r:embed="rId2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/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835D9F9-E3D6-DF1D-9751-87FD9E5116F8}"/>
              </a:ext>
            </a:extLst>
          </p:cNvPr>
          <p:cNvGrpSpPr/>
          <p:nvPr/>
        </p:nvGrpSpPr>
        <p:grpSpPr>
          <a:xfrm>
            <a:off x="6144527" y="5162025"/>
            <a:ext cx="45719" cy="296189"/>
            <a:chOff x="3509152" y="253612"/>
            <a:chExt cx="45719" cy="296189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C19E68D-A5D0-3819-0114-CA4BECE5324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5E1FF7DD-C8DB-28FD-3936-31C42061D9C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C42E5D53-F636-BF46-A438-A69E31FE80CB}"/>
              </a:ext>
            </a:extLst>
          </p:cNvPr>
          <p:cNvGrpSpPr/>
          <p:nvPr/>
        </p:nvGrpSpPr>
        <p:grpSpPr>
          <a:xfrm>
            <a:off x="6144491" y="4870175"/>
            <a:ext cx="45719" cy="296189"/>
            <a:chOff x="3509152" y="253612"/>
            <a:chExt cx="45719" cy="296189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0190EF6C-6DE8-7C70-4196-8187971CB9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1576E4DB-B2E1-6AC3-5E98-9D27032C734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EE0F5FA-D35C-4235-36BD-F894039BD7FA}"/>
              </a:ext>
            </a:extLst>
          </p:cNvPr>
          <p:cNvSpPr/>
          <p:nvPr/>
        </p:nvSpPr>
        <p:spPr>
          <a:xfrm flipH="1">
            <a:off x="6207403" y="4868944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45E966D5-EA3E-6C0E-F002-A4A6FDF54A20}"/>
              </a:ext>
            </a:extLst>
          </p:cNvPr>
          <p:cNvCxnSpPr>
            <a:cxnSpLocks/>
          </p:cNvCxnSpPr>
          <p:nvPr/>
        </p:nvCxnSpPr>
        <p:spPr>
          <a:xfrm flipV="1">
            <a:off x="6200390" y="486123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6A51F05-E086-9EAC-ED00-24F2AF79E2CD}"/>
              </a:ext>
            </a:extLst>
          </p:cNvPr>
          <p:cNvCxnSpPr>
            <a:cxnSpLocks/>
          </p:cNvCxnSpPr>
          <p:nvPr/>
        </p:nvCxnSpPr>
        <p:spPr>
          <a:xfrm>
            <a:off x="6198448" y="4862378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F83B9D5-23DB-8359-174E-B227EE25A6AF}"/>
              </a:ext>
            </a:extLst>
          </p:cNvPr>
          <p:cNvCxnSpPr>
            <a:cxnSpLocks/>
          </p:cNvCxnSpPr>
          <p:nvPr/>
        </p:nvCxnSpPr>
        <p:spPr>
          <a:xfrm>
            <a:off x="7719766" y="486894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60F48D2-8CAB-DA4E-8E58-9CCBA276C9CE}"/>
              </a:ext>
            </a:extLst>
          </p:cNvPr>
          <p:cNvSpPr/>
          <p:nvPr/>
        </p:nvSpPr>
        <p:spPr>
          <a:xfrm flipH="1">
            <a:off x="8500119" y="4572076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3DC757B-C86D-4BC0-A748-0CA855DC913A}"/>
              </a:ext>
            </a:extLst>
          </p:cNvPr>
          <p:cNvCxnSpPr>
            <a:cxnSpLocks/>
          </p:cNvCxnSpPr>
          <p:nvPr/>
        </p:nvCxnSpPr>
        <p:spPr>
          <a:xfrm>
            <a:off x="9270057" y="456850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D25A64E0-EB3A-0A46-F494-976F3BC24000}"/>
              </a:ext>
            </a:extLst>
          </p:cNvPr>
          <p:cNvCxnSpPr>
            <a:cxnSpLocks/>
          </p:cNvCxnSpPr>
          <p:nvPr/>
        </p:nvCxnSpPr>
        <p:spPr>
          <a:xfrm>
            <a:off x="8501096" y="4573072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AD73EE9-DC69-846E-B6AB-989CF900A037}"/>
              </a:ext>
            </a:extLst>
          </p:cNvPr>
          <p:cNvCxnSpPr>
            <a:cxnSpLocks/>
          </p:cNvCxnSpPr>
          <p:nvPr/>
        </p:nvCxnSpPr>
        <p:spPr>
          <a:xfrm>
            <a:off x="8494452" y="486120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4AA75-6CEF-ED37-0032-BA97EB3F85E0}"/>
              </a:ext>
            </a:extLst>
          </p:cNvPr>
          <p:cNvGrpSpPr/>
          <p:nvPr/>
        </p:nvGrpSpPr>
        <p:grpSpPr>
          <a:xfrm>
            <a:off x="6892035" y="4565721"/>
            <a:ext cx="45719" cy="296189"/>
            <a:chOff x="3509152" y="253612"/>
            <a:chExt cx="45719" cy="296189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DE6ED69B-7BAA-BFE6-F5C8-B47F1F0ECCA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B612991E-3C01-E510-DD2E-74C3DF8C9B9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C60B10D4-67C7-F13B-10EF-EF96BC092AB0}"/>
              </a:ext>
            </a:extLst>
          </p:cNvPr>
          <p:cNvCxnSpPr>
            <a:cxnSpLocks/>
          </p:cNvCxnSpPr>
          <p:nvPr/>
        </p:nvCxnSpPr>
        <p:spPr>
          <a:xfrm flipH="1" flipV="1">
            <a:off x="6947409" y="457396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C7576311-E018-8321-2E65-AAC7E351C24A}"/>
              </a:ext>
            </a:extLst>
          </p:cNvPr>
          <p:cNvGrpSpPr/>
          <p:nvPr/>
        </p:nvGrpSpPr>
        <p:grpSpPr>
          <a:xfrm>
            <a:off x="8439290" y="4572679"/>
            <a:ext cx="45719" cy="296189"/>
            <a:chOff x="3509152" y="253612"/>
            <a:chExt cx="45719" cy="296189"/>
          </a:xfrm>
        </p:grpSpPr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91C36540-AEB4-D03F-4A29-9C7058CC16F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51E9A47F-5673-14F5-C4A1-E4AF873F586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F45A0444-71C0-33E6-16AC-1DB89DF639B3}"/>
              </a:ext>
            </a:extLst>
          </p:cNvPr>
          <p:cNvCxnSpPr>
            <a:cxnSpLocks/>
          </p:cNvCxnSpPr>
          <p:nvPr/>
        </p:nvCxnSpPr>
        <p:spPr>
          <a:xfrm flipH="1" flipV="1">
            <a:off x="8494745" y="457718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4A71E1E-FE89-B9CD-13EA-CF50D6A162D9}"/>
              </a:ext>
            </a:extLst>
          </p:cNvPr>
          <p:cNvGrpSpPr/>
          <p:nvPr/>
        </p:nvGrpSpPr>
        <p:grpSpPr>
          <a:xfrm>
            <a:off x="8439290" y="4872077"/>
            <a:ext cx="45719" cy="296189"/>
            <a:chOff x="3509152" y="253612"/>
            <a:chExt cx="45719" cy="296189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9A74AF29-5786-481A-5B0C-6EFC312C5B2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619AFF33-5B2B-571B-007E-3A827A0AF26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8" name="Rectangle 157">
            <a:extLst>
              <a:ext uri="{FF2B5EF4-FFF2-40B4-BE49-F238E27FC236}">
                <a16:creationId xmlns:a16="http://schemas.microsoft.com/office/drawing/2014/main" id="{A0EE2306-0DCE-E503-13BB-4A7F413471B7}"/>
              </a:ext>
            </a:extLst>
          </p:cNvPr>
          <p:cNvSpPr/>
          <p:nvPr/>
        </p:nvSpPr>
        <p:spPr>
          <a:xfrm flipH="1">
            <a:off x="6209647" y="5163461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1F8D4AF7-A42F-7AB9-E005-2B9F54BED620}"/>
              </a:ext>
            </a:extLst>
          </p:cNvPr>
          <p:cNvCxnSpPr>
            <a:cxnSpLocks/>
          </p:cNvCxnSpPr>
          <p:nvPr/>
        </p:nvCxnSpPr>
        <p:spPr>
          <a:xfrm flipV="1">
            <a:off x="6200203" y="5161010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B25689A5-7F96-CD90-B20D-B7E6028FDA91}"/>
              </a:ext>
            </a:extLst>
          </p:cNvPr>
          <p:cNvCxnSpPr>
            <a:cxnSpLocks/>
          </p:cNvCxnSpPr>
          <p:nvPr/>
        </p:nvCxnSpPr>
        <p:spPr>
          <a:xfrm flipV="1">
            <a:off x="3090909" y="5455339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99F8398-0537-E1C0-AE64-9751E1890347}"/>
              </a:ext>
            </a:extLst>
          </p:cNvPr>
          <p:cNvSpPr/>
          <p:nvPr/>
        </p:nvSpPr>
        <p:spPr>
          <a:xfrm flipH="1">
            <a:off x="7732491" y="5159015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076CBF7C-0497-FB44-9777-3E26516E7214}"/>
              </a:ext>
            </a:extLst>
          </p:cNvPr>
          <p:cNvCxnSpPr>
            <a:cxnSpLocks/>
          </p:cNvCxnSpPr>
          <p:nvPr/>
        </p:nvCxnSpPr>
        <p:spPr>
          <a:xfrm>
            <a:off x="6192161" y="5155954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FBE785B6-4FE8-32D6-41E6-0E384D1885F3}"/>
              </a:ext>
            </a:extLst>
          </p:cNvPr>
          <p:cNvSpPr/>
          <p:nvPr/>
        </p:nvSpPr>
        <p:spPr>
          <a:xfrm flipH="1">
            <a:off x="6958304" y="5164712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5DA1ECA-1288-6B62-51E9-CF223A01D83F}"/>
              </a:ext>
            </a:extLst>
          </p:cNvPr>
          <p:cNvGrpSpPr/>
          <p:nvPr/>
        </p:nvGrpSpPr>
        <p:grpSpPr>
          <a:xfrm>
            <a:off x="9737955" y="4783223"/>
            <a:ext cx="45719" cy="296189"/>
            <a:chOff x="3509152" y="253612"/>
            <a:chExt cx="45719" cy="296189"/>
          </a:xfrm>
        </p:grpSpPr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6C7505AC-DE03-BA62-271B-63212F7FCF8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364BCCD2-57A2-62B8-37B4-07DCFEAD62A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/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/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/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6316" r="-5263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2EE341B9-DC53-B2CD-555B-23F2C100752D}"/>
              </a:ext>
            </a:extLst>
          </p:cNvPr>
          <p:cNvCxnSpPr/>
          <p:nvPr/>
        </p:nvCxnSpPr>
        <p:spPr>
          <a:xfrm>
            <a:off x="9876228" y="3984094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B7BD66DE-2AC4-CEBB-183D-8FDD30B557DC}"/>
              </a:ext>
            </a:extLst>
          </p:cNvPr>
          <p:cNvSpPr txBox="1"/>
          <p:nvPr/>
        </p:nvSpPr>
        <p:spPr>
          <a:xfrm>
            <a:off x="2346980" y="3619065"/>
            <a:ext cx="315355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B: With optimizations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77FE543E-8938-AA61-E814-73C2B4F6D98F}"/>
              </a:ext>
            </a:extLst>
          </p:cNvPr>
          <p:cNvCxnSpPr>
            <a:cxnSpLocks/>
          </p:cNvCxnSpPr>
          <p:nvPr/>
        </p:nvCxnSpPr>
        <p:spPr>
          <a:xfrm>
            <a:off x="9841986" y="8409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8115BBF0-F270-912E-FD9B-01ED0D2E5606}"/>
              </a:ext>
            </a:extLst>
          </p:cNvPr>
          <p:cNvCxnSpPr/>
          <p:nvPr/>
        </p:nvCxnSpPr>
        <p:spPr>
          <a:xfrm>
            <a:off x="10624988" y="8409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3BE43B13-C7A1-4CBA-AB59-5A8946EB9600}"/>
              </a:ext>
            </a:extLst>
          </p:cNvPr>
          <p:cNvCxnSpPr>
            <a:cxnSpLocks/>
          </p:cNvCxnSpPr>
          <p:nvPr/>
        </p:nvCxnSpPr>
        <p:spPr>
          <a:xfrm>
            <a:off x="11396840" y="83160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/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blipFill>
                <a:blip r:embed="rId30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/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/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blipFill>
                <a:blip r:embed="rId32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258F52FC-B7F5-1D71-8A5C-698884671F4A}"/>
              </a:ext>
            </a:extLst>
          </p:cNvPr>
          <p:cNvCxnSpPr>
            <a:cxnSpLocks/>
          </p:cNvCxnSpPr>
          <p:nvPr/>
        </p:nvCxnSpPr>
        <p:spPr>
          <a:xfrm flipH="1" flipV="1">
            <a:off x="3049118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341C7393-775D-9DC1-CE86-1BC0ABBF088C}"/>
              </a:ext>
            </a:extLst>
          </p:cNvPr>
          <p:cNvCxnSpPr>
            <a:cxnSpLocks/>
          </p:cNvCxnSpPr>
          <p:nvPr/>
        </p:nvCxnSpPr>
        <p:spPr>
          <a:xfrm flipH="1" flipV="1">
            <a:off x="6915396" y="144646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EF505F86-26B5-CF55-04C9-743508068CF7}"/>
              </a:ext>
            </a:extLst>
          </p:cNvPr>
          <p:cNvCxnSpPr>
            <a:cxnSpLocks/>
          </p:cNvCxnSpPr>
          <p:nvPr/>
        </p:nvCxnSpPr>
        <p:spPr>
          <a:xfrm flipH="1" flipV="1">
            <a:off x="10624455" y="14526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B1DF358C-9FD6-B3A3-D0C7-94A768FFFA57}"/>
              </a:ext>
            </a:extLst>
          </p:cNvPr>
          <p:cNvCxnSpPr>
            <a:cxnSpLocks/>
          </p:cNvCxnSpPr>
          <p:nvPr/>
        </p:nvCxnSpPr>
        <p:spPr>
          <a:xfrm flipH="1" flipV="1">
            <a:off x="3831407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58C2338-EB9C-47A3-7EA8-0FA48CBB0699}"/>
              </a:ext>
            </a:extLst>
          </p:cNvPr>
          <p:cNvCxnSpPr>
            <a:cxnSpLocks/>
          </p:cNvCxnSpPr>
          <p:nvPr/>
        </p:nvCxnSpPr>
        <p:spPr>
          <a:xfrm flipH="1" flipV="1">
            <a:off x="3309881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E3DF97B6-C467-045F-8D82-5604F24AA000}"/>
              </a:ext>
            </a:extLst>
          </p:cNvPr>
          <p:cNvCxnSpPr>
            <a:cxnSpLocks/>
          </p:cNvCxnSpPr>
          <p:nvPr/>
        </p:nvCxnSpPr>
        <p:spPr>
          <a:xfrm flipH="1" flipV="1">
            <a:off x="3570644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D22C176B-BEFF-2634-BFF4-42F80623FBFD}"/>
              </a:ext>
            </a:extLst>
          </p:cNvPr>
          <p:cNvCxnSpPr>
            <a:cxnSpLocks/>
          </p:cNvCxnSpPr>
          <p:nvPr/>
        </p:nvCxnSpPr>
        <p:spPr>
          <a:xfrm flipH="1" flipV="1">
            <a:off x="4596358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3556242-2008-E3A3-AA4A-D8CEFF50AFFC}"/>
              </a:ext>
            </a:extLst>
          </p:cNvPr>
          <p:cNvCxnSpPr>
            <a:cxnSpLocks/>
          </p:cNvCxnSpPr>
          <p:nvPr/>
        </p:nvCxnSpPr>
        <p:spPr>
          <a:xfrm flipH="1" flipV="1">
            <a:off x="4074832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53716952-B0E6-E46F-1027-7E70A896621C}"/>
              </a:ext>
            </a:extLst>
          </p:cNvPr>
          <p:cNvCxnSpPr>
            <a:cxnSpLocks/>
          </p:cNvCxnSpPr>
          <p:nvPr/>
        </p:nvCxnSpPr>
        <p:spPr>
          <a:xfrm flipH="1" flipV="1">
            <a:off x="4335595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02696865-12BB-86AA-D548-58FCE8E9E43B}"/>
              </a:ext>
            </a:extLst>
          </p:cNvPr>
          <p:cNvCxnSpPr>
            <a:cxnSpLocks/>
          </p:cNvCxnSpPr>
          <p:nvPr/>
        </p:nvCxnSpPr>
        <p:spPr>
          <a:xfrm flipH="1" flipV="1">
            <a:off x="5383181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E119F766-5255-7C42-E6DF-5549978A6BF6}"/>
              </a:ext>
            </a:extLst>
          </p:cNvPr>
          <p:cNvCxnSpPr>
            <a:cxnSpLocks/>
          </p:cNvCxnSpPr>
          <p:nvPr/>
        </p:nvCxnSpPr>
        <p:spPr>
          <a:xfrm flipH="1" flipV="1">
            <a:off x="4861655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968622F5-FC46-C411-716A-EAEFB978F692}"/>
              </a:ext>
            </a:extLst>
          </p:cNvPr>
          <p:cNvCxnSpPr>
            <a:cxnSpLocks/>
          </p:cNvCxnSpPr>
          <p:nvPr/>
        </p:nvCxnSpPr>
        <p:spPr>
          <a:xfrm flipH="1" flipV="1">
            <a:off x="5122418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F1E0AFCB-3695-F951-DA9B-BDE2E4A3585C}"/>
              </a:ext>
            </a:extLst>
          </p:cNvPr>
          <p:cNvCxnSpPr>
            <a:cxnSpLocks/>
          </p:cNvCxnSpPr>
          <p:nvPr/>
        </p:nvCxnSpPr>
        <p:spPr>
          <a:xfrm flipH="1" flipV="1">
            <a:off x="6136980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8B53B513-8945-0023-0EAA-F275CC5FE572}"/>
              </a:ext>
            </a:extLst>
          </p:cNvPr>
          <p:cNvCxnSpPr>
            <a:cxnSpLocks/>
          </p:cNvCxnSpPr>
          <p:nvPr/>
        </p:nvCxnSpPr>
        <p:spPr>
          <a:xfrm flipH="1" flipV="1">
            <a:off x="5626606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401745D5-9081-0260-C3C2-1B5B1E27FFF1}"/>
              </a:ext>
            </a:extLst>
          </p:cNvPr>
          <p:cNvCxnSpPr>
            <a:cxnSpLocks/>
          </p:cNvCxnSpPr>
          <p:nvPr/>
        </p:nvCxnSpPr>
        <p:spPr>
          <a:xfrm flipH="1" flipV="1">
            <a:off x="5887369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AA927BA1-54BE-CE58-92A7-BFFFF0467085}"/>
              </a:ext>
            </a:extLst>
          </p:cNvPr>
          <p:cNvCxnSpPr>
            <a:cxnSpLocks/>
          </p:cNvCxnSpPr>
          <p:nvPr/>
        </p:nvCxnSpPr>
        <p:spPr>
          <a:xfrm flipH="1" flipV="1">
            <a:off x="6394582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4C96ADD9-5A79-635E-9A08-12975108B19C}"/>
              </a:ext>
            </a:extLst>
          </p:cNvPr>
          <p:cNvCxnSpPr>
            <a:cxnSpLocks/>
          </p:cNvCxnSpPr>
          <p:nvPr/>
        </p:nvCxnSpPr>
        <p:spPr>
          <a:xfrm flipH="1" flipV="1">
            <a:off x="7176871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A6C67ED-D05F-D7B1-A627-9DB2E5628E3F}"/>
              </a:ext>
            </a:extLst>
          </p:cNvPr>
          <p:cNvCxnSpPr>
            <a:cxnSpLocks/>
          </p:cNvCxnSpPr>
          <p:nvPr/>
        </p:nvCxnSpPr>
        <p:spPr>
          <a:xfrm flipH="1" flipV="1">
            <a:off x="6655345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D55B7D1D-21E1-542E-1CC4-13CB9D3E4C24}"/>
              </a:ext>
            </a:extLst>
          </p:cNvPr>
          <p:cNvCxnSpPr>
            <a:cxnSpLocks/>
          </p:cNvCxnSpPr>
          <p:nvPr/>
        </p:nvCxnSpPr>
        <p:spPr>
          <a:xfrm flipH="1" flipV="1">
            <a:off x="6916108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1611C1F8-F4D6-E97B-DFF7-B970790BDBF1}"/>
              </a:ext>
            </a:extLst>
          </p:cNvPr>
          <p:cNvCxnSpPr>
            <a:cxnSpLocks/>
          </p:cNvCxnSpPr>
          <p:nvPr/>
        </p:nvCxnSpPr>
        <p:spPr>
          <a:xfrm flipH="1" flipV="1">
            <a:off x="7941822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09CF1075-B477-D1EE-7FB8-CEBCB533949E}"/>
              </a:ext>
            </a:extLst>
          </p:cNvPr>
          <p:cNvCxnSpPr>
            <a:cxnSpLocks/>
          </p:cNvCxnSpPr>
          <p:nvPr/>
        </p:nvCxnSpPr>
        <p:spPr>
          <a:xfrm flipH="1" flipV="1">
            <a:off x="7420296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F5771D2D-A3C3-327D-BE14-7CD2A4FD6143}"/>
              </a:ext>
            </a:extLst>
          </p:cNvPr>
          <p:cNvCxnSpPr>
            <a:cxnSpLocks/>
          </p:cNvCxnSpPr>
          <p:nvPr/>
        </p:nvCxnSpPr>
        <p:spPr>
          <a:xfrm flipH="1" flipV="1">
            <a:off x="7681059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57A195EA-564C-A9AD-7E2A-331CCD97C6DB}"/>
              </a:ext>
            </a:extLst>
          </p:cNvPr>
          <p:cNvCxnSpPr>
            <a:cxnSpLocks/>
          </p:cNvCxnSpPr>
          <p:nvPr/>
        </p:nvCxnSpPr>
        <p:spPr>
          <a:xfrm flipH="1" flipV="1">
            <a:off x="8728645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E60FFD3A-1085-81A8-A823-5C3DFF1F6B45}"/>
              </a:ext>
            </a:extLst>
          </p:cNvPr>
          <p:cNvCxnSpPr>
            <a:cxnSpLocks/>
          </p:cNvCxnSpPr>
          <p:nvPr/>
        </p:nvCxnSpPr>
        <p:spPr>
          <a:xfrm flipH="1" flipV="1">
            <a:off x="8207119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F4ED64C6-B032-7052-AB8A-B5ACF18EC326}"/>
              </a:ext>
            </a:extLst>
          </p:cNvPr>
          <p:cNvCxnSpPr>
            <a:cxnSpLocks/>
          </p:cNvCxnSpPr>
          <p:nvPr/>
        </p:nvCxnSpPr>
        <p:spPr>
          <a:xfrm flipH="1" flipV="1">
            <a:off x="8467882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B884A38C-3D6D-5E7A-FE76-56C73FD16114}"/>
              </a:ext>
            </a:extLst>
          </p:cNvPr>
          <p:cNvCxnSpPr>
            <a:cxnSpLocks/>
          </p:cNvCxnSpPr>
          <p:nvPr/>
        </p:nvCxnSpPr>
        <p:spPr>
          <a:xfrm flipH="1" flipV="1">
            <a:off x="9437836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00006C24-D9E1-8156-1E53-345C9FD43F01}"/>
              </a:ext>
            </a:extLst>
          </p:cNvPr>
          <p:cNvCxnSpPr>
            <a:cxnSpLocks/>
          </p:cNvCxnSpPr>
          <p:nvPr/>
        </p:nvCxnSpPr>
        <p:spPr>
          <a:xfrm flipH="1" flipV="1">
            <a:off x="8972070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CB90B28A-B4C5-E8E3-0BFA-3E6628545904}"/>
              </a:ext>
            </a:extLst>
          </p:cNvPr>
          <p:cNvCxnSpPr>
            <a:cxnSpLocks/>
          </p:cNvCxnSpPr>
          <p:nvPr/>
        </p:nvCxnSpPr>
        <p:spPr>
          <a:xfrm flipH="1" flipV="1">
            <a:off x="9232833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Connector 311">
            <a:extLst>
              <a:ext uri="{FF2B5EF4-FFF2-40B4-BE49-F238E27FC236}">
                <a16:creationId xmlns:a16="http://schemas.microsoft.com/office/drawing/2014/main" id="{6849C89B-319E-2B83-83A6-25DFAFD27434}"/>
              </a:ext>
            </a:extLst>
          </p:cNvPr>
          <p:cNvCxnSpPr>
            <a:cxnSpLocks/>
          </p:cNvCxnSpPr>
          <p:nvPr/>
        </p:nvCxnSpPr>
        <p:spPr>
          <a:xfrm flipH="1" flipV="1">
            <a:off x="10100465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5C6F71E-2D47-6D3E-F8CD-24049285A0C1}"/>
              </a:ext>
            </a:extLst>
          </p:cNvPr>
          <p:cNvCxnSpPr>
            <a:cxnSpLocks/>
          </p:cNvCxnSpPr>
          <p:nvPr/>
        </p:nvCxnSpPr>
        <p:spPr>
          <a:xfrm flipH="1" flipV="1">
            <a:off x="9839702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A54A8BF0-A63C-573E-C112-F86FC46F6058}"/>
              </a:ext>
            </a:extLst>
          </p:cNvPr>
          <p:cNvCxnSpPr>
            <a:cxnSpLocks/>
          </p:cNvCxnSpPr>
          <p:nvPr/>
        </p:nvCxnSpPr>
        <p:spPr>
          <a:xfrm flipH="1" flipV="1">
            <a:off x="10887288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345D2F78-05D3-B49B-4C7E-7CF552639993}"/>
              </a:ext>
            </a:extLst>
          </p:cNvPr>
          <p:cNvCxnSpPr>
            <a:cxnSpLocks/>
          </p:cNvCxnSpPr>
          <p:nvPr/>
        </p:nvCxnSpPr>
        <p:spPr>
          <a:xfrm flipH="1" flipV="1">
            <a:off x="10365762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8B7B4AD8-EB60-62C8-9272-9093E425D1A6}"/>
              </a:ext>
            </a:extLst>
          </p:cNvPr>
          <p:cNvCxnSpPr>
            <a:cxnSpLocks/>
          </p:cNvCxnSpPr>
          <p:nvPr/>
        </p:nvCxnSpPr>
        <p:spPr>
          <a:xfrm flipH="1" flipV="1">
            <a:off x="10626525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F649EE3C-7221-4EF1-A509-3F5AB8D29AE6}"/>
              </a:ext>
            </a:extLst>
          </p:cNvPr>
          <p:cNvCxnSpPr>
            <a:cxnSpLocks/>
          </p:cNvCxnSpPr>
          <p:nvPr/>
        </p:nvCxnSpPr>
        <p:spPr>
          <a:xfrm flipH="1" flipV="1">
            <a:off x="9642747" y="175089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66BB7A36-E6F1-35A1-5598-66223412CA0A}"/>
              </a:ext>
            </a:extLst>
          </p:cNvPr>
          <p:cNvCxnSpPr>
            <a:cxnSpLocks/>
          </p:cNvCxnSpPr>
          <p:nvPr/>
        </p:nvCxnSpPr>
        <p:spPr>
          <a:xfrm flipH="1" flipV="1">
            <a:off x="11175838" y="20404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7C2FF799-6897-17A4-C204-2D48923F1AA5}"/>
              </a:ext>
            </a:extLst>
          </p:cNvPr>
          <p:cNvSpPr/>
          <p:nvPr/>
        </p:nvSpPr>
        <p:spPr>
          <a:xfrm>
            <a:off x="2783697" y="138449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E50AB0B0-8874-B47D-422F-4ED7ACCCC341}"/>
              </a:ext>
            </a:extLst>
          </p:cNvPr>
          <p:cNvCxnSpPr>
            <a:cxnSpLocks/>
          </p:cNvCxnSpPr>
          <p:nvPr/>
        </p:nvCxnSpPr>
        <p:spPr>
          <a:xfrm flipH="1">
            <a:off x="3819832" y="14510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80922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8330</TotalTime>
  <Words>885</Words>
  <Application>Microsoft Office PowerPoint</Application>
  <PresentationFormat>Широкоэкранный</PresentationFormat>
  <Paragraphs>584</Paragraphs>
  <Slides>9</Slides>
  <Notes>0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Cambria Math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Артем Бурмяков</dc:creator>
  <cp:lastModifiedBy>Владимир Топорков</cp:lastModifiedBy>
  <cp:revision>111</cp:revision>
  <cp:lastPrinted>2024-06-05T11:48:30Z</cp:lastPrinted>
  <dcterms:created xsi:type="dcterms:W3CDTF">2024-01-08T10:43:46Z</dcterms:created>
  <dcterms:modified xsi:type="dcterms:W3CDTF">2026-06-15T12:43:59Z</dcterms:modified>
</cp:coreProperties>
</file>